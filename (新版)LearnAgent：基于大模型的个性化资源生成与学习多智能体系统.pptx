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embeddedFontLst>
    <p:embeddedFont>
      <p:font typeface="Noto Sans SC"/>
      <p:regular r:id="rId201314"/>
      <p:bold r:id="rId3013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301314" Target="fonts/30131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image" Target="../media/image-4-24.png"/><Relationship Id="rId25" Type="http://schemas.openxmlformats.org/officeDocument/2006/relationships/image" Target="../media/image-4-25.png"/><Relationship Id="rId26" Type="http://schemas.openxmlformats.org/officeDocument/2006/relationships/image" Target="../media/image-4-26.png"/><Relationship Id="rId27" Type="http://schemas.openxmlformats.org/officeDocument/2006/relationships/image" Target="../media/image-4-27.png"/><Relationship Id="rId28" Type="http://schemas.openxmlformats.org/officeDocument/2006/relationships/image" Target="../media/image-4-28.png"/><Relationship Id="rId29" Type="http://schemas.openxmlformats.org/officeDocument/2006/relationships/image" Target="../media/image-4-29.png"/><Relationship Id="rId30" Type="http://schemas.openxmlformats.org/officeDocument/2006/relationships/image" Target="../media/image-4-30.png"/><Relationship Id="rId31" Type="http://schemas.openxmlformats.org/officeDocument/2006/relationships/image" Target="../media/image-4-31.png"/><Relationship Id="rId32" Type="http://schemas.openxmlformats.org/officeDocument/2006/relationships/image" Target="../media/image-4-32.png"/><Relationship Id="rId33" Type="http://schemas.openxmlformats.org/officeDocument/2006/relationships/image" Target="../media/image-4-33.png"/><Relationship Id="rId34" Type="http://schemas.openxmlformats.org/officeDocument/2006/relationships/image" Target="../media/image-4-34.png"/><Relationship Id="rId35" Type="http://schemas.openxmlformats.org/officeDocument/2006/relationships/image" Target="../media/image-4-35.png"/><Relationship Id="rId36" Type="http://schemas.openxmlformats.org/officeDocument/2006/relationships/image" Target="../media/image-4-36.png"/><Relationship Id="rId37" Type="http://schemas.openxmlformats.org/officeDocument/2006/relationships/image" Target="../media/image-4-37.png"/><Relationship Id="rId38" Type="http://schemas.openxmlformats.org/officeDocument/2006/relationships/image" Target="../media/image-4-38.png"/><Relationship Id="rId39" Type="http://schemas.openxmlformats.org/officeDocument/2006/relationships/image" Target="../media/image-4-39.png"/><Relationship Id="rId40" Type="http://schemas.openxmlformats.org/officeDocument/2006/relationships/image" Target="../media/image-4-40.png"/><Relationship Id="rId41" Type="http://schemas.openxmlformats.org/officeDocument/2006/relationships/image" Target="../media/image-4-41.png"/><Relationship Id="rId42" Type="http://schemas.openxmlformats.org/officeDocument/2006/relationships/image" Target="../media/image-4-42.png"/><Relationship Id="rId43" Type="http://schemas.openxmlformats.org/officeDocument/2006/relationships/image" Target="../media/image-4-43.png"/><Relationship Id="rId44" Type="http://schemas.openxmlformats.org/officeDocument/2006/relationships/slideLayout" Target="../slideLayouts/slideLayout1.xml"/><Relationship Id="rId4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image" Target="../media/image-7-21.png"/><Relationship Id="rId22" Type="http://schemas.openxmlformats.org/officeDocument/2006/relationships/image" Target="../media/image-7-22.png"/><Relationship Id="rId23" Type="http://schemas.openxmlformats.org/officeDocument/2006/relationships/image" Target="../media/image-7-23.png"/><Relationship Id="rId24" Type="http://schemas.openxmlformats.org/officeDocument/2006/relationships/image" Target="../media/image-7-24.png"/><Relationship Id="rId25" Type="http://schemas.openxmlformats.org/officeDocument/2006/relationships/image" Target="../media/image-7-25.png"/><Relationship Id="rId26" Type="http://schemas.openxmlformats.org/officeDocument/2006/relationships/image" Target="../media/image-7-26.png"/><Relationship Id="rId27" Type="http://schemas.openxmlformats.org/officeDocument/2006/relationships/image" Target="../media/image-7-27.png"/><Relationship Id="rId28" Type="http://schemas.openxmlformats.org/officeDocument/2006/relationships/image" Target="../media/image-7-28.png"/><Relationship Id="rId29" Type="http://schemas.openxmlformats.org/officeDocument/2006/relationships/image" Target="../media/image-7-29.png"/><Relationship Id="rId30" Type="http://schemas.openxmlformats.org/officeDocument/2006/relationships/image" Target="../media/image-7-30.png"/><Relationship Id="rId31" Type="http://schemas.openxmlformats.org/officeDocument/2006/relationships/image" Target="../media/image-7-31.png"/><Relationship Id="rId32" Type="http://schemas.openxmlformats.org/officeDocument/2006/relationships/image" Target="../media/image-7-32.png"/><Relationship Id="rId33" Type="http://schemas.openxmlformats.org/officeDocument/2006/relationships/image" Target="../media/image-7-33.png"/><Relationship Id="rId34" Type="http://schemas.openxmlformats.org/officeDocument/2006/relationships/image" Target="../media/image-7-34.png"/><Relationship Id="rId35" Type="http://schemas.openxmlformats.org/officeDocument/2006/relationships/image" Target="../media/image-7-35.png"/><Relationship Id="rId36" Type="http://schemas.openxmlformats.org/officeDocument/2006/relationships/image" Target="../media/image-7-36.png"/><Relationship Id="rId37" Type="http://schemas.openxmlformats.org/officeDocument/2006/relationships/image" Target="../media/image-7-37.png"/><Relationship Id="rId38" Type="http://schemas.openxmlformats.org/officeDocument/2006/relationships/image" Target="../media/image-7-38.png"/><Relationship Id="rId39" Type="http://schemas.openxmlformats.org/officeDocument/2006/relationships/image" Target="../media/image-7-39.png"/><Relationship Id="rId40" Type="http://schemas.openxmlformats.org/officeDocument/2006/relationships/image" Target="../media/image-7-40.png"/><Relationship Id="rId41" Type="http://schemas.openxmlformats.org/officeDocument/2006/relationships/image" Target="../media/image-7-41.png"/><Relationship Id="rId42" Type="http://schemas.openxmlformats.org/officeDocument/2006/relationships/image" Target="../media/image-7-42.png"/><Relationship Id="rId43" Type="http://schemas.openxmlformats.org/officeDocument/2006/relationships/image" Target="../media/image-7-43.png"/><Relationship Id="rId44" Type="http://schemas.openxmlformats.org/officeDocument/2006/relationships/image" Target="../media/image-7-44.png"/><Relationship Id="rId45" Type="http://schemas.openxmlformats.org/officeDocument/2006/relationships/image" Target="../media/image-7-45.png"/><Relationship Id="rId46" Type="http://schemas.openxmlformats.org/officeDocument/2006/relationships/image" Target="../media/image-7-46.png"/><Relationship Id="rId47" Type="http://schemas.openxmlformats.org/officeDocument/2006/relationships/image" Target="../media/image-7-47.png"/><Relationship Id="rId48" Type="http://schemas.openxmlformats.org/officeDocument/2006/relationships/image" Target="../media/image-7-48.png"/><Relationship Id="rId49" Type="http://schemas.openxmlformats.org/officeDocument/2006/relationships/image" Target="../media/image-7-49.png"/><Relationship Id="rId50" Type="http://schemas.openxmlformats.org/officeDocument/2006/relationships/slideLayout" Target="../slideLayouts/slideLayout1.xml"/><Relationship Id="rId5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image" Target="../media/image-8-22.png"/><Relationship Id="rId23" Type="http://schemas.openxmlformats.org/officeDocument/2006/relationships/image" Target="../media/image-8-23.png"/><Relationship Id="rId24" Type="http://schemas.openxmlformats.org/officeDocument/2006/relationships/image" Target="../media/image-8-24.png"/><Relationship Id="rId25" Type="http://schemas.openxmlformats.org/officeDocument/2006/relationships/image" Target="../media/image-8-25.png"/><Relationship Id="rId26" Type="http://schemas.openxmlformats.org/officeDocument/2006/relationships/image" Target="../media/image-8-26.pn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image" Target="../media/image-9-20.png"/><Relationship Id="rId21" Type="http://schemas.openxmlformats.org/officeDocument/2006/relationships/image" Target="../media/image-9-21.png"/><Relationship Id="rId22" Type="http://schemas.openxmlformats.org/officeDocument/2006/relationships/image" Target="../media/image-9-22.png"/><Relationship Id="rId23" Type="http://schemas.openxmlformats.org/officeDocument/2006/relationships/image" Target="../media/image-9-23.png"/><Relationship Id="rId24" Type="http://schemas.openxmlformats.org/officeDocument/2006/relationships/image" Target="../media/image-9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067" y="596503"/>
            <a:ext cx="4620667" cy="5390257"/>
          </a:xfrm>
          <a:prstGeom prst="rect">
            <a:avLst/>
          </a:prstGeom>
        </p:spPr>
      </p:pic>
      <p:sp>
        <p:nvSpPr>
          <p:cNvPr id="4" name="SK-1-text-3"/>
          <p:cNvSpPr/>
          <p:nvPr/>
        </p:nvSpPr>
        <p:spPr>
          <a:xfrm>
            <a:off x="743694" y="1302990"/>
            <a:ext cx="9467850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第十五届「中国软件杯」大学生软件设计大赛 · A3赛题</a:t>
            </a:r>
            <a:endParaRPr lang="en-US" sz="1500" dirty="0"/>
          </a:p>
        </p:txBody>
      </p:sp>
      <p:sp>
        <p:nvSpPr>
          <p:cNvPr id="5" name="SK-1-text-4"/>
          <p:cNvSpPr/>
          <p:nvPr/>
        </p:nvSpPr>
        <p:spPr>
          <a:xfrm>
            <a:off x="475357" y="2043559"/>
            <a:ext cx="10715625" cy="10971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6750" b="1" dirty="0">
                <a:solidFill>
                  <a:srgbClr val="FFFFFF"/>
                </a:solidFill>
              </a:rPr>
              <a:t>LearnAgent</a:t>
            </a:r>
            <a:endParaRPr lang="en-US" sz="6750" dirty="0"/>
          </a:p>
        </p:txBody>
      </p:sp>
      <p:sp>
        <p:nvSpPr>
          <p:cNvPr id="6" name="SK-1-text-5"/>
          <p:cNvSpPr/>
          <p:nvPr/>
        </p:nvSpPr>
        <p:spPr>
          <a:xfrm>
            <a:off x="475357" y="3620988"/>
            <a:ext cx="11716643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基于大模型的个性化资源生成与学习多智能体系统</a:t>
            </a:r>
            <a:endParaRPr lang="en-US" sz="2250" dirty="0"/>
          </a:p>
        </p:txBody>
      </p:sp>
      <p:sp>
        <p:nvSpPr>
          <p:cNvPr id="7" name="SK-1-text-6"/>
          <p:cNvSpPr/>
          <p:nvPr/>
        </p:nvSpPr>
        <p:spPr>
          <a:xfrm>
            <a:off x="475357" y="4306788"/>
            <a:ext cx="939165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5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智能学习 · 八智能体协同 · 循证推理 · 全程个性化</a:t>
            </a:r>
            <a:endParaRPr lang="en-US" sz="1500" dirty="0"/>
          </a:p>
        </p:txBody>
      </p:sp>
      <p:sp>
        <p:nvSpPr>
          <p:cNvPr id="8" name="SK-1-text-7"/>
          <p:cNvSpPr/>
          <p:nvPr/>
        </p:nvSpPr>
        <p:spPr>
          <a:xfrm>
            <a:off x="475357" y="5897761"/>
            <a:ext cx="6900863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575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2026年6月 队伍编号: A3-01</a:t>
            </a:r>
            <a:endParaRPr lang="en-US" sz="15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263" y="922586"/>
            <a:ext cx="1341090" cy="47625"/>
          </a:xfrm>
          <a:prstGeom prst="rect">
            <a:avLst/>
          </a:prstGeom>
        </p:spPr>
      </p:pic>
      <p:pic>
        <p:nvPicPr>
          <p:cNvPr id="4" name="SK-2-img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059" y="1693813"/>
            <a:ext cx="5730180" cy="3538686"/>
          </a:xfrm>
          <a:prstGeom prst="rect">
            <a:avLst/>
          </a:prstGeom>
        </p:spPr>
      </p:pic>
      <p:pic>
        <p:nvPicPr>
          <p:cNvPr id="5" name="SK-2-img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2773" y="1817340"/>
            <a:ext cx="19050" cy="3291780"/>
          </a:xfrm>
          <a:prstGeom prst="rect">
            <a:avLst/>
          </a:prstGeom>
        </p:spPr>
      </p:pic>
      <p:pic>
        <p:nvPicPr>
          <p:cNvPr id="6" name="SK-2-img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3482" y="2064246"/>
            <a:ext cx="97482" cy="54769"/>
          </a:xfrm>
          <a:prstGeom prst="rect">
            <a:avLst/>
          </a:prstGeom>
        </p:spPr>
      </p:pic>
      <p:pic>
        <p:nvPicPr>
          <p:cNvPr id="7" name="SK-2-img-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3482" y="2976265"/>
            <a:ext cx="97482" cy="54769"/>
          </a:xfrm>
          <a:prstGeom prst="rect">
            <a:avLst/>
          </a:prstGeom>
        </p:spPr>
      </p:pic>
      <p:pic>
        <p:nvPicPr>
          <p:cNvPr id="8" name="SK-2-img-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3482" y="3888432"/>
            <a:ext cx="97482" cy="54769"/>
          </a:xfrm>
          <a:prstGeom prst="rect">
            <a:avLst/>
          </a:prstGeom>
        </p:spPr>
      </p:pic>
      <p:pic>
        <p:nvPicPr>
          <p:cNvPr id="9" name="SK-2-img-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3482" y="4800600"/>
            <a:ext cx="97482" cy="54769"/>
          </a:xfrm>
          <a:prstGeom prst="rect">
            <a:avLst/>
          </a:prstGeom>
        </p:spPr>
      </p:pic>
      <p:pic>
        <p:nvPicPr>
          <p:cNvPr id="10" name="SK-2-img-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1984" y="1693813"/>
            <a:ext cx="5510659" cy="795486"/>
          </a:xfrm>
          <a:prstGeom prst="rect">
            <a:avLst/>
          </a:prstGeom>
        </p:spPr>
      </p:pic>
      <p:pic>
        <p:nvPicPr>
          <p:cNvPr id="11" name="SK-2-img-1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22690" y="1865263"/>
            <a:ext cx="475357" cy="452586"/>
          </a:xfrm>
          <a:prstGeom prst="rect">
            <a:avLst/>
          </a:prstGeom>
        </p:spPr>
      </p:pic>
      <p:pic>
        <p:nvPicPr>
          <p:cNvPr id="12" name="SK-2-img-11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1984" y="2605980"/>
            <a:ext cx="5510659" cy="795486"/>
          </a:xfrm>
          <a:prstGeom prst="rect">
            <a:avLst/>
          </a:prstGeom>
        </p:spPr>
      </p:pic>
      <p:pic>
        <p:nvPicPr>
          <p:cNvPr id="13" name="SK-2-img-12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22690" y="2777430"/>
            <a:ext cx="475357" cy="452586"/>
          </a:xfrm>
          <a:prstGeom prst="rect">
            <a:avLst/>
          </a:prstGeom>
        </p:spPr>
      </p:pic>
      <p:pic>
        <p:nvPicPr>
          <p:cNvPr id="14" name="SK-2-img-13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51984" y="3518148"/>
            <a:ext cx="5510659" cy="795486"/>
          </a:xfrm>
          <a:prstGeom prst="rect">
            <a:avLst/>
          </a:prstGeom>
        </p:spPr>
      </p:pic>
      <p:pic>
        <p:nvPicPr>
          <p:cNvPr id="15" name="SK-2-img-14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22690" y="3689598"/>
            <a:ext cx="475357" cy="452586"/>
          </a:xfrm>
          <a:prstGeom prst="rect">
            <a:avLst/>
          </a:prstGeom>
        </p:spPr>
      </p:pic>
      <p:pic>
        <p:nvPicPr>
          <p:cNvPr id="16" name="SK-2-img-15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51984" y="4430167"/>
            <a:ext cx="5510659" cy="795486"/>
          </a:xfrm>
          <a:prstGeom prst="rect">
            <a:avLst/>
          </a:prstGeom>
        </p:spPr>
      </p:pic>
      <p:pic>
        <p:nvPicPr>
          <p:cNvPr id="17" name="SK-2-img-16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22690" y="4601617"/>
            <a:ext cx="475357" cy="452586"/>
          </a:xfrm>
          <a:prstGeom prst="rect">
            <a:avLst/>
          </a:prstGeom>
        </p:spPr>
      </p:pic>
      <p:pic>
        <p:nvPicPr>
          <p:cNvPr id="18" name="SK-2-img-17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6539805"/>
            <a:ext cx="12192000" cy="19050"/>
          </a:xfrm>
          <a:prstGeom prst="rect">
            <a:avLst/>
          </a:prstGeom>
        </p:spPr>
      </p:pic>
      <p:pic>
        <p:nvPicPr>
          <p:cNvPr id="19" name="SK-2-img-18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24800" y="0"/>
            <a:ext cx="4023271" cy="1782961"/>
          </a:xfrm>
          <a:prstGeom prst="rect">
            <a:avLst/>
          </a:prstGeom>
        </p:spPr>
      </p:pic>
      <p:pic>
        <p:nvPicPr>
          <p:cNvPr id="20" name="SK-2-img-19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94879" y="1947565"/>
            <a:ext cx="1024086" cy="987475"/>
          </a:xfrm>
          <a:prstGeom prst="rect">
            <a:avLst/>
          </a:prstGeom>
        </p:spPr>
      </p:pic>
      <p:sp>
        <p:nvSpPr>
          <p:cNvPr id="21" name="SK-2-text-20"/>
          <p:cNvSpPr/>
          <p:nvPr/>
        </p:nvSpPr>
        <p:spPr>
          <a:xfrm>
            <a:off x="304800" y="260598"/>
            <a:ext cx="9163050" cy="56911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项目定位与总体简介</a:t>
            </a:r>
            <a:endParaRPr lang="en-US" sz="3900" dirty="0"/>
          </a:p>
        </p:txBody>
      </p:sp>
      <p:sp>
        <p:nvSpPr>
          <p:cNvPr id="22" name="SK-2-text-21"/>
          <p:cNvSpPr/>
          <p:nvPr/>
        </p:nvSpPr>
        <p:spPr>
          <a:xfrm>
            <a:off x="304800" y="1241227"/>
            <a:ext cx="8486775" cy="2811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65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面向高等教育个性化学习的智能多智能体系统</a:t>
            </a:r>
            <a:endParaRPr lang="en-US" sz="1650" dirty="0"/>
          </a:p>
        </p:txBody>
      </p:sp>
      <p:sp>
        <p:nvSpPr>
          <p:cNvPr id="23" name="SK-2-text-22"/>
          <p:cNvSpPr/>
          <p:nvPr/>
        </p:nvSpPr>
        <p:spPr>
          <a:xfrm>
            <a:off x="694879" y="3072259"/>
            <a:ext cx="2428875" cy="3222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系统定位</a:t>
            </a:r>
            <a:endParaRPr lang="en-US" sz="2250" dirty="0"/>
          </a:p>
        </p:txBody>
      </p:sp>
      <p:sp>
        <p:nvSpPr>
          <p:cNvPr id="24" name="SK-2-text-23"/>
          <p:cNvSpPr/>
          <p:nvPr/>
        </p:nvSpPr>
        <p:spPr>
          <a:xfrm>
            <a:off x="682675" y="3586609"/>
            <a:ext cx="4937671" cy="5759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面向高等教育个性化学习场景，以脑卒中医学教育为示范领域</a:t>
            </a: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深度融合 RAG、多智能体协同推理、个性化画像与多模态影像识别</a:t>
            </a:r>
            <a:endParaRPr lang="en-US" sz="1350" dirty="0"/>
          </a:p>
        </p:txBody>
      </p:sp>
      <p:sp>
        <p:nvSpPr>
          <p:cNvPr id="25" name="SK-2-text-24"/>
          <p:cNvSpPr/>
          <p:nvPr/>
        </p:nvSpPr>
        <p:spPr>
          <a:xfrm>
            <a:off x="694879" y="4649688"/>
            <a:ext cx="779145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5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目标用户：高校学生 · 高校教师 · 医学教育</a:t>
            </a:r>
            <a:endParaRPr lang="en-US" sz="1500" dirty="0"/>
          </a:p>
        </p:txBody>
      </p:sp>
      <p:sp>
        <p:nvSpPr>
          <p:cNvPr id="26" name="SK-2-text-25"/>
          <p:cNvSpPr/>
          <p:nvPr/>
        </p:nvSpPr>
        <p:spPr>
          <a:xfrm>
            <a:off x="6534894" y="1975098"/>
            <a:ext cx="3523298" cy="2948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 证据先行</a:t>
            </a:r>
            <a:endParaRPr lang="en-US" sz="2025" dirty="0"/>
          </a:p>
        </p:txBody>
      </p:sp>
      <p:sp>
        <p:nvSpPr>
          <p:cNvPr id="27" name="SK-2-text-26"/>
          <p:cNvSpPr/>
          <p:nvPr/>
        </p:nvSpPr>
        <p:spPr>
          <a:xfrm>
            <a:off x="8534400" y="1995636"/>
            <a:ext cx="3657600" cy="2330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以权威知识与真实证据为起点，确保可信可靠</a:t>
            </a:r>
            <a:endParaRPr lang="en-US" sz="1200" dirty="0"/>
          </a:p>
        </p:txBody>
      </p:sp>
      <p:sp>
        <p:nvSpPr>
          <p:cNvPr id="28" name="SK-2-text-27"/>
          <p:cNvSpPr/>
          <p:nvPr/>
        </p:nvSpPr>
        <p:spPr>
          <a:xfrm>
            <a:off x="6559153" y="2873425"/>
            <a:ext cx="4037648" cy="2811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 过程可解释</a:t>
            </a:r>
            <a:endParaRPr lang="en-US" sz="2025" dirty="0"/>
          </a:p>
        </p:txBody>
      </p:sp>
      <p:sp>
        <p:nvSpPr>
          <p:cNvPr id="29" name="SK-2-text-28"/>
          <p:cNvSpPr/>
          <p:nvPr/>
        </p:nvSpPr>
        <p:spPr>
          <a:xfrm>
            <a:off x="8534400" y="2900809"/>
            <a:ext cx="3657600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推理路径清晰透明，支持过程追溯与说明</a:t>
            </a:r>
            <a:endParaRPr lang="en-US" sz="1200" dirty="0"/>
          </a:p>
        </p:txBody>
      </p:sp>
      <p:sp>
        <p:nvSpPr>
          <p:cNvPr id="30" name="SK-2-text-29"/>
          <p:cNvSpPr/>
          <p:nvPr/>
        </p:nvSpPr>
        <p:spPr>
          <a:xfrm>
            <a:off x="6571357" y="3792438"/>
            <a:ext cx="4037647" cy="27429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 结果可验证</a:t>
            </a:r>
            <a:endParaRPr lang="en-US" sz="2025" dirty="0"/>
          </a:p>
        </p:txBody>
      </p:sp>
      <p:sp>
        <p:nvSpPr>
          <p:cNvPr id="31" name="SK-2-text-30"/>
          <p:cNvSpPr/>
          <p:nvPr/>
        </p:nvSpPr>
        <p:spPr>
          <a:xfrm>
            <a:off x="8534400" y="3812977"/>
            <a:ext cx="3657600" cy="2330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结论可被多源验证，保障输出准确可信</a:t>
            </a:r>
            <a:endParaRPr lang="en-US" sz="1200" dirty="0"/>
          </a:p>
        </p:txBody>
      </p:sp>
      <p:sp>
        <p:nvSpPr>
          <p:cNvPr id="32" name="SK-2-text-31"/>
          <p:cNvSpPr/>
          <p:nvPr/>
        </p:nvSpPr>
        <p:spPr>
          <a:xfrm>
            <a:off x="6571357" y="4704457"/>
            <a:ext cx="4037647" cy="27429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 质量可管控</a:t>
            </a:r>
            <a:endParaRPr lang="en-US" sz="2025" dirty="0"/>
          </a:p>
        </p:txBody>
      </p:sp>
      <p:sp>
        <p:nvSpPr>
          <p:cNvPr id="33" name="SK-2-text-32"/>
          <p:cNvSpPr/>
          <p:nvPr/>
        </p:nvSpPr>
        <p:spPr>
          <a:xfrm>
            <a:off x="8534400" y="4731990"/>
            <a:ext cx="3657600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全流程监控与评估，持续优化与风险可控</a:t>
            </a:r>
            <a:endParaRPr lang="en-US" sz="1200" dirty="0"/>
          </a:p>
        </p:txBody>
      </p:sp>
      <p:sp>
        <p:nvSpPr>
          <p:cNvPr id="34" name="SK-2-text-33"/>
          <p:cNvSpPr/>
          <p:nvPr/>
        </p:nvSpPr>
        <p:spPr>
          <a:xfrm>
            <a:off x="1610916" y="5671542"/>
            <a:ext cx="9067354" cy="3359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意图智能分流 ➜ 多智能体协同推理 ➜ 自愈式反思校验 ➜ 个性化报告生成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3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3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765" y="1330375"/>
            <a:ext cx="1084957" cy="82153"/>
          </a:xfrm>
          <a:prstGeom prst="rect">
            <a:avLst/>
          </a:prstGeom>
        </p:spPr>
      </p:pic>
      <p:pic>
        <p:nvPicPr>
          <p:cNvPr id="4" name="SK-3-img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SK-3-img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188" y="2365921"/>
            <a:ext cx="11655475" cy="3572917"/>
          </a:xfrm>
          <a:prstGeom prst="rect">
            <a:avLst/>
          </a:prstGeom>
        </p:spPr>
      </p:pic>
      <p:pic>
        <p:nvPicPr>
          <p:cNvPr id="6" name="SK-3-img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6682" y="1659582"/>
            <a:ext cx="2243286" cy="1844725"/>
          </a:xfrm>
          <a:prstGeom prst="rect">
            <a:avLst/>
          </a:prstGeom>
        </p:spPr>
      </p:pic>
      <p:pic>
        <p:nvPicPr>
          <p:cNvPr id="7" name="SK-3-img-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5082" y="1659582"/>
            <a:ext cx="2243286" cy="1844725"/>
          </a:xfrm>
          <a:prstGeom prst="rect">
            <a:avLst/>
          </a:prstGeom>
        </p:spPr>
      </p:pic>
      <p:pic>
        <p:nvPicPr>
          <p:cNvPr id="8" name="SK-3-img-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3482" y="1659582"/>
            <a:ext cx="2243286" cy="1844725"/>
          </a:xfrm>
          <a:prstGeom prst="rect">
            <a:avLst/>
          </a:prstGeom>
        </p:spPr>
      </p:pic>
      <p:pic>
        <p:nvPicPr>
          <p:cNvPr id="9" name="SK-3-img-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31882" y="1659582"/>
            <a:ext cx="2243286" cy="1844725"/>
          </a:xfrm>
          <a:prstGeom prst="rect">
            <a:avLst/>
          </a:prstGeom>
        </p:spPr>
      </p:pic>
      <p:pic>
        <p:nvPicPr>
          <p:cNvPr id="10" name="SK-3-img-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16682" y="3662065"/>
            <a:ext cx="2243286" cy="1851571"/>
          </a:xfrm>
          <a:prstGeom prst="rect">
            <a:avLst/>
          </a:prstGeom>
        </p:spPr>
      </p:pic>
      <p:pic>
        <p:nvPicPr>
          <p:cNvPr id="11" name="SK-3-img-1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55082" y="3662065"/>
            <a:ext cx="2243286" cy="1851571"/>
          </a:xfrm>
          <a:prstGeom prst="rect">
            <a:avLst/>
          </a:prstGeom>
        </p:spPr>
      </p:pic>
      <p:pic>
        <p:nvPicPr>
          <p:cNvPr id="12" name="SK-3-img-11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93482" y="3662065"/>
            <a:ext cx="2243286" cy="1851571"/>
          </a:xfrm>
          <a:prstGeom prst="rect">
            <a:avLst/>
          </a:prstGeom>
        </p:spPr>
      </p:pic>
      <p:pic>
        <p:nvPicPr>
          <p:cNvPr id="13" name="SK-3-img-12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31882" y="3662065"/>
            <a:ext cx="2243286" cy="1851571"/>
          </a:xfrm>
          <a:prstGeom prst="rect">
            <a:avLst/>
          </a:prstGeom>
        </p:spPr>
      </p:pic>
      <p:pic>
        <p:nvPicPr>
          <p:cNvPr id="14" name="SK-3-img-13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07388" y="3895279"/>
            <a:ext cx="1194792" cy="740569"/>
          </a:xfrm>
          <a:prstGeom prst="rect">
            <a:avLst/>
          </a:prstGeom>
        </p:spPr>
      </p:pic>
      <p:pic>
        <p:nvPicPr>
          <p:cNvPr id="15" name="SK-3-img-14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66471" y="3861048"/>
            <a:ext cx="1072753" cy="740569"/>
          </a:xfrm>
          <a:prstGeom prst="rect">
            <a:avLst/>
          </a:prstGeom>
        </p:spPr>
      </p:pic>
      <p:pic>
        <p:nvPicPr>
          <p:cNvPr id="16" name="SK-3-img-15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28071" y="3826669"/>
            <a:ext cx="1097161" cy="816025"/>
          </a:xfrm>
          <a:prstGeom prst="rect">
            <a:avLst/>
          </a:prstGeom>
        </p:spPr>
      </p:pic>
      <p:pic>
        <p:nvPicPr>
          <p:cNvPr id="17" name="SK-3-img-16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26282" y="3758059"/>
            <a:ext cx="963067" cy="877788"/>
          </a:xfrm>
          <a:prstGeom prst="rect">
            <a:avLst/>
          </a:prstGeom>
        </p:spPr>
      </p:pic>
      <p:pic>
        <p:nvPicPr>
          <p:cNvPr id="18" name="SK-3-img-17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17075" y="1803648"/>
            <a:ext cx="877788" cy="829717"/>
          </a:xfrm>
          <a:prstGeom prst="rect">
            <a:avLst/>
          </a:prstGeom>
        </p:spPr>
      </p:pic>
      <p:pic>
        <p:nvPicPr>
          <p:cNvPr id="19" name="SK-3-img-18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39694" y="1803648"/>
            <a:ext cx="902196" cy="829717"/>
          </a:xfrm>
          <a:prstGeom prst="rect">
            <a:avLst/>
          </a:prstGeom>
        </p:spPr>
      </p:pic>
      <p:pic>
        <p:nvPicPr>
          <p:cNvPr id="20" name="SK-3-img-19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25553" y="1803648"/>
            <a:ext cx="877788" cy="829717"/>
          </a:xfrm>
          <a:prstGeom prst="rect">
            <a:avLst/>
          </a:prstGeom>
        </p:spPr>
      </p:pic>
      <p:pic>
        <p:nvPicPr>
          <p:cNvPr id="21" name="SK-3-img-20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999357" y="1831032"/>
            <a:ext cx="816769" cy="788640"/>
          </a:xfrm>
          <a:prstGeom prst="rect">
            <a:avLst/>
          </a:prstGeom>
        </p:spPr>
      </p:pic>
      <p:sp>
        <p:nvSpPr>
          <p:cNvPr id="22" name="SK-3-text-21"/>
          <p:cNvSpPr/>
          <p:nvPr/>
        </p:nvSpPr>
        <p:spPr>
          <a:xfrm>
            <a:off x="475357" y="281136"/>
            <a:ext cx="6915150" cy="46627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八大核心功能模块</a:t>
            </a:r>
            <a:endParaRPr lang="en-US" sz="3300" dirty="0"/>
          </a:p>
        </p:txBody>
      </p:sp>
      <p:sp>
        <p:nvSpPr>
          <p:cNvPr id="23" name="SK-3-text-22"/>
          <p:cNvSpPr/>
          <p:nvPr/>
        </p:nvSpPr>
        <p:spPr>
          <a:xfrm>
            <a:off x="487561" y="816025"/>
            <a:ext cx="4286250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构建学习闭环</a:t>
            </a:r>
            <a:endParaRPr lang="en-US" sz="2700" dirty="0"/>
          </a:p>
        </p:txBody>
      </p:sp>
      <p:sp>
        <p:nvSpPr>
          <p:cNvPr id="24" name="SK-3-text-23"/>
          <p:cNvSpPr/>
          <p:nvPr/>
        </p:nvSpPr>
        <p:spPr>
          <a:xfrm>
            <a:off x="10121503" y="390823"/>
            <a:ext cx="1704529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buNone/>
            </a:pPr>
            <a:r>
              <a:rPr lang="en-US" sz="1500" dirty="0">
                <a:solidFill>
                  <a:srgbClr val="A0A0A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完整个性化学习生态</a:t>
            </a:r>
            <a:endParaRPr lang="en-US" sz="1500" dirty="0"/>
          </a:p>
        </p:txBody>
      </p:sp>
      <p:sp>
        <p:nvSpPr>
          <p:cNvPr id="25" name="SK-3-text-24"/>
          <p:cNvSpPr/>
          <p:nvPr/>
        </p:nvSpPr>
        <p:spPr>
          <a:xfrm>
            <a:off x="1537543" y="2756892"/>
            <a:ext cx="1764953" cy="2811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对话式画像构建</a:t>
            </a:r>
            <a:endParaRPr lang="en-US" sz="1875" dirty="0"/>
          </a:p>
        </p:txBody>
      </p:sp>
      <p:sp>
        <p:nvSpPr>
          <p:cNvPr id="26" name="SK-3-text-25"/>
          <p:cNvSpPr/>
          <p:nvPr/>
        </p:nvSpPr>
        <p:spPr>
          <a:xfrm>
            <a:off x="1768971" y="3140869"/>
            <a:ext cx="1277838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0A0A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8维度动态画像</a:t>
            </a:r>
            <a:endParaRPr lang="en-US" sz="1500" dirty="0"/>
          </a:p>
        </p:txBody>
      </p:sp>
      <p:sp>
        <p:nvSpPr>
          <p:cNvPr id="27" name="SK-3-text-26"/>
          <p:cNvSpPr/>
          <p:nvPr/>
        </p:nvSpPr>
        <p:spPr>
          <a:xfrm>
            <a:off x="3902869" y="2756892"/>
            <a:ext cx="1947863" cy="27429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多智能体资源生成</a:t>
            </a:r>
            <a:endParaRPr lang="en-US" sz="1875" dirty="0"/>
          </a:p>
        </p:txBody>
      </p:sp>
      <p:sp>
        <p:nvSpPr>
          <p:cNvPr id="28" name="SK-3-text-27"/>
          <p:cNvSpPr/>
          <p:nvPr/>
        </p:nvSpPr>
        <p:spPr>
          <a:xfrm>
            <a:off x="4317057" y="3140869"/>
            <a:ext cx="1107132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0A0A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7类学习资源</a:t>
            </a:r>
            <a:endParaRPr lang="en-US" sz="1500" dirty="0"/>
          </a:p>
        </p:txBody>
      </p:sp>
      <p:sp>
        <p:nvSpPr>
          <p:cNvPr id="29" name="SK-3-text-28"/>
          <p:cNvSpPr/>
          <p:nvPr/>
        </p:nvSpPr>
        <p:spPr>
          <a:xfrm>
            <a:off x="6536234" y="2756892"/>
            <a:ext cx="1508820" cy="27429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智能辅导问答</a:t>
            </a:r>
            <a:endParaRPr lang="en-US" sz="1875" dirty="0"/>
          </a:p>
        </p:txBody>
      </p:sp>
      <p:sp>
        <p:nvSpPr>
          <p:cNvPr id="30" name="SK-3-text-29"/>
          <p:cNvSpPr/>
          <p:nvPr/>
        </p:nvSpPr>
        <p:spPr>
          <a:xfrm>
            <a:off x="6426250" y="3140869"/>
            <a:ext cx="1716732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0A0A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多轮对话 · 思维可视</a:t>
            </a:r>
            <a:endParaRPr lang="en-US" sz="1500" dirty="0"/>
          </a:p>
        </p:txBody>
      </p:sp>
      <p:sp>
        <p:nvSpPr>
          <p:cNvPr id="31" name="SK-3-text-30"/>
          <p:cNvSpPr/>
          <p:nvPr/>
        </p:nvSpPr>
        <p:spPr>
          <a:xfrm>
            <a:off x="8791724" y="2756892"/>
            <a:ext cx="1801416" cy="27429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个性化路径规划</a:t>
            </a:r>
            <a:endParaRPr lang="en-US" sz="1875" dirty="0"/>
          </a:p>
        </p:txBody>
      </p:sp>
      <p:sp>
        <p:nvSpPr>
          <p:cNvPr id="32" name="SK-3-text-31"/>
          <p:cNvSpPr/>
          <p:nvPr/>
        </p:nvSpPr>
        <p:spPr>
          <a:xfrm>
            <a:off x="8889057" y="3140869"/>
            <a:ext cx="161925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0A0A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5-15步自适应路径</a:t>
            </a:r>
            <a:endParaRPr lang="en-US" sz="1500" dirty="0"/>
          </a:p>
        </p:txBody>
      </p:sp>
      <p:sp>
        <p:nvSpPr>
          <p:cNvPr id="33" name="SK-3-text-32"/>
          <p:cNvSpPr/>
          <p:nvPr/>
        </p:nvSpPr>
        <p:spPr>
          <a:xfrm>
            <a:off x="1635026" y="4752529"/>
            <a:ext cx="1569839" cy="2674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学习效果评估</a:t>
            </a:r>
            <a:endParaRPr lang="en-US" sz="1875" dirty="0"/>
          </a:p>
        </p:txBody>
      </p:sp>
      <p:sp>
        <p:nvSpPr>
          <p:cNvPr id="34" name="SK-3-text-33"/>
          <p:cNvSpPr/>
          <p:nvPr/>
        </p:nvSpPr>
        <p:spPr>
          <a:xfrm>
            <a:off x="1756767" y="5122813"/>
            <a:ext cx="131445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0A0A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5维度量化评估</a:t>
            </a:r>
            <a:endParaRPr lang="en-US" sz="1500" dirty="0"/>
          </a:p>
        </p:txBody>
      </p:sp>
      <p:sp>
        <p:nvSpPr>
          <p:cNvPr id="35" name="SK-3-text-34"/>
          <p:cNvSpPr/>
          <p:nvPr/>
        </p:nvSpPr>
        <p:spPr>
          <a:xfrm>
            <a:off x="3939332" y="4752529"/>
            <a:ext cx="1813620" cy="2674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多模态影像识别</a:t>
            </a:r>
            <a:endParaRPr lang="en-US" sz="1875" dirty="0"/>
          </a:p>
        </p:txBody>
      </p:sp>
      <p:sp>
        <p:nvSpPr>
          <p:cNvPr id="36" name="SK-3-text-35"/>
          <p:cNvSpPr/>
          <p:nvPr/>
        </p:nvSpPr>
        <p:spPr>
          <a:xfrm>
            <a:off x="3890367" y="5129659"/>
            <a:ext cx="1936105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0A0A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qwen-vl-max视觉分析</a:t>
            </a:r>
            <a:endParaRPr lang="en-US" sz="1500" dirty="0"/>
          </a:p>
        </p:txBody>
      </p:sp>
      <p:sp>
        <p:nvSpPr>
          <p:cNvPr id="37" name="SK-3-text-36"/>
          <p:cNvSpPr/>
          <p:nvPr/>
        </p:nvSpPr>
        <p:spPr>
          <a:xfrm>
            <a:off x="6329065" y="4759375"/>
            <a:ext cx="1947863" cy="26059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PubMed循证检索</a:t>
            </a:r>
            <a:endParaRPr lang="en-US" sz="1875" dirty="0"/>
          </a:p>
        </p:txBody>
      </p:sp>
      <p:sp>
        <p:nvSpPr>
          <p:cNvPr id="38" name="SK-3-text-37"/>
          <p:cNvSpPr/>
          <p:nvPr/>
        </p:nvSpPr>
        <p:spPr>
          <a:xfrm>
            <a:off x="6523732" y="5122813"/>
            <a:ext cx="1521619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0A0A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8级证据等级排序</a:t>
            </a:r>
            <a:endParaRPr lang="en-US" sz="1500" dirty="0"/>
          </a:p>
        </p:txBody>
      </p:sp>
      <p:sp>
        <p:nvSpPr>
          <p:cNvPr id="39" name="SK-3-text-38"/>
          <p:cNvSpPr/>
          <p:nvPr/>
        </p:nvSpPr>
        <p:spPr>
          <a:xfrm>
            <a:off x="8913763" y="4752529"/>
            <a:ext cx="1569839" cy="2674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代码辅助开发</a:t>
            </a:r>
            <a:endParaRPr lang="en-US" sz="1875" dirty="0"/>
          </a:p>
        </p:txBody>
      </p:sp>
      <p:sp>
        <p:nvSpPr>
          <p:cNvPr id="40" name="SK-3-text-39"/>
          <p:cNvSpPr/>
          <p:nvPr/>
        </p:nvSpPr>
        <p:spPr>
          <a:xfrm>
            <a:off x="8803630" y="5122813"/>
            <a:ext cx="1814215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0A0A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沙箱执行 · 错误诊断</a:t>
            </a:r>
            <a:endParaRPr lang="en-US" sz="1500" dirty="0"/>
          </a:p>
        </p:txBody>
      </p:sp>
      <p:sp>
        <p:nvSpPr>
          <p:cNvPr id="41" name="SK-3-text-40"/>
          <p:cNvSpPr/>
          <p:nvPr/>
        </p:nvSpPr>
        <p:spPr>
          <a:xfrm>
            <a:off x="2256830" y="6192738"/>
            <a:ext cx="7921823" cy="26059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875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画像 → 资源 → 辅导 → 路径 → 评估 → 多模态 → 循证 → 代码 → 画像更新</a:t>
            </a:r>
            <a:endParaRPr lang="en-US" sz="18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4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4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380" y="0"/>
            <a:ext cx="2194471" cy="960090"/>
          </a:xfrm>
          <a:prstGeom prst="rect">
            <a:avLst/>
          </a:prstGeom>
        </p:spPr>
      </p:pic>
      <p:pic>
        <p:nvPicPr>
          <p:cNvPr id="4" name="SK-4-img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624036"/>
            <a:ext cx="1097161" cy="89148"/>
          </a:xfrm>
          <a:prstGeom prst="rect">
            <a:avLst/>
          </a:prstGeom>
        </p:spPr>
      </p:pic>
      <p:pic>
        <p:nvPicPr>
          <p:cNvPr id="5" name="SK-4-img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780" y="1049238"/>
            <a:ext cx="5059561" cy="5417790"/>
          </a:xfrm>
          <a:prstGeom prst="rect">
            <a:avLst/>
          </a:prstGeom>
        </p:spPr>
      </p:pic>
      <p:pic>
        <p:nvPicPr>
          <p:cNvPr id="6" name="SK-4-img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6792" y="1049238"/>
            <a:ext cx="6034980" cy="5417790"/>
          </a:xfrm>
          <a:prstGeom prst="rect">
            <a:avLst/>
          </a:prstGeom>
        </p:spPr>
      </p:pic>
      <p:pic>
        <p:nvPicPr>
          <p:cNvPr id="7" name="SK-4-img-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0304" y="1049238"/>
            <a:ext cx="9525" cy="5417790"/>
          </a:xfrm>
          <a:prstGeom prst="rect">
            <a:avLst/>
          </a:prstGeom>
        </p:spPr>
      </p:pic>
      <p:pic>
        <p:nvPicPr>
          <p:cNvPr id="8" name="SK-4-img-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3177" y="3463230"/>
            <a:ext cx="243780" cy="253603"/>
          </a:xfrm>
          <a:prstGeom prst="rect">
            <a:avLst/>
          </a:prstGeom>
        </p:spPr>
      </p:pic>
      <p:pic>
        <p:nvPicPr>
          <p:cNvPr id="9" name="SK-4-img-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4486" y="1261765"/>
            <a:ext cx="963067" cy="356592"/>
          </a:xfrm>
          <a:prstGeom prst="rect">
            <a:avLst/>
          </a:prstGeom>
        </p:spPr>
      </p:pic>
      <p:pic>
        <p:nvPicPr>
          <p:cNvPr id="10" name="SK-4-img-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08055" y="1261765"/>
            <a:ext cx="963067" cy="356592"/>
          </a:xfrm>
          <a:prstGeom prst="rect">
            <a:avLst/>
          </a:prstGeom>
        </p:spPr>
      </p:pic>
      <p:pic>
        <p:nvPicPr>
          <p:cNvPr id="11" name="SK-4-img-1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71592" y="2530525"/>
            <a:ext cx="146298" cy="164455"/>
          </a:xfrm>
          <a:prstGeom prst="rect">
            <a:avLst/>
          </a:prstGeom>
        </p:spPr>
      </p:pic>
      <p:pic>
        <p:nvPicPr>
          <p:cNvPr id="12" name="SK-4-img-11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71592" y="4149030"/>
            <a:ext cx="146298" cy="164455"/>
          </a:xfrm>
          <a:prstGeom prst="rect">
            <a:avLst/>
          </a:prstGeom>
        </p:spPr>
      </p:pic>
      <p:pic>
        <p:nvPicPr>
          <p:cNvPr id="13" name="SK-4-img-12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66557" y="2825353"/>
            <a:ext cx="633859" cy="1076623"/>
          </a:xfrm>
          <a:prstGeom prst="rect">
            <a:avLst/>
          </a:prstGeom>
        </p:spPr>
      </p:pic>
      <p:pic>
        <p:nvPicPr>
          <p:cNvPr id="14" name="SK-4-img-13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22455" y="2825353"/>
            <a:ext cx="633859" cy="1076623"/>
          </a:xfrm>
          <a:prstGeom prst="rect">
            <a:avLst/>
          </a:prstGeom>
        </p:spPr>
      </p:pic>
      <p:pic>
        <p:nvPicPr>
          <p:cNvPr id="15" name="SK-4-img-14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78353" y="2825353"/>
            <a:ext cx="633859" cy="1076623"/>
          </a:xfrm>
          <a:prstGeom prst="rect">
            <a:avLst/>
          </a:prstGeom>
        </p:spPr>
      </p:pic>
      <p:pic>
        <p:nvPicPr>
          <p:cNvPr id="16" name="SK-4-img-15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34400" y="2825353"/>
            <a:ext cx="633859" cy="1076623"/>
          </a:xfrm>
          <a:prstGeom prst="rect">
            <a:avLst/>
          </a:prstGeom>
        </p:spPr>
      </p:pic>
      <p:pic>
        <p:nvPicPr>
          <p:cNvPr id="17" name="SK-4-img-16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90298" y="2825353"/>
            <a:ext cx="633859" cy="1076623"/>
          </a:xfrm>
          <a:prstGeom prst="rect">
            <a:avLst/>
          </a:prstGeom>
        </p:spPr>
      </p:pic>
      <p:pic>
        <p:nvPicPr>
          <p:cNvPr id="18" name="SK-4-img-17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046196" y="2825353"/>
            <a:ext cx="633859" cy="1076623"/>
          </a:xfrm>
          <a:prstGeom prst="rect">
            <a:avLst/>
          </a:prstGeom>
        </p:spPr>
      </p:pic>
      <p:pic>
        <p:nvPicPr>
          <p:cNvPr id="19" name="SK-4-img-18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802094" y="2825353"/>
            <a:ext cx="633859" cy="1076623"/>
          </a:xfrm>
          <a:prstGeom prst="rect">
            <a:avLst/>
          </a:prstGeom>
        </p:spPr>
      </p:pic>
      <p:pic>
        <p:nvPicPr>
          <p:cNvPr id="20" name="SK-4-img-19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96000" y="4478238"/>
            <a:ext cx="1133773" cy="514350"/>
          </a:xfrm>
          <a:prstGeom prst="rect">
            <a:avLst/>
          </a:prstGeom>
        </p:spPr>
      </p:pic>
      <p:pic>
        <p:nvPicPr>
          <p:cNvPr id="21" name="SK-4-img-20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632055" y="4478238"/>
            <a:ext cx="1133773" cy="514350"/>
          </a:xfrm>
          <a:prstGeom prst="rect">
            <a:avLst/>
          </a:prstGeom>
        </p:spPr>
      </p:pic>
      <p:pic>
        <p:nvPicPr>
          <p:cNvPr id="22" name="SK-4-img-21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168259" y="4478238"/>
            <a:ext cx="1133773" cy="514350"/>
          </a:xfrm>
          <a:prstGeom prst="rect">
            <a:avLst/>
          </a:prstGeom>
        </p:spPr>
      </p:pic>
      <p:pic>
        <p:nvPicPr>
          <p:cNvPr id="23" name="SK-4-img-22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704463" y="4478238"/>
            <a:ext cx="1133773" cy="514350"/>
          </a:xfrm>
          <a:prstGeom prst="rect">
            <a:avLst/>
          </a:prstGeom>
        </p:spPr>
      </p:pic>
      <p:pic>
        <p:nvPicPr>
          <p:cNvPr id="24" name="SK-4-img-23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802761" y="5006280"/>
            <a:ext cx="2925961" cy="342900"/>
          </a:xfrm>
          <a:prstGeom prst="rect">
            <a:avLst/>
          </a:prstGeom>
        </p:spPr>
      </p:pic>
      <p:pic>
        <p:nvPicPr>
          <p:cNvPr id="25" name="SK-4-img-24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438573" y="5877223"/>
            <a:ext cx="2743200" cy="418207"/>
          </a:xfrm>
          <a:prstGeom prst="rect">
            <a:avLst/>
          </a:prstGeom>
        </p:spPr>
      </p:pic>
      <p:pic>
        <p:nvPicPr>
          <p:cNvPr id="26" name="SK-4-img-25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12855" y="5877223"/>
            <a:ext cx="1426369" cy="418207"/>
          </a:xfrm>
          <a:prstGeom prst="rect">
            <a:avLst/>
          </a:prstGeom>
        </p:spPr>
      </p:pic>
      <p:pic>
        <p:nvPicPr>
          <p:cNvPr id="27" name="SK-4-img-26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095357" y="5877223"/>
            <a:ext cx="1426369" cy="418207"/>
          </a:xfrm>
          <a:prstGeom prst="rect">
            <a:avLst/>
          </a:prstGeom>
        </p:spPr>
      </p:pic>
      <p:pic>
        <p:nvPicPr>
          <p:cNvPr id="28" name="SK-4-img-27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765655" y="5877223"/>
            <a:ext cx="1426369" cy="418207"/>
          </a:xfrm>
          <a:prstGeom prst="rect">
            <a:avLst/>
          </a:prstGeom>
        </p:spPr>
      </p:pic>
      <p:pic>
        <p:nvPicPr>
          <p:cNvPr id="29" name="SK-4-img-28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0" y="6649492"/>
            <a:ext cx="12192000" cy="19050"/>
          </a:xfrm>
          <a:prstGeom prst="rect">
            <a:avLst/>
          </a:prstGeom>
        </p:spPr>
      </p:pic>
      <p:pic>
        <p:nvPicPr>
          <p:cNvPr id="30" name="SK-4-img-29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131475" y="5980063"/>
            <a:ext cx="255984" cy="233065"/>
          </a:xfrm>
          <a:prstGeom prst="rect">
            <a:avLst/>
          </a:prstGeom>
        </p:spPr>
      </p:pic>
      <p:pic>
        <p:nvPicPr>
          <p:cNvPr id="31" name="SK-4-img-30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290471" y="5980063"/>
            <a:ext cx="219373" cy="233065"/>
          </a:xfrm>
          <a:prstGeom prst="rect">
            <a:avLst/>
          </a:prstGeom>
        </p:spPr>
      </p:pic>
      <p:pic>
        <p:nvPicPr>
          <p:cNvPr id="32" name="SK-4-img-31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583561" y="5980063"/>
            <a:ext cx="207169" cy="233065"/>
          </a:xfrm>
          <a:prstGeom prst="rect">
            <a:avLst/>
          </a:prstGeom>
        </p:spPr>
      </p:pic>
      <p:pic>
        <p:nvPicPr>
          <p:cNvPr id="33" name="SK-4-img-32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326588" y="4649688"/>
            <a:ext cx="268188" cy="178296"/>
          </a:xfrm>
          <a:prstGeom prst="rect">
            <a:avLst/>
          </a:prstGeom>
        </p:spPr>
      </p:pic>
      <p:pic>
        <p:nvPicPr>
          <p:cNvPr id="34" name="SK-4-img-33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765977" y="4649688"/>
            <a:ext cx="292596" cy="178296"/>
          </a:xfrm>
          <a:prstGeom prst="rect">
            <a:avLst/>
          </a:prstGeom>
        </p:spPr>
      </p:pic>
      <p:pic>
        <p:nvPicPr>
          <p:cNvPr id="35" name="SK-4-img-34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229773" y="4649688"/>
            <a:ext cx="280392" cy="178296"/>
          </a:xfrm>
          <a:prstGeom prst="rect">
            <a:avLst/>
          </a:prstGeom>
        </p:spPr>
      </p:pic>
      <p:pic>
        <p:nvPicPr>
          <p:cNvPr id="36" name="SK-4-img-35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1192173" y="3003798"/>
            <a:ext cx="402282" cy="425053"/>
          </a:xfrm>
          <a:prstGeom prst="rect">
            <a:avLst/>
          </a:prstGeom>
        </p:spPr>
      </p:pic>
      <p:pic>
        <p:nvPicPr>
          <p:cNvPr id="37" name="SK-4-img-36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0363200" y="3031182"/>
            <a:ext cx="438894" cy="383977"/>
          </a:xfrm>
          <a:prstGeom prst="rect">
            <a:avLst/>
          </a:prstGeom>
        </p:spPr>
      </p:pic>
      <p:pic>
        <p:nvPicPr>
          <p:cNvPr id="38" name="SK-4-img-37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558486" y="3017490"/>
            <a:ext cx="390079" cy="411361"/>
          </a:xfrm>
          <a:prstGeom prst="rect">
            <a:avLst/>
          </a:prstGeom>
        </p:spPr>
      </p:pic>
      <p:pic>
        <p:nvPicPr>
          <p:cNvPr id="39" name="SK-4-img-38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729365" y="3017490"/>
            <a:ext cx="402282" cy="411361"/>
          </a:xfrm>
          <a:prstGeom prst="rect">
            <a:avLst/>
          </a:prstGeom>
        </p:spPr>
      </p:pic>
      <p:pic>
        <p:nvPicPr>
          <p:cNvPr id="40" name="SK-4-img-39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936855" y="3017490"/>
            <a:ext cx="414486" cy="411361"/>
          </a:xfrm>
          <a:prstGeom prst="rect">
            <a:avLst/>
          </a:prstGeom>
        </p:spPr>
      </p:pic>
      <p:pic>
        <p:nvPicPr>
          <p:cNvPr id="41" name="SK-4-img-40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071271" y="3017490"/>
            <a:ext cx="438894" cy="411361"/>
          </a:xfrm>
          <a:prstGeom prst="rect">
            <a:avLst/>
          </a:prstGeom>
        </p:spPr>
      </p:pic>
      <p:pic>
        <p:nvPicPr>
          <p:cNvPr id="42" name="SK-4-img-41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303169" y="3017490"/>
            <a:ext cx="353467" cy="411361"/>
          </a:xfrm>
          <a:prstGeom prst="rect">
            <a:avLst/>
          </a:prstGeom>
        </p:spPr>
      </p:pic>
      <p:pic>
        <p:nvPicPr>
          <p:cNvPr id="43" name="SK-4-img-42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597075" y="5973217"/>
            <a:ext cx="255984" cy="239911"/>
          </a:xfrm>
          <a:prstGeom prst="rect">
            <a:avLst/>
          </a:prstGeom>
        </p:spPr>
      </p:pic>
      <p:pic>
        <p:nvPicPr>
          <p:cNvPr id="44" name="SK-4-img-43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09600" y="2400300"/>
            <a:ext cx="4449961" cy="3387775"/>
          </a:xfrm>
          <a:prstGeom prst="rect">
            <a:avLst/>
          </a:prstGeom>
        </p:spPr>
      </p:pic>
      <p:sp>
        <p:nvSpPr>
          <p:cNvPr id="45" name="SK-4-text-44"/>
          <p:cNvSpPr/>
          <p:nvPr/>
        </p:nvSpPr>
        <p:spPr>
          <a:xfrm>
            <a:off x="268188" y="185142"/>
            <a:ext cx="11144250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对话式画像构建与多智能体资源生成</a:t>
            </a:r>
            <a:endParaRPr lang="en-US" sz="2700" dirty="0"/>
          </a:p>
        </p:txBody>
      </p:sp>
      <p:sp>
        <p:nvSpPr>
          <p:cNvPr id="46" name="SK-4-text-45"/>
          <p:cNvSpPr/>
          <p:nvPr/>
        </p:nvSpPr>
        <p:spPr>
          <a:xfrm>
            <a:off x="280392" y="747415"/>
            <a:ext cx="8705850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500" dirty="0">
                <a:solidFill>
                  <a:srgbClr val="CCCCC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8维度动态画像 · 8智能体协同 · 7类学习资源</a:t>
            </a:r>
            <a:endParaRPr lang="en-US" sz="1500" dirty="0"/>
          </a:p>
        </p:txBody>
      </p:sp>
      <p:sp>
        <p:nvSpPr>
          <p:cNvPr id="47" name="SK-4-text-46"/>
          <p:cNvSpPr/>
          <p:nvPr/>
        </p:nvSpPr>
        <p:spPr>
          <a:xfrm>
            <a:off x="633859" y="1344067"/>
            <a:ext cx="123825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模块一</a:t>
            </a:r>
            <a:endParaRPr lang="en-US" sz="1500" dirty="0"/>
          </a:p>
        </p:txBody>
      </p:sp>
      <p:sp>
        <p:nvSpPr>
          <p:cNvPr id="48" name="SK-4-text-47"/>
          <p:cNvSpPr/>
          <p:nvPr/>
        </p:nvSpPr>
        <p:spPr>
          <a:xfrm>
            <a:off x="1658094" y="1686967"/>
            <a:ext cx="4581525" cy="28798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对话式动态画像构建</a:t>
            </a:r>
            <a:endParaRPr lang="en-US" sz="1950" dirty="0"/>
          </a:p>
        </p:txBody>
      </p:sp>
      <p:sp>
        <p:nvSpPr>
          <p:cNvPr id="49" name="SK-4-text-48"/>
          <p:cNvSpPr/>
          <p:nvPr/>
        </p:nvSpPr>
        <p:spPr>
          <a:xfrm>
            <a:off x="1572667" y="2064246"/>
            <a:ext cx="489204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自然语言对话自动抽取 · 随学随新</a:t>
            </a:r>
            <a:endParaRPr lang="en-US" sz="1200" dirty="0"/>
          </a:p>
        </p:txBody>
      </p:sp>
      <p:sp>
        <p:nvSpPr>
          <p:cNvPr id="50" name="SK-4-text-49"/>
          <p:cNvSpPr/>
          <p:nvPr/>
        </p:nvSpPr>
        <p:spPr>
          <a:xfrm>
            <a:off x="1889671" y="6000750"/>
            <a:ext cx="446532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超额完成赛题要求 (6→8维度)</a:t>
            </a:r>
            <a:endParaRPr lang="en-US" sz="1200" dirty="0"/>
          </a:p>
        </p:txBody>
      </p:sp>
      <p:sp>
        <p:nvSpPr>
          <p:cNvPr id="51" name="SK-4-text-50"/>
          <p:cNvSpPr/>
          <p:nvPr/>
        </p:nvSpPr>
        <p:spPr>
          <a:xfrm>
            <a:off x="6266557" y="1344067"/>
            <a:ext cx="123825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模块二</a:t>
            </a:r>
            <a:endParaRPr lang="en-US" sz="1500" dirty="0"/>
          </a:p>
        </p:txBody>
      </p:sp>
      <p:sp>
        <p:nvSpPr>
          <p:cNvPr id="52" name="SK-4-text-51"/>
          <p:cNvSpPr/>
          <p:nvPr/>
        </p:nvSpPr>
        <p:spPr>
          <a:xfrm>
            <a:off x="6339780" y="1686967"/>
            <a:ext cx="5076825" cy="28798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多智能体协同资源生成</a:t>
            </a:r>
            <a:endParaRPr lang="en-US" sz="1950" dirty="0"/>
          </a:p>
        </p:txBody>
      </p:sp>
      <p:sp>
        <p:nvSpPr>
          <p:cNvPr id="53" name="SK-4-text-52"/>
          <p:cNvSpPr/>
          <p:nvPr/>
        </p:nvSpPr>
        <p:spPr>
          <a:xfrm>
            <a:off x="6351984" y="2064246"/>
            <a:ext cx="5840016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8智能体 · 辨论仲裁 · 动态退火 · 质量三重校验</a:t>
            </a:r>
            <a:endParaRPr lang="en-US" sz="1200" dirty="0"/>
          </a:p>
        </p:txBody>
      </p:sp>
      <p:sp>
        <p:nvSpPr>
          <p:cNvPr id="54" name="SK-4-text-53"/>
          <p:cNvSpPr/>
          <p:nvPr/>
        </p:nvSpPr>
        <p:spPr>
          <a:xfrm>
            <a:off x="6108055" y="2503140"/>
            <a:ext cx="2381250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7类学习资源</a:t>
            </a:r>
            <a:endParaRPr lang="en-US" sz="1500" dirty="0"/>
          </a:p>
        </p:txBody>
      </p:sp>
      <p:sp>
        <p:nvSpPr>
          <p:cNvPr id="55" name="SK-4-text-54"/>
          <p:cNvSpPr/>
          <p:nvPr/>
        </p:nvSpPr>
        <p:spPr>
          <a:xfrm>
            <a:off x="6169075" y="3545532"/>
            <a:ext cx="12954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课程文档</a:t>
            </a:r>
            <a:endParaRPr lang="en-US" sz="1200" dirty="0"/>
          </a:p>
        </p:txBody>
      </p:sp>
      <p:sp>
        <p:nvSpPr>
          <p:cNvPr id="56" name="SK-4-text-55"/>
          <p:cNvSpPr/>
          <p:nvPr/>
        </p:nvSpPr>
        <p:spPr>
          <a:xfrm>
            <a:off x="6998196" y="3552379"/>
            <a:ext cx="1295400" cy="16445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思维导图</a:t>
            </a:r>
            <a:endParaRPr lang="en-US" sz="1200" dirty="0"/>
          </a:p>
        </p:txBody>
      </p:sp>
      <p:sp>
        <p:nvSpPr>
          <p:cNvPr id="57" name="SK-4-text-56"/>
          <p:cNvSpPr/>
          <p:nvPr/>
        </p:nvSpPr>
        <p:spPr>
          <a:xfrm>
            <a:off x="7814965" y="3552379"/>
            <a:ext cx="1295400" cy="16445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练习题目</a:t>
            </a:r>
            <a:endParaRPr lang="en-US" sz="1200" dirty="0"/>
          </a:p>
        </p:txBody>
      </p:sp>
      <p:sp>
        <p:nvSpPr>
          <p:cNvPr id="58" name="SK-4-text-57"/>
          <p:cNvSpPr/>
          <p:nvPr/>
        </p:nvSpPr>
        <p:spPr>
          <a:xfrm>
            <a:off x="8631882" y="3552379"/>
            <a:ext cx="1295400" cy="16445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临床指南</a:t>
            </a:r>
            <a:endParaRPr lang="en-US" sz="1200" dirty="0"/>
          </a:p>
        </p:txBody>
      </p:sp>
      <p:sp>
        <p:nvSpPr>
          <p:cNvPr id="59" name="SK-4-text-58"/>
          <p:cNvSpPr/>
          <p:nvPr/>
        </p:nvSpPr>
        <p:spPr>
          <a:xfrm>
            <a:off x="9460855" y="3552379"/>
            <a:ext cx="1295400" cy="16445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视频脚本</a:t>
            </a:r>
            <a:endParaRPr lang="en-US" sz="1200" dirty="0"/>
          </a:p>
        </p:txBody>
      </p:sp>
      <p:sp>
        <p:nvSpPr>
          <p:cNvPr id="60" name="SK-4-text-59"/>
          <p:cNvSpPr/>
          <p:nvPr/>
        </p:nvSpPr>
        <p:spPr>
          <a:xfrm>
            <a:off x="10277773" y="3552379"/>
            <a:ext cx="1295400" cy="16445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编程实操</a:t>
            </a:r>
            <a:endParaRPr lang="en-US" sz="1200" dirty="0"/>
          </a:p>
        </p:txBody>
      </p:sp>
      <p:sp>
        <p:nvSpPr>
          <p:cNvPr id="61" name="SK-4-text-60"/>
          <p:cNvSpPr/>
          <p:nvPr/>
        </p:nvSpPr>
        <p:spPr>
          <a:xfrm>
            <a:off x="11106894" y="3552379"/>
            <a:ext cx="1085106" cy="16445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代码案例</a:t>
            </a:r>
            <a:endParaRPr lang="en-US" sz="1200" dirty="0"/>
          </a:p>
        </p:txBody>
      </p:sp>
      <p:sp>
        <p:nvSpPr>
          <p:cNvPr id="62" name="SK-4-text-61"/>
          <p:cNvSpPr/>
          <p:nvPr/>
        </p:nvSpPr>
        <p:spPr>
          <a:xfrm>
            <a:off x="6132463" y="4100959"/>
            <a:ext cx="2762250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智能体协同流程</a:t>
            </a:r>
            <a:endParaRPr lang="en-US" sz="1500" dirty="0"/>
          </a:p>
        </p:txBody>
      </p:sp>
      <p:sp>
        <p:nvSpPr>
          <p:cNvPr id="63" name="SK-4-text-62"/>
          <p:cNvSpPr/>
          <p:nvPr/>
        </p:nvSpPr>
        <p:spPr>
          <a:xfrm>
            <a:off x="6278761" y="4642842"/>
            <a:ext cx="1295400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需求分析</a:t>
            </a:r>
            <a:endParaRPr lang="en-US" sz="1200" dirty="0"/>
          </a:p>
        </p:txBody>
      </p:sp>
      <p:sp>
        <p:nvSpPr>
          <p:cNvPr id="64" name="SK-4-text-63"/>
          <p:cNvSpPr/>
          <p:nvPr/>
        </p:nvSpPr>
        <p:spPr>
          <a:xfrm>
            <a:off x="7790557" y="4642842"/>
            <a:ext cx="1295400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并行推理</a:t>
            </a:r>
            <a:endParaRPr lang="en-US" sz="1200" dirty="0"/>
          </a:p>
        </p:txBody>
      </p:sp>
      <p:sp>
        <p:nvSpPr>
          <p:cNvPr id="65" name="SK-4-text-64"/>
          <p:cNvSpPr/>
          <p:nvPr/>
        </p:nvSpPr>
        <p:spPr>
          <a:xfrm>
            <a:off x="9375577" y="4642842"/>
            <a:ext cx="1295400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辩论仲裁</a:t>
            </a:r>
            <a:endParaRPr lang="en-US" sz="1200" dirty="0"/>
          </a:p>
        </p:txBody>
      </p:sp>
      <p:sp>
        <p:nvSpPr>
          <p:cNvPr id="66" name="SK-4-text-65"/>
          <p:cNvSpPr/>
          <p:nvPr/>
        </p:nvSpPr>
        <p:spPr>
          <a:xfrm>
            <a:off x="10911780" y="4642842"/>
            <a:ext cx="1280220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质量校验</a:t>
            </a:r>
            <a:endParaRPr lang="en-US" sz="1200" dirty="0"/>
          </a:p>
        </p:txBody>
      </p:sp>
      <p:sp>
        <p:nvSpPr>
          <p:cNvPr id="67" name="SK-4-text-66"/>
          <p:cNvSpPr/>
          <p:nvPr/>
        </p:nvSpPr>
        <p:spPr>
          <a:xfrm>
            <a:off x="8205192" y="5431482"/>
            <a:ext cx="1905000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动态退火反思</a:t>
            </a:r>
            <a:endParaRPr lang="en-US" sz="1200" dirty="0"/>
          </a:p>
        </p:txBody>
      </p:sp>
      <p:sp>
        <p:nvSpPr>
          <p:cNvPr id="68" name="SK-4-text-67"/>
          <p:cNvSpPr/>
          <p:nvPr/>
        </p:nvSpPr>
        <p:spPr>
          <a:xfrm>
            <a:off x="6851898" y="6007596"/>
            <a:ext cx="16002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医学准确性</a:t>
            </a:r>
            <a:endParaRPr lang="en-US" sz="1200" dirty="0"/>
          </a:p>
        </p:txBody>
      </p:sp>
      <p:sp>
        <p:nvSpPr>
          <p:cNvPr id="69" name="SK-4-text-68"/>
          <p:cNvSpPr/>
          <p:nvPr/>
        </p:nvSpPr>
        <p:spPr>
          <a:xfrm>
            <a:off x="8558659" y="6007596"/>
            <a:ext cx="1905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个性化匹配度</a:t>
            </a:r>
            <a:endParaRPr lang="en-US" sz="1200" dirty="0"/>
          </a:p>
        </p:txBody>
      </p:sp>
      <p:sp>
        <p:nvSpPr>
          <p:cNvPr id="70" name="SK-4-text-69"/>
          <p:cNvSpPr/>
          <p:nvPr/>
        </p:nvSpPr>
        <p:spPr>
          <a:xfrm>
            <a:off x="10436275" y="6007596"/>
            <a:ext cx="16002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教学有效性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5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5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0" y="0"/>
            <a:ext cx="4267200" cy="3291780"/>
          </a:xfrm>
          <a:prstGeom prst="rect">
            <a:avLst/>
          </a:prstGeom>
        </p:spPr>
      </p:pic>
      <p:pic>
        <p:nvPicPr>
          <p:cNvPr id="4" name="SK-5-img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079" y="839688"/>
            <a:ext cx="926455" cy="76200"/>
          </a:xfrm>
          <a:prstGeom prst="rect">
            <a:avLst/>
          </a:prstGeom>
        </p:spPr>
      </p:pic>
      <p:pic>
        <p:nvPicPr>
          <p:cNvPr id="5" name="SK-5-img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079" y="1474440"/>
            <a:ext cx="1133773" cy="432048"/>
          </a:xfrm>
          <a:prstGeom prst="rect">
            <a:avLst/>
          </a:prstGeom>
        </p:spPr>
      </p:pic>
      <p:pic>
        <p:nvPicPr>
          <p:cNvPr id="6" name="SK-5-img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8856" y="1440061"/>
            <a:ext cx="14288" cy="4224486"/>
          </a:xfrm>
          <a:prstGeom prst="rect">
            <a:avLst/>
          </a:prstGeom>
        </p:spPr>
      </p:pic>
      <p:pic>
        <p:nvPicPr>
          <p:cNvPr id="7" name="SK-5-img-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2855" y="1474440"/>
            <a:ext cx="1048494" cy="432048"/>
          </a:xfrm>
          <a:prstGeom prst="rect">
            <a:avLst/>
          </a:prstGeom>
        </p:spPr>
      </p:pic>
      <p:pic>
        <p:nvPicPr>
          <p:cNvPr id="8" name="SK-5-img-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934224"/>
            <a:ext cx="12192000" cy="9525"/>
          </a:xfrm>
          <a:prstGeom prst="rect">
            <a:avLst/>
          </a:prstGeom>
        </p:spPr>
      </p:pic>
      <p:pic>
        <p:nvPicPr>
          <p:cNvPr id="9" name="SK-5-img-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6532959"/>
            <a:ext cx="12192000" cy="19050"/>
          </a:xfrm>
          <a:prstGeom prst="rect">
            <a:avLst/>
          </a:prstGeom>
        </p:spPr>
      </p:pic>
      <p:pic>
        <p:nvPicPr>
          <p:cNvPr id="10" name="SK-5-img-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6079" y="2317998"/>
            <a:ext cx="4572000" cy="2523679"/>
          </a:xfrm>
          <a:prstGeom prst="rect">
            <a:avLst/>
          </a:prstGeom>
        </p:spPr>
      </p:pic>
      <p:pic>
        <p:nvPicPr>
          <p:cNvPr id="11" name="SK-5-img-1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3694" y="2393305"/>
            <a:ext cx="4632871" cy="2400300"/>
          </a:xfrm>
          <a:prstGeom prst="rect">
            <a:avLst/>
          </a:prstGeom>
        </p:spPr>
      </p:pic>
      <p:sp>
        <p:nvSpPr>
          <p:cNvPr id="12" name="SK-5-text-11"/>
          <p:cNvSpPr/>
          <p:nvPr/>
        </p:nvSpPr>
        <p:spPr>
          <a:xfrm>
            <a:off x="365671" y="294829"/>
            <a:ext cx="11826329" cy="42505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医学教育特色：多模态识别与PubMed循证</a:t>
            </a:r>
            <a:endParaRPr lang="en-US" sz="2850" dirty="0"/>
          </a:p>
        </p:txBody>
      </p:sp>
      <p:sp>
        <p:nvSpPr>
          <p:cNvPr id="13" name="SK-5-text-12"/>
          <p:cNvSpPr/>
          <p:nvPr/>
        </p:nvSpPr>
        <p:spPr>
          <a:xfrm>
            <a:off x="365671" y="1042392"/>
            <a:ext cx="6944678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725" dirty="0">
                <a:solidFill>
                  <a:srgbClr val="A0A0A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双轨并行 · 影像智析 · 循证有据</a:t>
            </a:r>
            <a:endParaRPr lang="en-US" sz="1725" dirty="0"/>
          </a:p>
        </p:txBody>
      </p:sp>
      <p:sp>
        <p:nvSpPr>
          <p:cNvPr id="14" name="SK-5-text-13"/>
          <p:cNvSpPr/>
          <p:nvPr/>
        </p:nvSpPr>
        <p:spPr>
          <a:xfrm>
            <a:off x="572988" y="1563588"/>
            <a:ext cx="1671638" cy="2811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3366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模块六</a:t>
            </a:r>
            <a:endParaRPr lang="en-US" sz="2025" dirty="0"/>
          </a:p>
        </p:txBody>
      </p:sp>
      <p:sp>
        <p:nvSpPr>
          <p:cNvPr id="15" name="SK-5-text-14"/>
          <p:cNvSpPr/>
          <p:nvPr/>
        </p:nvSpPr>
        <p:spPr>
          <a:xfrm>
            <a:off x="390079" y="2002482"/>
            <a:ext cx="6067425" cy="2811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多模态影像识别与辅助分析</a:t>
            </a:r>
            <a:endParaRPr lang="en-US" sz="1950" dirty="0"/>
          </a:p>
        </p:txBody>
      </p:sp>
      <p:sp>
        <p:nvSpPr>
          <p:cNvPr id="16" name="SK-5-text-15"/>
          <p:cNvSpPr/>
          <p:nvPr/>
        </p:nvSpPr>
        <p:spPr>
          <a:xfrm>
            <a:off x="475357" y="4875907"/>
            <a:ext cx="5709285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A0A0A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qwen-vl-max 多模态视觉大模型</a:t>
            </a:r>
            <a:endParaRPr lang="en-US" sz="1350" dirty="0"/>
          </a:p>
        </p:txBody>
      </p:sp>
      <p:sp>
        <p:nvSpPr>
          <p:cNvPr id="17" name="SK-5-text-16"/>
          <p:cNvSpPr/>
          <p:nvPr/>
        </p:nvSpPr>
        <p:spPr>
          <a:xfrm>
            <a:off x="475357" y="5170884"/>
            <a:ext cx="7972425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A0A0A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自动识别：课件 / 影像 / 代码，差异化分析策略</a:t>
            </a:r>
            <a:endParaRPr lang="en-US" sz="1350" dirty="0"/>
          </a:p>
        </p:txBody>
      </p:sp>
      <p:sp>
        <p:nvSpPr>
          <p:cNvPr id="18" name="SK-5-text-17"/>
          <p:cNvSpPr/>
          <p:nvPr/>
        </p:nvSpPr>
        <p:spPr>
          <a:xfrm>
            <a:off x="475357" y="5479405"/>
            <a:ext cx="6189345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A0A0A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多图联合分析，无缝融入流式对话管道</a:t>
            </a:r>
            <a:endParaRPr lang="en-US" sz="1350" dirty="0"/>
          </a:p>
        </p:txBody>
      </p:sp>
      <p:sp>
        <p:nvSpPr>
          <p:cNvPr id="19" name="SK-5-text-18"/>
          <p:cNvSpPr/>
          <p:nvPr/>
        </p:nvSpPr>
        <p:spPr>
          <a:xfrm>
            <a:off x="6571357" y="1563588"/>
            <a:ext cx="1671638" cy="2811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3366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模块七</a:t>
            </a:r>
            <a:endParaRPr lang="en-US" sz="2025" dirty="0"/>
          </a:p>
        </p:txBody>
      </p:sp>
      <p:sp>
        <p:nvSpPr>
          <p:cNvPr id="20" name="SK-5-text-19"/>
          <p:cNvSpPr/>
          <p:nvPr/>
        </p:nvSpPr>
        <p:spPr>
          <a:xfrm>
            <a:off x="6388596" y="2002482"/>
            <a:ext cx="5803404" cy="2811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PubMed国际文献检索与循证扩展</a:t>
            </a:r>
            <a:endParaRPr lang="en-US" sz="1950" dirty="0"/>
          </a:p>
        </p:txBody>
      </p:sp>
      <p:sp>
        <p:nvSpPr>
          <p:cNvPr id="21" name="SK-5-text-20"/>
          <p:cNvSpPr/>
          <p:nvPr/>
        </p:nvSpPr>
        <p:spPr>
          <a:xfrm>
            <a:off x="6461671" y="5047357"/>
            <a:ext cx="5730329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A0A0A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esearch + efetch 双步检索，API加速至10次/秒</a:t>
            </a:r>
            <a:endParaRPr lang="en-US" sz="1350" dirty="0"/>
          </a:p>
        </p:txBody>
      </p:sp>
      <p:sp>
        <p:nvSpPr>
          <p:cNvPr id="22" name="SK-5-text-21"/>
          <p:cNvSpPr/>
          <p:nvPr/>
        </p:nvSpPr>
        <p:spPr>
          <a:xfrm>
            <a:off x="6461671" y="5397103"/>
            <a:ext cx="5730329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A0A0A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与本地RAG互补：权威指南 + 国际前沿双重保障</a:t>
            </a:r>
            <a:endParaRPr lang="en-US" sz="1350" dirty="0"/>
          </a:p>
        </p:txBody>
      </p:sp>
      <p:sp>
        <p:nvSpPr>
          <p:cNvPr id="23" name="SK-5-text-22"/>
          <p:cNvSpPr/>
          <p:nvPr/>
        </p:nvSpPr>
        <p:spPr>
          <a:xfrm>
            <a:off x="3206353" y="6082903"/>
            <a:ext cx="8985647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725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本地知识库精准溯源 + PubMed前沿文献 = 双重循证覆盖</a:t>
            </a:r>
            <a:endParaRPr lang="en-US" sz="17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6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6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88" y="809179"/>
            <a:ext cx="694879" cy="89148"/>
          </a:xfrm>
          <a:prstGeom prst="rect">
            <a:avLst/>
          </a:prstGeom>
        </p:spPr>
      </p:pic>
      <p:pic>
        <p:nvPicPr>
          <p:cNvPr id="4" name="SK-6-img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94164"/>
            <a:ext cx="12192000" cy="9525"/>
          </a:xfrm>
          <a:prstGeom prst="rect">
            <a:avLst/>
          </a:prstGeom>
        </p:spPr>
      </p:pic>
      <p:pic>
        <p:nvPicPr>
          <p:cNvPr id="5" name="SK-6-img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855" y="6137821"/>
            <a:ext cx="926455" cy="445740"/>
          </a:xfrm>
          <a:prstGeom prst="rect">
            <a:avLst/>
          </a:prstGeom>
        </p:spPr>
      </p:pic>
      <p:pic>
        <p:nvPicPr>
          <p:cNvPr id="6" name="SK-6-img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3686" y="6137821"/>
            <a:ext cx="1267867" cy="445740"/>
          </a:xfrm>
          <a:prstGeom prst="rect">
            <a:avLst/>
          </a:prstGeom>
        </p:spPr>
      </p:pic>
      <p:pic>
        <p:nvPicPr>
          <p:cNvPr id="7" name="SK-6-img-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780" y="6137821"/>
            <a:ext cx="1487388" cy="445740"/>
          </a:xfrm>
          <a:prstGeom prst="rect">
            <a:avLst/>
          </a:prstGeom>
        </p:spPr>
      </p:pic>
      <p:pic>
        <p:nvPicPr>
          <p:cNvPr id="8" name="SK-6-img-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9396" y="6137821"/>
            <a:ext cx="1072753" cy="445740"/>
          </a:xfrm>
          <a:prstGeom prst="rect">
            <a:avLst/>
          </a:prstGeom>
        </p:spPr>
      </p:pic>
      <p:pic>
        <p:nvPicPr>
          <p:cNvPr id="9" name="SK-6-img-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2377" y="6137821"/>
            <a:ext cx="1487388" cy="445740"/>
          </a:xfrm>
          <a:prstGeom prst="rect">
            <a:avLst/>
          </a:prstGeom>
        </p:spPr>
      </p:pic>
      <p:pic>
        <p:nvPicPr>
          <p:cNvPr id="10" name="SK-6-img-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9992" y="6137821"/>
            <a:ext cx="1145977" cy="445740"/>
          </a:xfrm>
          <a:prstGeom prst="rect">
            <a:avLst/>
          </a:prstGeom>
        </p:spPr>
      </p:pic>
      <p:pic>
        <p:nvPicPr>
          <p:cNvPr id="11" name="SK-6-img-1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46196" y="6137821"/>
            <a:ext cx="1853059" cy="445740"/>
          </a:xfrm>
          <a:prstGeom prst="rect">
            <a:avLst/>
          </a:prstGeom>
        </p:spPr>
      </p:pic>
      <p:pic>
        <p:nvPicPr>
          <p:cNvPr id="12" name="SK-6-img-11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16988" y="6281886"/>
            <a:ext cx="231577" cy="171450"/>
          </a:xfrm>
          <a:prstGeom prst="rect">
            <a:avLst/>
          </a:prstGeom>
        </p:spPr>
      </p:pic>
      <p:pic>
        <p:nvPicPr>
          <p:cNvPr id="13" name="SK-6-img-12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92988" y="6281886"/>
            <a:ext cx="219373" cy="171450"/>
          </a:xfrm>
          <a:prstGeom prst="rect">
            <a:avLst/>
          </a:prstGeom>
        </p:spPr>
      </p:pic>
      <p:pic>
        <p:nvPicPr>
          <p:cNvPr id="14" name="SK-6-img-13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7577" y="6281886"/>
            <a:ext cx="219373" cy="171450"/>
          </a:xfrm>
          <a:prstGeom prst="rect">
            <a:avLst/>
          </a:prstGeom>
        </p:spPr>
      </p:pic>
      <p:pic>
        <p:nvPicPr>
          <p:cNvPr id="15" name="SK-6-img-14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01059" y="6281886"/>
            <a:ext cx="231577" cy="171450"/>
          </a:xfrm>
          <a:prstGeom prst="rect">
            <a:avLst/>
          </a:prstGeom>
        </p:spPr>
      </p:pic>
      <p:pic>
        <p:nvPicPr>
          <p:cNvPr id="16" name="SK-6-img-15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86980" y="6281886"/>
            <a:ext cx="231577" cy="171450"/>
          </a:xfrm>
          <a:prstGeom prst="rect">
            <a:avLst/>
          </a:prstGeom>
        </p:spPr>
      </p:pic>
      <p:pic>
        <p:nvPicPr>
          <p:cNvPr id="17" name="SK-6-img-16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41090" y="6281886"/>
            <a:ext cx="231577" cy="171450"/>
          </a:xfrm>
          <a:prstGeom prst="rect">
            <a:avLst/>
          </a:prstGeom>
        </p:spPr>
      </p:pic>
      <p:pic>
        <p:nvPicPr>
          <p:cNvPr id="18" name="SK-6-img-17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80392" y="1467594"/>
            <a:ext cx="11594455" cy="4087267"/>
          </a:xfrm>
          <a:prstGeom prst="rect">
            <a:avLst/>
          </a:prstGeom>
        </p:spPr>
      </p:pic>
      <p:sp>
        <p:nvSpPr>
          <p:cNvPr id="19" name="SK-6-text-18"/>
          <p:cNvSpPr/>
          <p:nvPr/>
        </p:nvSpPr>
        <p:spPr>
          <a:xfrm>
            <a:off x="268188" y="294829"/>
            <a:ext cx="8143875" cy="4045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三层解耦的系统工程架构</a:t>
            </a:r>
            <a:endParaRPr lang="en-US" sz="2850" dirty="0"/>
          </a:p>
        </p:txBody>
      </p:sp>
      <p:sp>
        <p:nvSpPr>
          <p:cNvPr id="20" name="SK-6-text-19"/>
          <p:cNvSpPr/>
          <p:nvPr/>
        </p:nvSpPr>
        <p:spPr>
          <a:xfrm>
            <a:off x="255984" y="1056084"/>
            <a:ext cx="9391650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5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前端交互 · 后端服务 · 模型推理 · 全链路流式管道</a:t>
            </a:r>
            <a:endParaRPr lang="en-US" sz="1500" dirty="0"/>
          </a:p>
        </p:txBody>
      </p:sp>
      <p:sp>
        <p:nvSpPr>
          <p:cNvPr id="21" name="SK-6-text-20"/>
          <p:cNvSpPr/>
          <p:nvPr/>
        </p:nvSpPr>
        <p:spPr>
          <a:xfrm>
            <a:off x="329059" y="5822305"/>
            <a:ext cx="358330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全链路流式数据管道</a:t>
            </a:r>
            <a:endParaRPr lang="en-US" sz="1350" dirty="0"/>
          </a:p>
        </p:txBody>
      </p:sp>
      <p:sp>
        <p:nvSpPr>
          <p:cNvPr id="22" name="SK-6-text-21"/>
          <p:cNvSpPr/>
          <p:nvPr/>
        </p:nvSpPr>
        <p:spPr>
          <a:xfrm>
            <a:off x="461665" y="6281886"/>
            <a:ext cx="68580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用户输入</a:t>
            </a:r>
            <a:endParaRPr lang="en-US" sz="1125" dirty="0"/>
          </a:p>
        </p:txBody>
      </p:sp>
      <p:sp>
        <p:nvSpPr>
          <p:cNvPr id="23" name="SK-6-text-22"/>
          <p:cNvSpPr/>
          <p:nvPr/>
        </p:nvSpPr>
        <p:spPr>
          <a:xfrm>
            <a:off x="1754088" y="6281886"/>
            <a:ext cx="105147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JWT鉴权+限流</a:t>
            </a:r>
            <a:endParaRPr lang="en-US" sz="1125" dirty="0"/>
          </a:p>
        </p:txBody>
      </p:sp>
      <p:sp>
        <p:nvSpPr>
          <p:cNvPr id="24" name="SK-6-text-23"/>
          <p:cNvSpPr/>
          <p:nvPr/>
        </p:nvSpPr>
        <p:spPr>
          <a:xfrm>
            <a:off x="3399979" y="6281886"/>
            <a:ext cx="130745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WebClient异步调用</a:t>
            </a:r>
            <a:endParaRPr lang="en-US" sz="1125" dirty="0"/>
          </a:p>
        </p:txBody>
      </p:sp>
      <p:sp>
        <p:nvSpPr>
          <p:cNvPr id="25" name="SK-6-text-24"/>
          <p:cNvSpPr/>
          <p:nvPr/>
        </p:nvSpPr>
        <p:spPr>
          <a:xfrm>
            <a:off x="5314057" y="6281886"/>
            <a:ext cx="83209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FastAPI推理</a:t>
            </a:r>
            <a:endParaRPr lang="en-US" sz="1125" dirty="0"/>
          </a:p>
        </p:txBody>
      </p:sp>
      <p:sp>
        <p:nvSpPr>
          <p:cNvPr id="26" name="SK-6-text-25"/>
          <p:cNvSpPr/>
          <p:nvPr/>
        </p:nvSpPr>
        <p:spPr>
          <a:xfrm>
            <a:off x="6728371" y="6281886"/>
            <a:ext cx="12954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LangGraph astream</a:t>
            </a:r>
            <a:endParaRPr lang="en-US" sz="1125" dirty="0"/>
          </a:p>
        </p:txBody>
      </p:sp>
      <p:sp>
        <p:nvSpPr>
          <p:cNvPr id="27" name="SK-6-text-26"/>
          <p:cNvSpPr/>
          <p:nvPr/>
        </p:nvSpPr>
        <p:spPr>
          <a:xfrm>
            <a:off x="8593782" y="6281886"/>
            <a:ext cx="9539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Java Flux转发</a:t>
            </a:r>
            <a:endParaRPr lang="en-US" sz="1125" dirty="0"/>
          </a:p>
        </p:txBody>
      </p:sp>
      <p:sp>
        <p:nvSpPr>
          <p:cNvPr id="28" name="SK-6-text-27"/>
          <p:cNvSpPr/>
          <p:nvPr/>
        </p:nvSpPr>
        <p:spPr>
          <a:xfrm>
            <a:off x="10129986" y="6281886"/>
            <a:ext cx="16732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Vue ReadableStream渲染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7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7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747415"/>
            <a:ext cx="1377553" cy="102840"/>
          </a:xfrm>
          <a:prstGeom prst="rect">
            <a:avLst/>
          </a:prstGeom>
        </p:spPr>
      </p:pic>
      <p:pic>
        <p:nvPicPr>
          <p:cNvPr id="4" name="SK-7-img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696" y="1522363"/>
            <a:ext cx="9525" cy="3332857"/>
          </a:xfrm>
          <a:prstGeom prst="rect">
            <a:avLst/>
          </a:prstGeom>
        </p:spPr>
      </p:pic>
      <p:pic>
        <p:nvPicPr>
          <p:cNvPr id="5" name="SK-7-img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694" y="1494979"/>
            <a:ext cx="3633192" cy="589657"/>
          </a:xfrm>
          <a:prstGeom prst="rect">
            <a:avLst/>
          </a:prstGeom>
        </p:spPr>
      </p:pic>
      <p:pic>
        <p:nvPicPr>
          <p:cNvPr id="6" name="SK-7-img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694" y="1494979"/>
            <a:ext cx="109686" cy="589657"/>
          </a:xfrm>
          <a:prstGeom prst="rect">
            <a:avLst/>
          </a:prstGeom>
        </p:spPr>
      </p:pic>
      <p:pic>
        <p:nvPicPr>
          <p:cNvPr id="7" name="SK-7-img-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5528" y="2125861"/>
            <a:ext cx="9525" cy="82153"/>
          </a:xfrm>
          <a:prstGeom prst="rect">
            <a:avLst/>
          </a:prstGeom>
        </p:spPr>
      </p:pic>
      <p:pic>
        <p:nvPicPr>
          <p:cNvPr id="8" name="SK-7-img-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33349" y="2162023"/>
            <a:ext cx="53882" cy="53882"/>
          </a:xfrm>
          <a:prstGeom prst="rect">
            <a:avLst/>
          </a:prstGeom>
        </p:spPr>
      </p:pic>
      <p:pic>
        <p:nvPicPr>
          <p:cNvPr id="9" name="SK-7-img-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3694" y="2235696"/>
            <a:ext cx="3633192" cy="589657"/>
          </a:xfrm>
          <a:prstGeom prst="rect">
            <a:avLst/>
          </a:prstGeom>
        </p:spPr>
      </p:pic>
      <p:pic>
        <p:nvPicPr>
          <p:cNvPr id="10" name="SK-7-img-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3694" y="2235696"/>
            <a:ext cx="109686" cy="589657"/>
          </a:xfrm>
          <a:prstGeom prst="rect">
            <a:avLst/>
          </a:prstGeom>
        </p:spPr>
      </p:pic>
      <p:pic>
        <p:nvPicPr>
          <p:cNvPr id="11" name="SK-7-img-1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55528" y="2866579"/>
            <a:ext cx="9525" cy="82153"/>
          </a:xfrm>
          <a:prstGeom prst="rect">
            <a:avLst/>
          </a:prstGeom>
        </p:spPr>
      </p:pic>
      <p:pic>
        <p:nvPicPr>
          <p:cNvPr id="12" name="SK-7-img-11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33349" y="2902741"/>
            <a:ext cx="53882" cy="53882"/>
          </a:xfrm>
          <a:prstGeom prst="rect">
            <a:avLst/>
          </a:prstGeom>
        </p:spPr>
      </p:pic>
      <p:pic>
        <p:nvPicPr>
          <p:cNvPr id="13" name="SK-7-img-12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3694" y="2976265"/>
            <a:ext cx="3633192" cy="589657"/>
          </a:xfrm>
          <a:prstGeom prst="rect">
            <a:avLst/>
          </a:prstGeom>
        </p:spPr>
      </p:pic>
      <p:pic>
        <p:nvPicPr>
          <p:cNvPr id="14" name="SK-7-img-13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3694" y="2976265"/>
            <a:ext cx="109686" cy="589657"/>
          </a:xfrm>
          <a:prstGeom prst="rect">
            <a:avLst/>
          </a:prstGeom>
        </p:spPr>
      </p:pic>
      <p:pic>
        <p:nvPicPr>
          <p:cNvPr id="15" name="SK-7-img-14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55528" y="3607296"/>
            <a:ext cx="9525" cy="82153"/>
          </a:xfrm>
          <a:prstGeom prst="rect">
            <a:avLst/>
          </a:prstGeom>
        </p:spPr>
      </p:pic>
      <p:pic>
        <p:nvPicPr>
          <p:cNvPr id="16" name="SK-7-img-15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33349" y="3643458"/>
            <a:ext cx="53882" cy="53882"/>
          </a:xfrm>
          <a:prstGeom prst="rect">
            <a:avLst/>
          </a:prstGeom>
        </p:spPr>
      </p:pic>
      <p:pic>
        <p:nvPicPr>
          <p:cNvPr id="17" name="SK-7-img-16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3694" y="3716982"/>
            <a:ext cx="3633192" cy="726877"/>
          </a:xfrm>
          <a:prstGeom prst="rect">
            <a:avLst/>
          </a:prstGeom>
        </p:spPr>
      </p:pic>
      <p:pic>
        <p:nvPicPr>
          <p:cNvPr id="18" name="SK-7-img-17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555528" y="4485084"/>
            <a:ext cx="9525" cy="82153"/>
          </a:xfrm>
          <a:prstGeom prst="rect">
            <a:avLst/>
          </a:prstGeom>
        </p:spPr>
      </p:pic>
      <p:pic>
        <p:nvPicPr>
          <p:cNvPr id="19" name="SK-7-img-18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33349" y="4521247"/>
            <a:ext cx="53882" cy="53882"/>
          </a:xfrm>
          <a:prstGeom prst="rect">
            <a:avLst/>
          </a:prstGeom>
        </p:spPr>
      </p:pic>
      <p:pic>
        <p:nvPicPr>
          <p:cNvPr id="20" name="SK-7-img-19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3694" y="4594771"/>
            <a:ext cx="3633192" cy="589657"/>
          </a:xfrm>
          <a:prstGeom prst="rect">
            <a:avLst/>
          </a:prstGeom>
        </p:spPr>
      </p:pic>
      <p:pic>
        <p:nvPicPr>
          <p:cNvPr id="21" name="SK-7-img-20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43694" y="4594771"/>
            <a:ext cx="109686" cy="589657"/>
          </a:xfrm>
          <a:prstGeom prst="rect">
            <a:avLst/>
          </a:prstGeom>
        </p:spPr>
      </p:pic>
      <p:pic>
        <p:nvPicPr>
          <p:cNvPr id="22" name="SK-7-img-21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401294" y="3908971"/>
            <a:ext cx="426690" cy="1062930"/>
          </a:xfrm>
          <a:prstGeom prst="rect">
            <a:avLst/>
          </a:prstGeom>
        </p:spPr>
      </p:pic>
      <p:pic>
        <p:nvPicPr>
          <p:cNvPr id="23" name="SK-7-img-22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555528" y="5253186"/>
            <a:ext cx="9525" cy="287982"/>
          </a:xfrm>
          <a:prstGeom prst="rect">
            <a:avLst/>
          </a:prstGeom>
        </p:spPr>
      </p:pic>
      <p:pic>
        <p:nvPicPr>
          <p:cNvPr id="24" name="SK-7-img-23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533349" y="5495178"/>
            <a:ext cx="53882" cy="53882"/>
          </a:xfrm>
          <a:prstGeom prst="rect">
            <a:avLst/>
          </a:prstGeom>
        </p:spPr>
      </p:pic>
      <p:pic>
        <p:nvPicPr>
          <p:cNvPr id="25" name="SK-7-img-24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3694" y="5609779"/>
            <a:ext cx="3633192" cy="589657"/>
          </a:xfrm>
          <a:prstGeom prst="rect">
            <a:avLst/>
          </a:prstGeom>
        </p:spPr>
      </p:pic>
      <p:pic>
        <p:nvPicPr>
          <p:cNvPr id="26" name="SK-7-img-25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3694" y="5609779"/>
            <a:ext cx="109686" cy="589657"/>
          </a:xfrm>
          <a:prstGeom prst="rect">
            <a:avLst/>
          </a:prstGeom>
        </p:spPr>
      </p:pic>
      <p:pic>
        <p:nvPicPr>
          <p:cNvPr id="27" name="SK-7-img-26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071592" y="1769269"/>
            <a:ext cx="2755255" cy="891480"/>
          </a:xfrm>
          <a:prstGeom prst="rect">
            <a:avLst/>
          </a:prstGeom>
        </p:spPr>
      </p:pic>
      <p:pic>
        <p:nvPicPr>
          <p:cNvPr id="28" name="SK-7-img-27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009757" y="1769269"/>
            <a:ext cx="2755255" cy="891480"/>
          </a:xfrm>
          <a:prstGeom prst="rect">
            <a:avLst/>
          </a:prstGeom>
        </p:spPr>
      </p:pic>
      <p:pic>
        <p:nvPicPr>
          <p:cNvPr id="29" name="SK-7-img-28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071592" y="2811661"/>
            <a:ext cx="2755255" cy="891480"/>
          </a:xfrm>
          <a:prstGeom prst="rect">
            <a:avLst/>
          </a:prstGeom>
        </p:spPr>
      </p:pic>
      <p:pic>
        <p:nvPicPr>
          <p:cNvPr id="30" name="SK-7-img-29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009757" y="2811661"/>
            <a:ext cx="2755255" cy="891480"/>
          </a:xfrm>
          <a:prstGeom prst="rect">
            <a:avLst/>
          </a:prstGeom>
        </p:spPr>
      </p:pic>
      <p:pic>
        <p:nvPicPr>
          <p:cNvPr id="31" name="SK-7-img-30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071592" y="3854053"/>
            <a:ext cx="2755255" cy="891480"/>
          </a:xfrm>
          <a:prstGeom prst="rect">
            <a:avLst/>
          </a:prstGeom>
        </p:spPr>
      </p:pic>
      <p:pic>
        <p:nvPicPr>
          <p:cNvPr id="32" name="SK-7-img-31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009757" y="3854053"/>
            <a:ext cx="2755255" cy="891480"/>
          </a:xfrm>
          <a:prstGeom prst="rect">
            <a:avLst/>
          </a:prstGeom>
        </p:spPr>
      </p:pic>
      <p:pic>
        <p:nvPicPr>
          <p:cNvPr id="33" name="SK-7-img-32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071592" y="4896594"/>
            <a:ext cx="2755255" cy="891480"/>
          </a:xfrm>
          <a:prstGeom prst="rect">
            <a:avLst/>
          </a:prstGeom>
        </p:spPr>
      </p:pic>
      <p:pic>
        <p:nvPicPr>
          <p:cNvPr id="34" name="SK-7-img-33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009757" y="4896594"/>
            <a:ext cx="2755255" cy="891480"/>
          </a:xfrm>
          <a:prstGeom prst="rect">
            <a:avLst/>
          </a:prstGeom>
        </p:spPr>
      </p:pic>
      <p:pic>
        <p:nvPicPr>
          <p:cNvPr id="35" name="SK-7-img-34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0" y="6340971"/>
            <a:ext cx="12192000" cy="19050"/>
          </a:xfrm>
          <a:prstGeom prst="rect">
            <a:avLst/>
          </a:prstGeom>
        </p:spPr>
      </p:pic>
      <p:pic>
        <p:nvPicPr>
          <p:cNvPr id="36" name="SK-7-img-35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485090" y="0"/>
            <a:ext cx="1706761" cy="960090"/>
          </a:xfrm>
          <a:prstGeom prst="rect">
            <a:avLst/>
          </a:prstGeom>
        </p:spPr>
      </p:pic>
      <p:pic>
        <p:nvPicPr>
          <p:cNvPr id="37" name="SK-7-img-36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229279" y="5301109"/>
            <a:ext cx="548580" cy="534888"/>
          </a:xfrm>
          <a:prstGeom prst="rect">
            <a:avLst/>
          </a:prstGeom>
        </p:spPr>
      </p:pic>
      <p:pic>
        <p:nvPicPr>
          <p:cNvPr id="38" name="SK-7-img-37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315373" y="5314950"/>
            <a:ext cx="511969" cy="521196"/>
          </a:xfrm>
          <a:prstGeom prst="rect">
            <a:avLst/>
          </a:prstGeom>
        </p:spPr>
      </p:pic>
      <p:pic>
        <p:nvPicPr>
          <p:cNvPr id="39" name="SK-7-img-38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229279" y="4190107"/>
            <a:ext cx="536377" cy="541734"/>
          </a:xfrm>
          <a:prstGeom prst="rect">
            <a:avLst/>
          </a:prstGeom>
        </p:spPr>
      </p:pic>
      <p:pic>
        <p:nvPicPr>
          <p:cNvPr id="40" name="SK-7-img-39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327577" y="4183261"/>
            <a:ext cx="451098" cy="541734"/>
          </a:xfrm>
          <a:prstGeom prst="rect">
            <a:avLst/>
          </a:prstGeom>
        </p:spPr>
      </p:pic>
      <p:pic>
        <p:nvPicPr>
          <p:cNvPr id="41" name="SK-7-img-40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241482" y="3079105"/>
            <a:ext cx="524173" cy="555427"/>
          </a:xfrm>
          <a:prstGeom prst="rect">
            <a:avLst/>
          </a:prstGeom>
        </p:spPr>
      </p:pic>
      <p:pic>
        <p:nvPicPr>
          <p:cNvPr id="42" name="SK-7-img-41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278761" y="3079105"/>
            <a:ext cx="548580" cy="534888"/>
          </a:xfrm>
          <a:prstGeom prst="rect">
            <a:avLst/>
          </a:prstGeom>
        </p:spPr>
      </p:pic>
      <p:pic>
        <p:nvPicPr>
          <p:cNvPr id="43" name="SK-7-img-42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9241482" y="1995636"/>
            <a:ext cx="524173" cy="514350"/>
          </a:xfrm>
          <a:prstGeom prst="rect">
            <a:avLst/>
          </a:prstGeom>
        </p:spPr>
      </p:pic>
      <p:pic>
        <p:nvPicPr>
          <p:cNvPr id="44" name="SK-7-img-43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290965" y="1995636"/>
            <a:ext cx="536377" cy="514350"/>
          </a:xfrm>
          <a:prstGeom prst="rect">
            <a:avLst/>
          </a:prstGeom>
        </p:spPr>
      </p:pic>
      <p:pic>
        <p:nvPicPr>
          <p:cNvPr id="45" name="SK-7-img-44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060698" y="6014442"/>
            <a:ext cx="353467" cy="377130"/>
          </a:xfrm>
          <a:prstGeom prst="rect">
            <a:avLst/>
          </a:prstGeom>
        </p:spPr>
      </p:pic>
      <p:pic>
        <p:nvPicPr>
          <p:cNvPr id="46" name="SK-7-img-45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048494" y="4958209"/>
            <a:ext cx="365671" cy="404515"/>
          </a:xfrm>
          <a:prstGeom prst="rect">
            <a:avLst/>
          </a:prstGeom>
        </p:spPr>
      </p:pic>
      <p:pic>
        <p:nvPicPr>
          <p:cNvPr id="47" name="SK-7-img-46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999679" y="4066729"/>
            <a:ext cx="499765" cy="390823"/>
          </a:xfrm>
          <a:prstGeom prst="rect">
            <a:avLst/>
          </a:prstGeom>
        </p:spPr>
      </p:pic>
      <p:pic>
        <p:nvPicPr>
          <p:cNvPr id="48" name="SK-7-img-47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048494" y="3250555"/>
            <a:ext cx="377875" cy="390823"/>
          </a:xfrm>
          <a:prstGeom prst="rect">
            <a:avLst/>
          </a:prstGeom>
        </p:spPr>
      </p:pic>
      <p:pic>
        <p:nvPicPr>
          <p:cNvPr id="49" name="SK-7-img-48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048494" y="2441377"/>
            <a:ext cx="377875" cy="390823"/>
          </a:xfrm>
          <a:prstGeom prst="rect">
            <a:avLst/>
          </a:prstGeom>
        </p:spPr>
      </p:pic>
      <p:pic>
        <p:nvPicPr>
          <p:cNvPr id="50" name="SK-7-img-49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024086" y="1625203"/>
            <a:ext cx="402282" cy="404515"/>
          </a:xfrm>
          <a:prstGeom prst="rect">
            <a:avLst/>
          </a:prstGeom>
        </p:spPr>
      </p:pic>
      <p:sp>
        <p:nvSpPr>
          <p:cNvPr id="51" name="SK-7-text-50"/>
          <p:cNvSpPr/>
          <p:nvPr/>
        </p:nvSpPr>
        <p:spPr>
          <a:xfrm>
            <a:off x="280392" y="219373"/>
            <a:ext cx="11881485" cy="46627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核心技术：八智能体协同推理机制</a:t>
            </a:r>
            <a:endParaRPr lang="en-US" sz="3150" dirty="0"/>
          </a:p>
        </p:txBody>
      </p:sp>
      <p:sp>
        <p:nvSpPr>
          <p:cNvPr id="52" name="SK-7-text-51"/>
          <p:cNvSpPr/>
          <p:nvPr/>
        </p:nvSpPr>
        <p:spPr>
          <a:xfrm>
            <a:off x="304800" y="1056084"/>
            <a:ext cx="10077450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5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LangGraph 编排 · 辩论-仲裁模式 · 动态退火反思校验</a:t>
            </a:r>
            <a:endParaRPr lang="en-US" sz="1500" dirty="0"/>
          </a:p>
        </p:txBody>
      </p:sp>
      <p:sp>
        <p:nvSpPr>
          <p:cNvPr id="53" name="SK-7-text-52"/>
          <p:cNvSpPr/>
          <p:nvPr/>
        </p:nvSpPr>
        <p:spPr>
          <a:xfrm>
            <a:off x="1682353" y="1590973"/>
            <a:ext cx="178117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意图分类</a:t>
            </a:r>
            <a:endParaRPr lang="en-US" sz="1650" dirty="0"/>
          </a:p>
        </p:txBody>
      </p:sp>
      <p:sp>
        <p:nvSpPr>
          <p:cNvPr id="54" name="SK-7-text-53"/>
          <p:cNvSpPr/>
          <p:nvPr/>
        </p:nvSpPr>
        <p:spPr>
          <a:xfrm>
            <a:off x="1694557" y="1878955"/>
            <a:ext cx="5379720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7类意图 + 难度评分 (0.0-1.0)</a:t>
            </a:r>
            <a:endParaRPr lang="en-US" sz="1200" dirty="0"/>
          </a:p>
        </p:txBody>
      </p:sp>
      <p:sp>
        <p:nvSpPr>
          <p:cNvPr id="55" name="SK-7-text-54"/>
          <p:cNvSpPr/>
          <p:nvPr/>
        </p:nvSpPr>
        <p:spPr>
          <a:xfrm>
            <a:off x="1682353" y="2400300"/>
            <a:ext cx="1781175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需求分析</a:t>
            </a:r>
            <a:endParaRPr lang="en-US" sz="1650" dirty="0"/>
          </a:p>
        </p:txBody>
      </p:sp>
      <p:sp>
        <p:nvSpPr>
          <p:cNvPr id="56" name="SK-7-text-55"/>
          <p:cNvSpPr/>
          <p:nvPr/>
        </p:nvSpPr>
        <p:spPr>
          <a:xfrm>
            <a:off x="1682353" y="2695129"/>
            <a:ext cx="2819400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拆解个性化学习需求</a:t>
            </a:r>
            <a:endParaRPr lang="en-US" sz="1200" dirty="0"/>
          </a:p>
        </p:txBody>
      </p:sp>
      <p:sp>
        <p:nvSpPr>
          <p:cNvPr id="57" name="SK-7-text-56"/>
          <p:cNvSpPr/>
          <p:nvPr/>
        </p:nvSpPr>
        <p:spPr>
          <a:xfrm>
            <a:off x="1682353" y="3202632"/>
            <a:ext cx="178117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证据检索</a:t>
            </a:r>
            <a:endParaRPr lang="en-US" sz="1650" dirty="0"/>
          </a:p>
        </p:txBody>
      </p:sp>
      <p:sp>
        <p:nvSpPr>
          <p:cNvPr id="58" name="SK-7-text-57"/>
          <p:cNvSpPr/>
          <p:nvPr/>
        </p:nvSpPr>
        <p:spPr>
          <a:xfrm>
            <a:off x="1694557" y="3504307"/>
            <a:ext cx="348996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RAG混合检索 + PubMed</a:t>
            </a:r>
            <a:endParaRPr lang="en-US" sz="1200" dirty="0"/>
          </a:p>
        </p:txBody>
      </p:sp>
      <p:sp>
        <p:nvSpPr>
          <p:cNvPr id="59" name="SK-7-text-58"/>
          <p:cNvSpPr/>
          <p:nvPr/>
        </p:nvSpPr>
        <p:spPr>
          <a:xfrm>
            <a:off x="1682353" y="3998119"/>
            <a:ext cx="345757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八智能体协同推理</a:t>
            </a:r>
            <a:endParaRPr lang="en-US" sz="1650" dirty="0"/>
          </a:p>
        </p:txBody>
      </p:sp>
      <p:sp>
        <p:nvSpPr>
          <p:cNvPr id="60" name="SK-7-text-59"/>
          <p:cNvSpPr/>
          <p:nvPr/>
        </p:nvSpPr>
        <p:spPr>
          <a:xfrm>
            <a:off x="1694557" y="4313634"/>
            <a:ext cx="4221480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并行推理 → 辩论 → 仲裁裁决</a:t>
            </a:r>
            <a:endParaRPr lang="en-US" sz="1200" dirty="0"/>
          </a:p>
        </p:txBody>
      </p:sp>
      <p:sp>
        <p:nvSpPr>
          <p:cNvPr id="61" name="SK-7-text-60"/>
          <p:cNvSpPr/>
          <p:nvPr/>
        </p:nvSpPr>
        <p:spPr>
          <a:xfrm>
            <a:off x="1682353" y="4910286"/>
            <a:ext cx="261937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双层质量校验</a:t>
            </a:r>
            <a:endParaRPr lang="en-US" sz="1650" dirty="0"/>
          </a:p>
        </p:txBody>
      </p:sp>
      <p:sp>
        <p:nvSpPr>
          <p:cNvPr id="62" name="SK-7-text-61"/>
          <p:cNvSpPr/>
          <p:nvPr/>
        </p:nvSpPr>
        <p:spPr>
          <a:xfrm>
            <a:off x="1694557" y="5205115"/>
            <a:ext cx="300228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规则引擎 + LLM反思</a:t>
            </a:r>
            <a:endParaRPr lang="en-US" sz="1200" dirty="0"/>
          </a:p>
        </p:txBody>
      </p:sp>
      <p:sp>
        <p:nvSpPr>
          <p:cNvPr id="63" name="SK-7-text-62"/>
          <p:cNvSpPr/>
          <p:nvPr/>
        </p:nvSpPr>
        <p:spPr>
          <a:xfrm>
            <a:off x="2706588" y="5602932"/>
            <a:ext cx="85820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48B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PASS</a:t>
            </a:r>
            <a:endParaRPr lang="en-US" sz="1275" dirty="0"/>
          </a:p>
        </p:txBody>
      </p:sp>
      <p:sp>
        <p:nvSpPr>
          <p:cNvPr id="64" name="SK-7-text-63"/>
          <p:cNvSpPr/>
          <p:nvPr/>
        </p:nvSpPr>
        <p:spPr>
          <a:xfrm>
            <a:off x="1682353" y="5959525"/>
            <a:ext cx="178117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报告生成</a:t>
            </a:r>
            <a:endParaRPr lang="en-US" sz="1650" dirty="0"/>
          </a:p>
        </p:txBody>
      </p:sp>
      <p:sp>
        <p:nvSpPr>
          <p:cNvPr id="65" name="SK-7-text-64"/>
          <p:cNvSpPr/>
          <p:nvPr/>
        </p:nvSpPr>
        <p:spPr>
          <a:xfrm>
            <a:off x="1694557" y="6247507"/>
            <a:ext cx="220980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含学习激励嵌入</a:t>
            </a:r>
            <a:endParaRPr lang="en-US" sz="1200" dirty="0"/>
          </a:p>
        </p:txBody>
      </p:sp>
      <p:sp>
        <p:nvSpPr>
          <p:cNvPr id="66" name="SK-7-text-65"/>
          <p:cNvSpPr/>
          <p:nvPr/>
        </p:nvSpPr>
        <p:spPr>
          <a:xfrm>
            <a:off x="4827984" y="4217640"/>
            <a:ext cx="828973" cy="69264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F6AD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动态退火 ·</a:t>
            </a:r>
            <a:endParaRPr lang="en-US" sz="12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F6AD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权重衰减 ·</a:t>
            </a:r>
            <a:endParaRPr lang="en-US" sz="12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F6AD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针对性修正</a:t>
            </a:r>
            <a:endParaRPr lang="en-US" sz="1200" dirty="0"/>
          </a:p>
        </p:txBody>
      </p:sp>
      <p:sp>
        <p:nvSpPr>
          <p:cNvPr id="67" name="SK-7-text-66"/>
          <p:cNvSpPr/>
          <p:nvPr/>
        </p:nvSpPr>
        <p:spPr>
          <a:xfrm>
            <a:off x="4584055" y="5273725"/>
            <a:ext cx="1246823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6AD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REJECT</a:t>
            </a:r>
            <a:endParaRPr lang="en-US" sz="1275" dirty="0"/>
          </a:p>
        </p:txBody>
      </p:sp>
      <p:sp>
        <p:nvSpPr>
          <p:cNvPr id="68" name="SK-7-text-67"/>
          <p:cNvSpPr/>
          <p:nvPr/>
        </p:nvSpPr>
        <p:spPr>
          <a:xfrm>
            <a:off x="6851898" y="1337221"/>
            <a:ext cx="534010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动态编排：按意图类型裁剪 3-6 个专家 + 仲裁</a:t>
            </a:r>
            <a:endParaRPr lang="en-US" sz="1500" dirty="0"/>
          </a:p>
        </p:txBody>
      </p:sp>
      <p:sp>
        <p:nvSpPr>
          <p:cNvPr id="69" name="SK-7-text-68"/>
          <p:cNvSpPr/>
          <p:nvPr/>
        </p:nvSpPr>
        <p:spPr>
          <a:xfrm>
            <a:off x="6973788" y="2002482"/>
            <a:ext cx="2762250" cy="26059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画像对话智能体</a:t>
            </a:r>
            <a:endParaRPr lang="en-US" sz="1500" dirty="0"/>
          </a:p>
        </p:txBody>
      </p:sp>
      <p:sp>
        <p:nvSpPr>
          <p:cNvPr id="70" name="SK-7-text-69"/>
          <p:cNvSpPr/>
          <p:nvPr/>
        </p:nvSpPr>
        <p:spPr>
          <a:xfrm>
            <a:off x="6973788" y="2331690"/>
            <a:ext cx="2514600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构建动态学生画像</a:t>
            </a:r>
            <a:endParaRPr lang="en-US" sz="1200" dirty="0"/>
          </a:p>
        </p:txBody>
      </p:sp>
      <p:sp>
        <p:nvSpPr>
          <p:cNvPr id="71" name="SK-7-text-70"/>
          <p:cNvSpPr/>
          <p:nvPr/>
        </p:nvSpPr>
        <p:spPr>
          <a:xfrm>
            <a:off x="9936361" y="2002482"/>
            <a:ext cx="2255639" cy="26059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题目生成智能体</a:t>
            </a:r>
            <a:endParaRPr lang="en-US" sz="1500" dirty="0"/>
          </a:p>
        </p:txBody>
      </p:sp>
      <p:sp>
        <p:nvSpPr>
          <p:cNvPr id="72" name="SK-7-text-71"/>
          <p:cNvSpPr/>
          <p:nvPr/>
        </p:nvSpPr>
        <p:spPr>
          <a:xfrm>
            <a:off x="9936361" y="2331690"/>
            <a:ext cx="2255639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练习题与评估题目</a:t>
            </a:r>
            <a:endParaRPr lang="en-US" sz="1200" dirty="0"/>
          </a:p>
        </p:txBody>
      </p:sp>
      <p:sp>
        <p:nvSpPr>
          <p:cNvPr id="73" name="SK-7-text-72"/>
          <p:cNvSpPr/>
          <p:nvPr/>
        </p:nvSpPr>
        <p:spPr>
          <a:xfrm>
            <a:off x="6973788" y="3099792"/>
            <a:ext cx="2762250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特征抽取智能体</a:t>
            </a:r>
            <a:endParaRPr lang="en-US" sz="1500" dirty="0"/>
          </a:p>
        </p:txBody>
      </p:sp>
      <p:sp>
        <p:nvSpPr>
          <p:cNvPr id="74" name="SK-7-text-73"/>
          <p:cNvSpPr/>
          <p:nvPr/>
        </p:nvSpPr>
        <p:spPr>
          <a:xfrm>
            <a:off x="6973788" y="3429000"/>
            <a:ext cx="281940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结构化画像维度提取</a:t>
            </a:r>
            <a:endParaRPr lang="en-US" sz="1200" dirty="0"/>
          </a:p>
        </p:txBody>
      </p:sp>
      <p:sp>
        <p:nvSpPr>
          <p:cNvPr id="75" name="SK-7-text-74"/>
          <p:cNvSpPr/>
          <p:nvPr/>
        </p:nvSpPr>
        <p:spPr>
          <a:xfrm>
            <a:off x="9936361" y="3106638"/>
            <a:ext cx="225563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质量审核智能体</a:t>
            </a:r>
            <a:endParaRPr lang="en-US" sz="1500" dirty="0"/>
          </a:p>
        </p:txBody>
      </p:sp>
      <p:sp>
        <p:nvSpPr>
          <p:cNvPr id="76" name="SK-7-text-75"/>
          <p:cNvSpPr/>
          <p:nvPr/>
        </p:nvSpPr>
        <p:spPr>
          <a:xfrm>
            <a:off x="9936361" y="3429000"/>
            <a:ext cx="225563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三重教学质量校验</a:t>
            </a:r>
            <a:endParaRPr lang="en-US" sz="1200" dirty="0"/>
          </a:p>
        </p:txBody>
      </p:sp>
      <p:sp>
        <p:nvSpPr>
          <p:cNvPr id="77" name="SK-7-text-76"/>
          <p:cNvSpPr/>
          <p:nvPr/>
        </p:nvSpPr>
        <p:spPr>
          <a:xfrm>
            <a:off x="6973788" y="4217640"/>
            <a:ext cx="2762250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需求分析智能体</a:t>
            </a:r>
            <a:endParaRPr lang="en-US" sz="1500" dirty="0"/>
          </a:p>
        </p:txBody>
      </p:sp>
      <p:sp>
        <p:nvSpPr>
          <p:cNvPr id="78" name="SK-7-text-77"/>
          <p:cNvSpPr/>
          <p:nvPr/>
        </p:nvSpPr>
        <p:spPr>
          <a:xfrm>
            <a:off x="6973788" y="4539853"/>
            <a:ext cx="2819400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拆解个性化学习目标</a:t>
            </a:r>
            <a:endParaRPr lang="en-US" sz="1200" dirty="0"/>
          </a:p>
        </p:txBody>
      </p:sp>
      <p:sp>
        <p:nvSpPr>
          <p:cNvPr id="79" name="SK-7-text-78"/>
          <p:cNvSpPr/>
          <p:nvPr/>
        </p:nvSpPr>
        <p:spPr>
          <a:xfrm>
            <a:off x="9936361" y="4217640"/>
            <a:ext cx="2255639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学习激励智能体</a:t>
            </a:r>
            <a:endParaRPr lang="en-US" sz="1500" dirty="0"/>
          </a:p>
        </p:txBody>
      </p:sp>
      <p:sp>
        <p:nvSpPr>
          <p:cNvPr id="80" name="SK-7-text-79"/>
          <p:cNvSpPr/>
          <p:nvPr/>
        </p:nvSpPr>
        <p:spPr>
          <a:xfrm>
            <a:off x="9936361" y="4539853"/>
            <a:ext cx="2255639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情感陪伴与节奏调整</a:t>
            </a:r>
            <a:endParaRPr lang="en-US" sz="1200" dirty="0"/>
          </a:p>
        </p:txBody>
      </p:sp>
      <p:sp>
        <p:nvSpPr>
          <p:cNvPr id="81" name="SK-7-text-80"/>
          <p:cNvSpPr/>
          <p:nvPr/>
        </p:nvSpPr>
        <p:spPr>
          <a:xfrm>
            <a:off x="6973788" y="5321796"/>
            <a:ext cx="2762250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文档撰写智能体</a:t>
            </a:r>
            <a:endParaRPr lang="en-US" sz="1500" dirty="0"/>
          </a:p>
        </p:txBody>
      </p:sp>
      <p:sp>
        <p:nvSpPr>
          <p:cNvPr id="82" name="SK-7-text-81"/>
          <p:cNvSpPr/>
          <p:nvPr/>
        </p:nvSpPr>
        <p:spPr>
          <a:xfrm>
            <a:off x="6973788" y="5644009"/>
            <a:ext cx="2514600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生成课程讲解资源</a:t>
            </a:r>
            <a:endParaRPr lang="en-US" sz="1200" dirty="0"/>
          </a:p>
        </p:txBody>
      </p:sp>
      <p:sp>
        <p:nvSpPr>
          <p:cNvPr id="83" name="SK-7-text-82"/>
          <p:cNvSpPr/>
          <p:nvPr/>
        </p:nvSpPr>
        <p:spPr>
          <a:xfrm>
            <a:off x="9936361" y="5321796"/>
            <a:ext cx="2000250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6AD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仲裁智能体</a:t>
            </a:r>
            <a:endParaRPr lang="en-US" sz="1500" dirty="0"/>
          </a:p>
        </p:txBody>
      </p:sp>
      <p:sp>
        <p:nvSpPr>
          <p:cNvPr id="84" name="SK-7-text-83"/>
          <p:cNvSpPr/>
          <p:nvPr/>
        </p:nvSpPr>
        <p:spPr>
          <a:xfrm>
            <a:off x="9936361" y="5644009"/>
            <a:ext cx="2255639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辩论裁决 (难度≥0.6启用)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8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8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467" y="850255"/>
            <a:ext cx="1133773" cy="137071"/>
          </a:xfrm>
          <a:prstGeom prst="rect">
            <a:avLst/>
          </a:prstGeom>
        </p:spPr>
      </p:pic>
      <p:pic>
        <p:nvPicPr>
          <p:cNvPr id="4" name="SK-8-img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486" y="1927027"/>
            <a:ext cx="3413671" cy="1529209"/>
          </a:xfrm>
          <a:prstGeom prst="rect">
            <a:avLst/>
          </a:prstGeom>
        </p:spPr>
      </p:pic>
      <p:pic>
        <p:nvPicPr>
          <p:cNvPr id="5" name="SK-8-img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486" y="3641527"/>
            <a:ext cx="3413671" cy="1405830"/>
          </a:xfrm>
          <a:prstGeom prst="rect">
            <a:avLst/>
          </a:prstGeom>
        </p:spPr>
      </p:pic>
      <p:pic>
        <p:nvPicPr>
          <p:cNvPr id="6" name="SK-8-img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2400" y="2678757"/>
            <a:ext cx="609600" cy="19050"/>
          </a:xfrm>
          <a:prstGeom prst="rect">
            <a:avLst/>
          </a:prstGeom>
        </p:spPr>
      </p:pic>
      <p:pic>
        <p:nvPicPr>
          <p:cNvPr id="7" name="SK-8-img-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3014" y="2647871"/>
            <a:ext cx="80822" cy="80822"/>
          </a:xfrm>
          <a:prstGeom prst="rect">
            <a:avLst/>
          </a:prstGeom>
        </p:spPr>
      </p:pic>
      <p:pic>
        <p:nvPicPr>
          <p:cNvPr id="8" name="SK-8-img-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62400" y="4331494"/>
            <a:ext cx="609600" cy="19050"/>
          </a:xfrm>
          <a:prstGeom prst="rect">
            <a:avLst/>
          </a:prstGeom>
        </p:spPr>
      </p:pic>
      <p:pic>
        <p:nvPicPr>
          <p:cNvPr id="9" name="SK-8-img-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3014" y="4300608"/>
            <a:ext cx="80822" cy="80822"/>
          </a:xfrm>
          <a:prstGeom prst="rect">
            <a:avLst/>
          </a:prstGeom>
        </p:spPr>
      </p:pic>
      <p:pic>
        <p:nvPicPr>
          <p:cNvPr id="10" name="SK-8-img-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6094" y="1563588"/>
            <a:ext cx="3035796" cy="4004965"/>
          </a:xfrm>
          <a:prstGeom prst="rect">
            <a:avLst/>
          </a:prstGeom>
        </p:spPr>
      </p:pic>
      <p:pic>
        <p:nvPicPr>
          <p:cNvPr id="11" name="SK-8-img-1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81600" y="2331690"/>
            <a:ext cx="1060698" cy="383977"/>
          </a:xfrm>
          <a:prstGeom prst="rect">
            <a:avLst/>
          </a:prstGeom>
        </p:spPr>
      </p:pic>
      <p:pic>
        <p:nvPicPr>
          <p:cNvPr id="12" name="SK-8-img-11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76392" y="2331690"/>
            <a:ext cx="1060698" cy="383977"/>
          </a:xfrm>
          <a:prstGeom prst="rect">
            <a:avLst/>
          </a:prstGeom>
        </p:spPr>
      </p:pic>
      <p:pic>
        <p:nvPicPr>
          <p:cNvPr id="13" name="SK-8-img-12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81600" y="2818507"/>
            <a:ext cx="1060698" cy="383977"/>
          </a:xfrm>
          <a:prstGeom prst="rect">
            <a:avLst/>
          </a:prstGeom>
        </p:spPr>
      </p:pic>
      <p:pic>
        <p:nvPicPr>
          <p:cNvPr id="14" name="SK-8-img-13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76392" y="2818507"/>
            <a:ext cx="1060698" cy="383977"/>
          </a:xfrm>
          <a:prstGeom prst="rect">
            <a:avLst/>
          </a:prstGeom>
        </p:spPr>
      </p:pic>
      <p:pic>
        <p:nvPicPr>
          <p:cNvPr id="15" name="SK-8-img-14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62079" y="4274493"/>
            <a:ext cx="2523679" cy="9525"/>
          </a:xfrm>
          <a:prstGeom prst="rect">
            <a:avLst/>
          </a:prstGeom>
        </p:spPr>
      </p:pic>
      <p:pic>
        <p:nvPicPr>
          <p:cNvPr id="16" name="SK-8-img-15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88188" y="3302794"/>
            <a:ext cx="743694" cy="19050"/>
          </a:xfrm>
          <a:prstGeom prst="rect">
            <a:avLst/>
          </a:prstGeom>
        </p:spPr>
      </p:pic>
      <p:pic>
        <p:nvPicPr>
          <p:cNvPr id="17" name="SK-8-img-16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765977" y="1762423"/>
            <a:ext cx="2852886" cy="3483769"/>
          </a:xfrm>
          <a:prstGeom prst="rect">
            <a:avLst/>
          </a:prstGeom>
        </p:spPr>
      </p:pic>
      <p:pic>
        <p:nvPicPr>
          <p:cNvPr id="18" name="SK-8-img-17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8973" y="5863530"/>
            <a:ext cx="3145482" cy="685800"/>
          </a:xfrm>
          <a:prstGeom prst="rect">
            <a:avLst/>
          </a:prstGeom>
        </p:spPr>
      </p:pic>
      <p:pic>
        <p:nvPicPr>
          <p:cNvPr id="19" name="SK-8-img-18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242792" y="5863530"/>
            <a:ext cx="3572173" cy="685800"/>
          </a:xfrm>
          <a:prstGeom prst="rect">
            <a:avLst/>
          </a:prstGeom>
        </p:spPr>
      </p:pic>
      <p:pic>
        <p:nvPicPr>
          <p:cNvPr id="20" name="SK-8-img-19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83153" y="5863530"/>
            <a:ext cx="3401467" cy="685800"/>
          </a:xfrm>
          <a:prstGeom prst="rect">
            <a:avLst/>
          </a:prstGeom>
        </p:spPr>
      </p:pic>
      <p:pic>
        <p:nvPicPr>
          <p:cNvPr id="21" name="SK-8-img-20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14879" y="5980063"/>
            <a:ext cx="365671" cy="479971"/>
          </a:xfrm>
          <a:prstGeom prst="rect">
            <a:avLst/>
          </a:prstGeom>
        </p:spPr>
      </p:pic>
      <p:pic>
        <p:nvPicPr>
          <p:cNvPr id="22" name="SK-8-img-21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462165" y="6028134"/>
            <a:ext cx="511969" cy="363438"/>
          </a:xfrm>
          <a:prstGeom prst="rect">
            <a:avLst/>
          </a:prstGeom>
        </p:spPr>
      </p:pic>
      <p:pic>
        <p:nvPicPr>
          <p:cNvPr id="23" name="SK-8-img-22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60698" y="5973217"/>
            <a:ext cx="438894" cy="486817"/>
          </a:xfrm>
          <a:prstGeom prst="rect">
            <a:avLst/>
          </a:prstGeom>
        </p:spPr>
      </p:pic>
      <p:pic>
        <p:nvPicPr>
          <p:cNvPr id="24" name="SK-8-img-23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509671" y="1995636"/>
            <a:ext cx="1365498" cy="1172617"/>
          </a:xfrm>
          <a:prstGeom prst="rect">
            <a:avLst/>
          </a:prstGeom>
        </p:spPr>
      </p:pic>
      <p:pic>
        <p:nvPicPr>
          <p:cNvPr id="25" name="SK-8-img-24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120259" y="3422005"/>
            <a:ext cx="268188" cy="335905"/>
          </a:xfrm>
          <a:prstGeom prst="rect">
            <a:avLst/>
          </a:prstGeom>
        </p:spPr>
      </p:pic>
      <p:pic>
        <p:nvPicPr>
          <p:cNvPr id="26" name="SK-8-img-25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16769" y="3957042"/>
            <a:ext cx="731490" cy="774948"/>
          </a:xfrm>
          <a:prstGeom prst="rect">
            <a:avLst/>
          </a:prstGeom>
        </p:spPr>
      </p:pic>
      <p:pic>
        <p:nvPicPr>
          <p:cNvPr id="27" name="SK-8-img-26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80157" y="2304157"/>
            <a:ext cx="731490" cy="795486"/>
          </a:xfrm>
          <a:prstGeom prst="rect">
            <a:avLst/>
          </a:prstGeom>
        </p:spPr>
      </p:pic>
      <p:sp>
        <p:nvSpPr>
          <p:cNvPr id="28" name="SK-8-text-27"/>
          <p:cNvSpPr/>
          <p:nvPr/>
        </p:nvSpPr>
        <p:spPr>
          <a:xfrm>
            <a:off x="316855" y="260598"/>
            <a:ext cx="11875145" cy="4731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核心技术：混合检索 RAG 与证据链保障</a:t>
            </a:r>
            <a:endParaRPr lang="en-US" sz="3150" dirty="0"/>
          </a:p>
        </p:txBody>
      </p:sp>
      <p:sp>
        <p:nvSpPr>
          <p:cNvPr id="29" name="SK-8-text-28"/>
          <p:cNvSpPr/>
          <p:nvPr/>
        </p:nvSpPr>
        <p:spPr>
          <a:xfrm>
            <a:off x="1658094" y="870942"/>
            <a:ext cx="9989820" cy="28798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8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双路并发 · 多模型容灾 · QA衍生 · 精准溯源</a:t>
            </a:r>
            <a:endParaRPr lang="en-US" sz="1800" dirty="0"/>
          </a:p>
        </p:txBody>
      </p:sp>
      <p:sp>
        <p:nvSpPr>
          <p:cNvPr id="30" name="SK-8-text-29"/>
          <p:cNvSpPr/>
          <p:nvPr/>
        </p:nvSpPr>
        <p:spPr>
          <a:xfrm>
            <a:off x="1462980" y="1522363"/>
            <a:ext cx="2857500" cy="26059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3B3E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双路并发检索</a:t>
            </a:r>
            <a:endParaRPr lang="en-US" sz="1800" dirty="0"/>
          </a:p>
        </p:txBody>
      </p:sp>
      <p:sp>
        <p:nvSpPr>
          <p:cNvPr id="31" name="SK-8-text-30"/>
          <p:cNvSpPr/>
          <p:nvPr/>
        </p:nvSpPr>
        <p:spPr>
          <a:xfrm>
            <a:off x="1706761" y="2311003"/>
            <a:ext cx="3095625" cy="3085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向量语义检索</a:t>
            </a:r>
            <a:endParaRPr lang="en-US" sz="1950" dirty="0"/>
          </a:p>
        </p:txBody>
      </p:sp>
      <p:sp>
        <p:nvSpPr>
          <p:cNvPr id="32" name="SK-8-text-31"/>
          <p:cNvSpPr/>
          <p:nvPr/>
        </p:nvSpPr>
        <p:spPr>
          <a:xfrm>
            <a:off x="1706761" y="2729359"/>
            <a:ext cx="214312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ChromaDB +</a:t>
            </a:r>
            <a:endParaRPr lang="en-US" sz="1350" dirty="0"/>
          </a:p>
        </p:txBody>
      </p:sp>
      <p:sp>
        <p:nvSpPr>
          <p:cNvPr id="33" name="SK-8-text-32"/>
          <p:cNvSpPr/>
          <p:nvPr/>
        </p:nvSpPr>
        <p:spPr>
          <a:xfrm>
            <a:off x="1706761" y="2962573"/>
            <a:ext cx="3994785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DashScope Embedding</a:t>
            </a:r>
            <a:endParaRPr lang="en-US" sz="1350" dirty="0"/>
          </a:p>
        </p:txBody>
      </p:sp>
      <p:sp>
        <p:nvSpPr>
          <p:cNvPr id="34" name="SK-8-text-33"/>
          <p:cNvSpPr/>
          <p:nvPr/>
        </p:nvSpPr>
        <p:spPr>
          <a:xfrm>
            <a:off x="1706761" y="4032498"/>
            <a:ext cx="4977765" cy="2948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BM25 术语精确匹配</a:t>
            </a:r>
            <a:endParaRPr lang="en-US" sz="1950" dirty="0"/>
          </a:p>
        </p:txBody>
      </p:sp>
      <p:sp>
        <p:nvSpPr>
          <p:cNvPr id="35" name="SK-8-text-34"/>
          <p:cNvSpPr/>
          <p:nvPr/>
        </p:nvSpPr>
        <p:spPr>
          <a:xfrm>
            <a:off x="1706761" y="4437013"/>
            <a:ext cx="282892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专业术语精确召回</a:t>
            </a:r>
            <a:endParaRPr lang="en-US" sz="1350" dirty="0"/>
          </a:p>
        </p:txBody>
      </p:sp>
      <p:sp>
        <p:nvSpPr>
          <p:cNvPr id="36" name="SK-8-text-35"/>
          <p:cNvSpPr/>
          <p:nvPr/>
        </p:nvSpPr>
        <p:spPr>
          <a:xfrm>
            <a:off x="5181600" y="1865263"/>
            <a:ext cx="4977765" cy="3085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多模型 Rerank 容灾</a:t>
            </a:r>
            <a:endParaRPr lang="en-US" sz="1950" dirty="0"/>
          </a:p>
        </p:txBody>
      </p:sp>
      <p:sp>
        <p:nvSpPr>
          <p:cNvPr id="37" name="SK-8-text-36"/>
          <p:cNvSpPr/>
          <p:nvPr/>
        </p:nvSpPr>
        <p:spPr>
          <a:xfrm>
            <a:off x="5376565" y="2413992"/>
            <a:ext cx="1303020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模型A</a:t>
            </a:r>
            <a:endParaRPr lang="en-US" sz="1800" dirty="0"/>
          </a:p>
        </p:txBody>
      </p:sp>
      <p:sp>
        <p:nvSpPr>
          <p:cNvPr id="38" name="SK-8-text-37"/>
          <p:cNvSpPr/>
          <p:nvPr/>
        </p:nvSpPr>
        <p:spPr>
          <a:xfrm>
            <a:off x="6522690" y="2413992"/>
            <a:ext cx="1303020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模型B</a:t>
            </a:r>
            <a:endParaRPr lang="en-US" sz="1800" dirty="0"/>
          </a:p>
        </p:txBody>
      </p:sp>
      <p:sp>
        <p:nvSpPr>
          <p:cNvPr id="39" name="SK-8-text-38"/>
          <p:cNvSpPr/>
          <p:nvPr/>
        </p:nvSpPr>
        <p:spPr>
          <a:xfrm>
            <a:off x="5376565" y="2962573"/>
            <a:ext cx="1303020" cy="26059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模型C</a:t>
            </a:r>
            <a:endParaRPr lang="en-US" sz="1800" dirty="0"/>
          </a:p>
        </p:txBody>
      </p:sp>
      <p:sp>
        <p:nvSpPr>
          <p:cNvPr id="40" name="SK-8-text-39"/>
          <p:cNvSpPr/>
          <p:nvPr/>
        </p:nvSpPr>
        <p:spPr>
          <a:xfrm>
            <a:off x="6522690" y="2962573"/>
            <a:ext cx="1303020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模型D</a:t>
            </a:r>
            <a:endParaRPr lang="en-US" sz="1800" dirty="0"/>
          </a:p>
        </p:txBody>
      </p:sp>
      <p:sp>
        <p:nvSpPr>
          <p:cNvPr id="41" name="SK-8-text-40"/>
          <p:cNvSpPr/>
          <p:nvPr/>
        </p:nvSpPr>
        <p:spPr>
          <a:xfrm>
            <a:off x="5279082" y="3819823"/>
            <a:ext cx="3857625" cy="2330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全部失败时原始结果兜底</a:t>
            </a:r>
            <a:endParaRPr lang="en-US" sz="1350" dirty="0"/>
          </a:p>
        </p:txBody>
      </p:sp>
      <p:sp>
        <p:nvSpPr>
          <p:cNvPr id="42" name="SK-8-text-41"/>
          <p:cNvSpPr/>
          <p:nvPr/>
        </p:nvSpPr>
        <p:spPr>
          <a:xfrm>
            <a:off x="5303490" y="4491930"/>
            <a:ext cx="3987165" cy="3085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QA 自动衍生引擎</a:t>
            </a:r>
            <a:endParaRPr lang="en-US" sz="1950" dirty="0"/>
          </a:p>
        </p:txBody>
      </p:sp>
      <p:sp>
        <p:nvSpPr>
          <p:cNvPr id="43" name="SK-8-text-42"/>
          <p:cNvSpPr/>
          <p:nvPr/>
        </p:nvSpPr>
        <p:spPr>
          <a:xfrm>
            <a:off x="5120580" y="4896594"/>
            <a:ext cx="2206675" cy="46627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PDF → 问答对 + 页码标签，</a:t>
            </a:r>
            <a:endParaRPr lang="en-US" sz="1425" dirty="0"/>
          </a:p>
          <a:p>
            <a:pPr algn="ctr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提升召回率</a:t>
            </a:r>
            <a:endParaRPr lang="en-US" sz="1425" dirty="0"/>
          </a:p>
        </p:txBody>
      </p:sp>
      <p:sp>
        <p:nvSpPr>
          <p:cNvPr id="44" name="SK-8-text-43"/>
          <p:cNvSpPr/>
          <p:nvPr/>
        </p:nvSpPr>
        <p:spPr>
          <a:xfrm>
            <a:off x="7888188" y="2948880"/>
            <a:ext cx="1457325" cy="2330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排序结果</a:t>
            </a:r>
            <a:endParaRPr lang="en-US" sz="1350" dirty="0"/>
          </a:p>
        </p:txBody>
      </p:sp>
      <p:sp>
        <p:nvSpPr>
          <p:cNvPr id="45" name="SK-8-text-44"/>
          <p:cNvSpPr/>
          <p:nvPr/>
        </p:nvSpPr>
        <p:spPr>
          <a:xfrm>
            <a:off x="9485263" y="3291780"/>
            <a:ext cx="2600325" cy="3222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证据链输出</a:t>
            </a:r>
            <a:endParaRPr lang="en-US" sz="1950" dirty="0"/>
          </a:p>
        </p:txBody>
      </p:sp>
      <p:sp>
        <p:nvSpPr>
          <p:cNvPr id="46" name="SK-8-text-45"/>
          <p:cNvSpPr/>
          <p:nvPr/>
        </p:nvSpPr>
        <p:spPr>
          <a:xfrm>
            <a:off x="8961090" y="3847207"/>
            <a:ext cx="3230910" cy="2330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精准溯源标注（文献 + 页码）</a:t>
            </a:r>
            <a:endParaRPr lang="en-US" sz="1350" dirty="0"/>
          </a:p>
        </p:txBody>
      </p:sp>
      <p:sp>
        <p:nvSpPr>
          <p:cNvPr id="47" name="SK-8-text-46"/>
          <p:cNvSpPr/>
          <p:nvPr/>
        </p:nvSpPr>
        <p:spPr>
          <a:xfrm>
            <a:off x="8948886" y="4286250"/>
            <a:ext cx="3243114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MD5缓存 · 300秒TTL</a:t>
            </a:r>
            <a:endParaRPr lang="en-US" sz="1350" dirty="0"/>
          </a:p>
        </p:txBody>
      </p:sp>
      <p:sp>
        <p:nvSpPr>
          <p:cNvPr id="48" name="SK-8-text-47"/>
          <p:cNvSpPr/>
          <p:nvPr/>
        </p:nvSpPr>
        <p:spPr>
          <a:xfrm>
            <a:off x="8948886" y="4704457"/>
            <a:ext cx="3243114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并行子问题检索 · 相关度评分</a:t>
            </a:r>
            <a:endParaRPr lang="en-US" sz="1350" dirty="0"/>
          </a:p>
        </p:txBody>
      </p:sp>
      <p:sp>
        <p:nvSpPr>
          <p:cNvPr id="49" name="SK-8-text-48"/>
          <p:cNvSpPr/>
          <p:nvPr/>
        </p:nvSpPr>
        <p:spPr>
          <a:xfrm>
            <a:off x="1718965" y="6076057"/>
            <a:ext cx="3771900" cy="3085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4个候选重排模型</a:t>
            </a:r>
            <a:endParaRPr lang="en-US" sz="1800" dirty="0"/>
          </a:p>
        </p:txBody>
      </p:sp>
      <p:sp>
        <p:nvSpPr>
          <p:cNvPr id="50" name="SK-8-text-49"/>
          <p:cNvSpPr/>
          <p:nvPr/>
        </p:nvSpPr>
        <p:spPr>
          <a:xfrm>
            <a:off x="5132784" y="6076057"/>
            <a:ext cx="4411980" cy="3085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双路并发 · 页回率↑</a:t>
            </a:r>
            <a:endParaRPr lang="en-US" sz="1800" dirty="0"/>
          </a:p>
        </p:txBody>
      </p:sp>
      <p:sp>
        <p:nvSpPr>
          <p:cNvPr id="51" name="SK-8-text-50"/>
          <p:cNvSpPr/>
          <p:nvPr/>
        </p:nvSpPr>
        <p:spPr>
          <a:xfrm>
            <a:off x="8802588" y="6076057"/>
            <a:ext cx="3389412" cy="3085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强制来源标注 · 可溯源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9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9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88" y="761107"/>
            <a:ext cx="1072753" cy="95994"/>
          </a:xfrm>
          <a:prstGeom prst="rect">
            <a:avLst/>
          </a:prstGeom>
        </p:spPr>
      </p:pic>
      <p:pic>
        <p:nvPicPr>
          <p:cNvPr id="4" name="SK-9-img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188" y="1865263"/>
            <a:ext cx="1828800" cy="1138386"/>
          </a:xfrm>
          <a:prstGeom prst="rect">
            <a:avLst/>
          </a:prstGeom>
        </p:spPr>
      </p:pic>
      <p:pic>
        <p:nvPicPr>
          <p:cNvPr id="5" name="SK-9-img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7859" y="1865263"/>
            <a:ext cx="1828800" cy="1138386"/>
          </a:xfrm>
          <a:prstGeom prst="rect">
            <a:avLst/>
          </a:prstGeom>
        </p:spPr>
      </p:pic>
      <p:pic>
        <p:nvPicPr>
          <p:cNvPr id="6" name="SK-9-img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7679" y="1865263"/>
            <a:ext cx="1828800" cy="1138386"/>
          </a:xfrm>
          <a:prstGeom prst="rect">
            <a:avLst/>
          </a:prstGeom>
        </p:spPr>
      </p:pic>
      <p:pic>
        <p:nvPicPr>
          <p:cNvPr id="7" name="SK-9-img-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8188" y="3092946"/>
            <a:ext cx="1828800" cy="1138386"/>
          </a:xfrm>
          <a:prstGeom prst="rect">
            <a:avLst/>
          </a:prstGeom>
        </p:spPr>
      </p:pic>
      <p:pic>
        <p:nvPicPr>
          <p:cNvPr id="8" name="SK-9-img-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57859" y="3092946"/>
            <a:ext cx="1828800" cy="1138386"/>
          </a:xfrm>
          <a:prstGeom prst="rect">
            <a:avLst/>
          </a:prstGeom>
        </p:spPr>
      </p:pic>
      <p:pic>
        <p:nvPicPr>
          <p:cNvPr id="9" name="SK-9-img-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47679" y="3092946"/>
            <a:ext cx="1828800" cy="1138386"/>
          </a:xfrm>
          <a:prstGeom prst="rect">
            <a:avLst/>
          </a:prstGeom>
        </p:spPr>
      </p:pic>
      <p:pic>
        <p:nvPicPr>
          <p:cNvPr id="10" name="SK-9-img-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8188" y="4320480"/>
            <a:ext cx="1828800" cy="1138386"/>
          </a:xfrm>
          <a:prstGeom prst="rect">
            <a:avLst/>
          </a:prstGeom>
        </p:spPr>
      </p:pic>
      <p:pic>
        <p:nvPicPr>
          <p:cNvPr id="11" name="SK-9-img-1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57859" y="4320480"/>
            <a:ext cx="1828800" cy="1138386"/>
          </a:xfrm>
          <a:prstGeom prst="rect">
            <a:avLst/>
          </a:prstGeom>
        </p:spPr>
      </p:pic>
      <p:pic>
        <p:nvPicPr>
          <p:cNvPr id="12" name="SK-9-img-11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47679" y="4320480"/>
            <a:ext cx="1828800" cy="1138386"/>
          </a:xfrm>
          <a:prstGeom prst="rect">
            <a:avLst/>
          </a:prstGeom>
        </p:spPr>
      </p:pic>
      <p:pic>
        <p:nvPicPr>
          <p:cNvPr id="13" name="SK-9-img-12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42298" y="1200150"/>
            <a:ext cx="5669161" cy="4649688"/>
          </a:xfrm>
          <a:prstGeom prst="rect">
            <a:avLst/>
          </a:prstGeom>
        </p:spPr>
      </p:pic>
      <p:pic>
        <p:nvPicPr>
          <p:cNvPr id="14" name="SK-9-img-13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54353" y="1577280"/>
            <a:ext cx="5644753" cy="370284"/>
          </a:xfrm>
          <a:prstGeom prst="rect">
            <a:avLst/>
          </a:prstGeom>
        </p:spPr>
      </p:pic>
      <p:pic>
        <p:nvPicPr>
          <p:cNvPr id="15" name="SK-9-img-14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54353" y="2331690"/>
            <a:ext cx="5644753" cy="370284"/>
          </a:xfrm>
          <a:prstGeom prst="rect">
            <a:avLst/>
          </a:prstGeom>
        </p:spPr>
      </p:pic>
      <p:pic>
        <p:nvPicPr>
          <p:cNvPr id="16" name="SK-9-img-15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54353" y="3086100"/>
            <a:ext cx="5644753" cy="370284"/>
          </a:xfrm>
          <a:prstGeom prst="rect">
            <a:avLst/>
          </a:prstGeom>
        </p:spPr>
      </p:pic>
      <p:pic>
        <p:nvPicPr>
          <p:cNvPr id="17" name="SK-9-img-16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509498" y="1261765"/>
            <a:ext cx="1048494" cy="233065"/>
          </a:xfrm>
          <a:prstGeom prst="rect">
            <a:avLst/>
          </a:prstGeom>
        </p:spPr>
      </p:pic>
      <p:pic>
        <p:nvPicPr>
          <p:cNvPr id="18" name="SK-9-img-17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509498" y="1639044"/>
            <a:ext cx="1048494" cy="233065"/>
          </a:xfrm>
          <a:prstGeom prst="rect">
            <a:avLst/>
          </a:prstGeom>
        </p:spPr>
      </p:pic>
      <p:pic>
        <p:nvPicPr>
          <p:cNvPr id="19" name="SK-9-img-18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509498" y="2393305"/>
            <a:ext cx="1048494" cy="233065"/>
          </a:xfrm>
          <a:prstGeom prst="rect">
            <a:avLst/>
          </a:prstGeom>
        </p:spPr>
      </p:pic>
      <p:pic>
        <p:nvPicPr>
          <p:cNvPr id="20" name="SK-9-img-19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509498" y="5033665"/>
            <a:ext cx="1048494" cy="233065"/>
          </a:xfrm>
          <a:prstGeom prst="rect">
            <a:avLst/>
          </a:prstGeom>
        </p:spPr>
      </p:pic>
      <p:pic>
        <p:nvPicPr>
          <p:cNvPr id="21" name="SK-9-img-20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68188" y="5945832"/>
            <a:ext cx="11655475" cy="678805"/>
          </a:xfrm>
          <a:prstGeom prst="rect">
            <a:avLst/>
          </a:prstGeom>
        </p:spPr>
      </p:pic>
      <p:pic>
        <p:nvPicPr>
          <p:cNvPr id="22" name="SK-9-img-21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055120" y="6103590"/>
            <a:ext cx="9525" cy="377130"/>
          </a:xfrm>
          <a:prstGeom prst="rect">
            <a:avLst/>
          </a:prstGeom>
        </p:spPr>
      </p:pic>
      <p:pic>
        <p:nvPicPr>
          <p:cNvPr id="23" name="SK-9-img-22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115002" y="6103590"/>
            <a:ext cx="9525" cy="377130"/>
          </a:xfrm>
          <a:prstGeom prst="rect">
            <a:avLst/>
          </a:prstGeom>
        </p:spPr>
      </p:pic>
      <p:pic>
        <p:nvPicPr>
          <p:cNvPr id="24" name="SK-9-img-23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644086" y="6151513"/>
            <a:ext cx="316855" cy="432048"/>
          </a:xfrm>
          <a:prstGeom prst="rect">
            <a:avLst/>
          </a:prstGeom>
        </p:spPr>
      </p:pic>
      <p:pic>
        <p:nvPicPr>
          <p:cNvPr id="25" name="SK-9-img-24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779984" y="6151513"/>
            <a:ext cx="329059" cy="445740"/>
          </a:xfrm>
          <a:prstGeom prst="rect">
            <a:avLst/>
          </a:prstGeom>
        </p:spPr>
      </p:pic>
      <p:sp>
        <p:nvSpPr>
          <p:cNvPr id="26" name="SK-9-text-25"/>
          <p:cNvSpPr/>
          <p:nvPr/>
        </p:nvSpPr>
        <p:spPr>
          <a:xfrm>
            <a:off x="182761" y="185142"/>
            <a:ext cx="10096500" cy="4320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九大创新亮点与赛题达成情况</a:t>
            </a:r>
            <a:endParaRPr lang="en-US" sz="3000" dirty="0"/>
          </a:p>
        </p:txBody>
      </p:sp>
      <p:sp>
        <p:nvSpPr>
          <p:cNvPr id="27" name="SK-9-text-26"/>
          <p:cNvSpPr/>
          <p:nvPr/>
        </p:nvSpPr>
        <p:spPr>
          <a:xfrm>
            <a:off x="231577" y="987475"/>
            <a:ext cx="6875145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全面超额完成赛题指标 · 三项额外亮点加分</a:t>
            </a:r>
            <a:endParaRPr lang="en-US" sz="1350" dirty="0"/>
          </a:p>
        </p:txBody>
      </p:sp>
      <p:sp>
        <p:nvSpPr>
          <p:cNvPr id="28" name="SK-9-text-27"/>
          <p:cNvSpPr/>
          <p:nvPr/>
        </p:nvSpPr>
        <p:spPr>
          <a:xfrm>
            <a:off x="292596" y="1522363"/>
            <a:ext cx="639508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F9CF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INNOVATION HIGHLIGHTS · 九大创新</a:t>
            </a:r>
            <a:endParaRPr lang="en-US" sz="1350" dirty="0"/>
          </a:p>
        </p:txBody>
      </p:sp>
      <p:sp>
        <p:nvSpPr>
          <p:cNvPr id="29" name="SK-9-text-28"/>
          <p:cNvSpPr/>
          <p:nvPr/>
        </p:nvSpPr>
        <p:spPr>
          <a:xfrm>
            <a:off x="475357" y="1995636"/>
            <a:ext cx="857250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700" dirty="0">
                <a:solidFill>
                  <a:srgbClr val="7F9CF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2700" dirty="0"/>
          </a:p>
        </p:txBody>
      </p:sp>
      <p:sp>
        <p:nvSpPr>
          <p:cNvPr id="30" name="SK-9-text-29"/>
          <p:cNvSpPr/>
          <p:nvPr/>
        </p:nvSpPr>
        <p:spPr>
          <a:xfrm>
            <a:off x="511969" y="2441377"/>
            <a:ext cx="2828925" cy="2330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证据驱动推理范式</a:t>
            </a:r>
            <a:endParaRPr lang="en-US" sz="1350" dirty="0"/>
          </a:p>
        </p:txBody>
      </p:sp>
      <p:sp>
        <p:nvSpPr>
          <p:cNvPr id="31" name="SK-9-text-30"/>
          <p:cNvSpPr/>
          <p:nvPr/>
        </p:nvSpPr>
        <p:spPr>
          <a:xfrm>
            <a:off x="2365177" y="2009329"/>
            <a:ext cx="8572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700" dirty="0">
                <a:solidFill>
                  <a:srgbClr val="7F9CF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2700" dirty="0"/>
          </a:p>
        </p:txBody>
      </p:sp>
      <p:sp>
        <p:nvSpPr>
          <p:cNvPr id="32" name="SK-9-text-31"/>
          <p:cNvSpPr/>
          <p:nvPr/>
        </p:nvSpPr>
        <p:spPr>
          <a:xfrm>
            <a:off x="2426196" y="2441377"/>
            <a:ext cx="2828925" cy="2330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八智能体辩论仲裁</a:t>
            </a:r>
            <a:endParaRPr lang="en-US" sz="1350" dirty="0"/>
          </a:p>
        </p:txBody>
      </p:sp>
      <p:sp>
        <p:nvSpPr>
          <p:cNvPr id="33" name="SK-9-text-32"/>
          <p:cNvSpPr/>
          <p:nvPr/>
        </p:nvSpPr>
        <p:spPr>
          <a:xfrm>
            <a:off x="4315867" y="2002482"/>
            <a:ext cx="857250" cy="34974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700" dirty="0">
                <a:solidFill>
                  <a:srgbClr val="7F9CF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2700" dirty="0"/>
          </a:p>
        </p:txBody>
      </p:sp>
      <p:sp>
        <p:nvSpPr>
          <p:cNvPr id="34" name="SK-9-text-33"/>
          <p:cNvSpPr/>
          <p:nvPr/>
        </p:nvSpPr>
        <p:spPr>
          <a:xfrm>
            <a:off x="4315867" y="2441377"/>
            <a:ext cx="3171825" cy="2330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对话式8维动态画像</a:t>
            </a:r>
            <a:endParaRPr lang="en-US" sz="1350" dirty="0"/>
          </a:p>
        </p:txBody>
      </p:sp>
      <p:sp>
        <p:nvSpPr>
          <p:cNvPr id="35" name="SK-9-text-34"/>
          <p:cNvSpPr/>
          <p:nvPr/>
        </p:nvSpPr>
        <p:spPr>
          <a:xfrm>
            <a:off x="475357" y="3223171"/>
            <a:ext cx="8572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700" dirty="0">
                <a:solidFill>
                  <a:srgbClr val="7F9CF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2700" dirty="0"/>
          </a:p>
        </p:txBody>
      </p:sp>
      <p:sp>
        <p:nvSpPr>
          <p:cNvPr id="36" name="SK-9-text-35"/>
          <p:cNvSpPr/>
          <p:nvPr/>
        </p:nvSpPr>
        <p:spPr>
          <a:xfrm>
            <a:off x="511969" y="3655219"/>
            <a:ext cx="282892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极速与深度双路径</a:t>
            </a:r>
            <a:endParaRPr lang="en-US" sz="1350" dirty="0"/>
          </a:p>
        </p:txBody>
      </p:sp>
      <p:sp>
        <p:nvSpPr>
          <p:cNvPr id="37" name="SK-9-text-36"/>
          <p:cNvSpPr/>
          <p:nvPr/>
        </p:nvSpPr>
        <p:spPr>
          <a:xfrm>
            <a:off x="2365177" y="3223171"/>
            <a:ext cx="8572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700" dirty="0">
                <a:solidFill>
                  <a:srgbClr val="7F9CF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2700" dirty="0"/>
          </a:p>
        </p:txBody>
      </p:sp>
      <p:sp>
        <p:nvSpPr>
          <p:cNvPr id="38" name="SK-9-text-37"/>
          <p:cNvSpPr/>
          <p:nvPr/>
        </p:nvSpPr>
        <p:spPr>
          <a:xfrm>
            <a:off x="2426196" y="3655219"/>
            <a:ext cx="282892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学习激励情感陪伴</a:t>
            </a:r>
            <a:endParaRPr lang="en-US" sz="1350" dirty="0"/>
          </a:p>
        </p:txBody>
      </p:sp>
      <p:sp>
        <p:nvSpPr>
          <p:cNvPr id="39" name="SK-9-text-38"/>
          <p:cNvSpPr/>
          <p:nvPr/>
        </p:nvSpPr>
        <p:spPr>
          <a:xfrm>
            <a:off x="4303663" y="3223171"/>
            <a:ext cx="8572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700" dirty="0">
                <a:solidFill>
                  <a:srgbClr val="7F9CF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2700" dirty="0"/>
          </a:p>
        </p:txBody>
      </p:sp>
      <p:sp>
        <p:nvSpPr>
          <p:cNvPr id="40" name="SK-9-text-39"/>
          <p:cNvSpPr/>
          <p:nvPr/>
        </p:nvSpPr>
        <p:spPr>
          <a:xfrm>
            <a:off x="4364682" y="3655219"/>
            <a:ext cx="2828925" cy="2330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五维学习闭环平台</a:t>
            </a:r>
            <a:endParaRPr lang="en-US" sz="1350" dirty="0"/>
          </a:p>
        </p:txBody>
      </p:sp>
      <p:sp>
        <p:nvSpPr>
          <p:cNvPr id="41" name="SK-9-text-40"/>
          <p:cNvSpPr/>
          <p:nvPr/>
        </p:nvSpPr>
        <p:spPr>
          <a:xfrm>
            <a:off x="463153" y="4471392"/>
            <a:ext cx="8572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700" dirty="0">
                <a:solidFill>
                  <a:srgbClr val="7F9CF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endParaRPr lang="en-US" sz="2700" dirty="0"/>
          </a:p>
        </p:txBody>
      </p:sp>
      <p:sp>
        <p:nvSpPr>
          <p:cNvPr id="42" name="SK-9-text-41"/>
          <p:cNvSpPr/>
          <p:nvPr/>
        </p:nvSpPr>
        <p:spPr>
          <a:xfrm>
            <a:off x="511969" y="4896594"/>
            <a:ext cx="276034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双重循证RAG机制</a:t>
            </a:r>
            <a:endParaRPr lang="en-US" sz="1350" dirty="0"/>
          </a:p>
        </p:txBody>
      </p:sp>
      <p:sp>
        <p:nvSpPr>
          <p:cNvPr id="43" name="SK-9-text-42"/>
          <p:cNvSpPr/>
          <p:nvPr/>
        </p:nvSpPr>
        <p:spPr>
          <a:xfrm>
            <a:off x="2365177" y="4464546"/>
            <a:ext cx="8572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700" dirty="0">
                <a:solidFill>
                  <a:srgbClr val="7F9CF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2700" dirty="0"/>
          </a:p>
        </p:txBody>
      </p:sp>
      <p:sp>
        <p:nvSpPr>
          <p:cNvPr id="44" name="SK-9-text-43"/>
          <p:cNvSpPr/>
          <p:nvPr/>
        </p:nvSpPr>
        <p:spPr>
          <a:xfrm>
            <a:off x="2426196" y="4896594"/>
            <a:ext cx="2828925" cy="2330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医学代码辅助开发</a:t>
            </a:r>
            <a:endParaRPr lang="en-US" sz="1350" dirty="0"/>
          </a:p>
        </p:txBody>
      </p:sp>
      <p:sp>
        <p:nvSpPr>
          <p:cNvPr id="45" name="SK-9-text-44"/>
          <p:cNvSpPr/>
          <p:nvPr/>
        </p:nvSpPr>
        <p:spPr>
          <a:xfrm>
            <a:off x="4303663" y="4464546"/>
            <a:ext cx="8572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700" dirty="0">
                <a:solidFill>
                  <a:srgbClr val="7F9CF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</a:t>
            </a:r>
            <a:endParaRPr lang="en-US" sz="2700" dirty="0"/>
          </a:p>
        </p:txBody>
      </p:sp>
      <p:sp>
        <p:nvSpPr>
          <p:cNvPr id="46" name="SK-9-text-45"/>
          <p:cNvSpPr/>
          <p:nvPr/>
        </p:nvSpPr>
        <p:spPr>
          <a:xfrm>
            <a:off x="4315867" y="4896594"/>
            <a:ext cx="3514725" cy="2330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全配置重化跨学科架构</a:t>
            </a:r>
            <a:endParaRPr lang="en-US" sz="1350" dirty="0"/>
          </a:p>
        </p:txBody>
      </p:sp>
      <p:sp>
        <p:nvSpPr>
          <p:cNvPr id="47" name="SK-9-text-46"/>
          <p:cNvSpPr/>
          <p:nvPr/>
        </p:nvSpPr>
        <p:spPr>
          <a:xfrm>
            <a:off x="6217890" y="850255"/>
            <a:ext cx="536638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F9CF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REQUIREMENTS MET · 赛题达成</a:t>
            </a:r>
            <a:endParaRPr lang="en-US" sz="1350" dirty="0"/>
          </a:p>
        </p:txBody>
      </p:sp>
      <p:sp>
        <p:nvSpPr>
          <p:cNvPr id="48" name="SK-9-text-47"/>
          <p:cNvSpPr/>
          <p:nvPr/>
        </p:nvSpPr>
        <p:spPr>
          <a:xfrm>
            <a:off x="6449467" y="1289298"/>
            <a:ext cx="2143125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动态学生画像</a:t>
            </a:r>
            <a:endParaRPr lang="en-US" sz="1350" dirty="0"/>
          </a:p>
        </p:txBody>
      </p:sp>
      <p:sp>
        <p:nvSpPr>
          <p:cNvPr id="49" name="SK-9-text-48"/>
          <p:cNvSpPr/>
          <p:nvPr/>
        </p:nvSpPr>
        <p:spPr>
          <a:xfrm>
            <a:off x="8131969" y="1296144"/>
            <a:ext cx="2966085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8维度 (超额+2)</a:t>
            </a:r>
            <a:endParaRPr lang="en-US" sz="1350" dirty="0"/>
          </a:p>
        </p:txBody>
      </p:sp>
      <p:sp>
        <p:nvSpPr>
          <p:cNvPr id="50" name="SK-9-text-49"/>
          <p:cNvSpPr/>
          <p:nvPr/>
        </p:nvSpPr>
        <p:spPr>
          <a:xfrm>
            <a:off x="10619184" y="1296144"/>
            <a:ext cx="1538288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超额完成</a:t>
            </a:r>
            <a:endParaRPr lang="en-US" sz="1425" dirty="0"/>
          </a:p>
        </p:txBody>
      </p:sp>
      <p:sp>
        <p:nvSpPr>
          <p:cNvPr id="51" name="SK-9-text-50"/>
          <p:cNvSpPr/>
          <p:nvPr/>
        </p:nvSpPr>
        <p:spPr>
          <a:xfrm>
            <a:off x="6461671" y="1686967"/>
            <a:ext cx="2143125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多智能体架构</a:t>
            </a:r>
            <a:endParaRPr lang="en-US" sz="1350" dirty="0"/>
          </a:p>
        </p:txBody>
      </p:sp>
      <p:sp>
        <p:nvSpPr>
          <p:cNvPr id="52" name="SK-9-text-51"/>
          <p:cNvSpPr/>
          <p:nvPr/>
        </p:nvSpPr>
        <p:spPr>
          <a:xfrm>
            <a:off x="8144173" y="1686967"/>
            <a:ext cx="3034665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8智能体+辩论仲裁</a:t>
            </a:r>
            <a:endParaRPr lang="en-US" sz="1350" dirty="0"/>
          </a:p>
        </p:txBody>
      </p:sp>
      <p:sp>
        <p:nvSpPr>
          <p:cNvPr id="53" name="SK-9-text-52"/>
          <p:cNvSpPr/>
          <p:nvPr/>
        </p:nvSpPr>
        <p:spPr>
          <a:xfrm>
            <a:off x="10619184" y="1686967"/>
            <a:ext cx="1538288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超额完成</a:t>
            </a:r>
            <a:endParaRPr lang="en-US" sz="1425" dirty="0"/>
          </a:p>
        </p:txBody>
      </p:sp>
      <p:sp>
        <p:nvSpPr>
          <p:cNvPr id="54" name="SK-9-text-53"/>
          <p:cNvSpPr/>
          <p:nvPr/>
        </p:nvSpPr>
        <p:spPr>
          <a:xfrm>
            <a:off x="6461671" y="2071092"/>
            <a:ext cx="248602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多类型资源生成</a:t>
            </a:r>
            <a:endParaRPr lang="en-US" sz="1350" dirty="0"/>
          </a:p>
        </p:txBody>
      </p:sp>
      <p:sp>
        <p:nvSpPr>
          <p:cNvPr id="55" name="SK-9-text-54"/>
          <p:cNvSpPr/>
          <p:nvPr/>
        </p:nvSpPr>
        <p:spPr>
          <a:xfrm>
            <a:off x="8144173" y="2071092"/>
            <a:ext cx="317182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7类资源含代码实操</a:t>
            </a:r>
            <a:endParaRPr lang="en-US" sz="1350" dirty="0"/>
          </a:p>
        </p:txBody>
      </p:sp>
      <p:sp>
        <p:nvSpPr>
          <p:cNvPr id="56" name="SK-9-text-55"/>
          <p:cNvSpPr/>
          <p:nvPr/>
        </p:nvSpPr>
        <p:spPr>
          <a:xfrm>
            <a:off x="10619184" y="2071092"/>
            <a:ext cx="1538288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超额完成</a:t>
            </a:r>
            <a:endParaRPr lang="en-US" sz="1425" dirty="0"/>
          </a:p>
        </p:txBody>
      </p:sp>
      <p:sp>
        <p:nvSpPr>
          <p:cNvPr id="57" name="SK-9-text-56"/>
          <p:cNvSpPr/>
          <p:nvPr/>
        </p:nvSpPr>
        <p:spPr>
          <a:xfrm>
            <a:off x="6461671" y="2455069"/>
            <a:ext cx="2143125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学习激励陪伴</a:t>
            </a:r>
            <a:endParaRPr lang="en-US" sz="1350" dirty="0"/>
          </a:p>
        </p:txBody>
      </p:sp>
      <p:sp>
        <p:nvSpPr>
          <p:cNvPr id="58" name="SK-9-text-57"/>
          <p:cNvSpPr/>
          <p:nvPr/>
        </p:nvSpPr>
        <p:spPr>
          <a:xfrm>
            <a:off x="8144173" y="2455069"/>
            <a:ext cx="317182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激励智能体嵌入报告</a:t>
            </a:r>
            <a:endParaRPr lang="en-US" sz="1350" dirty="0"/>
          </a:p>
        </p:txBody>
      </p:sp>
      <p:sp>
        <p:nvSpPr>
          <p:cNvPr id="59" name="SK-9-text-58"/>
          <p:cNvSpPr/>
          <p:nvPr/>
        </p:nvSpPr>
        <p:spPr>
          <a:xfrm>
            <a:off x="10716667" y="2455069"/>
            <a:ext cx="81438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达成</a:t>
            </a:r>
            <a:endParaRPr lang="en-US" sz="1425" dirty="0"/>
          </a:p>
        </p:txBody>
      </p:sp>
      <p:sp>
        <p:nvSpPr>
          <p:cNvPr id="60" name="SK-9-text-59"/>
          <p:cNvSpPr/>
          <p:nvPr/>
        </p:nvSpPr>
        <p:spPr>
          <a:xfrm>
            <a:off x="6461671" y="2839194"/>
            <a:ext cx="248602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智能体动态编排</a:t>
            </a:r>
            <a:endParaRPr lang="en-US" sz="1350" dirty="0"/>
          </a:p>
        </p:txBody>
      </p:sp>
      <p:sp>
        <p:nvSpPr>
          <p:cNvPr id="61" name="SK-9-text-60"/>
          <p:cNvSpPr/>
          <p:nvPr/>
        </p:nvSpPr>
        <p:spPr>
          <a:xfrm>
            <a:off x="8144173" y="2839194"/>
            <a:ext cx="337756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按意图+难度动态裁剪</a:t>
            </a:r>
            <a:endParaRPr lang="en-US" sz="1350" dirty="0"/>
          </a:p>
        </p:txBody>
      </p:sp>
      <p:sp>
        <p:nvSpPr>
          <p:cNvPr id="62" name="SK-9-text-61"/>
          <p:cNvSpPr/>
          <p:nvPr/>
        </p:nvSpPr>
        <p:spPr>
          <a:xfrm>
            <a:off x="10728871" y="2852886"/>
            <a:ext cx="81438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达成</a:t>
            </a:r>
            <a:endParaRPr lang="en-US" sz="1425" dirty="0"/>
          </a:p>
        </p:txBody>
      </p:sp>
      <p:sp>
        <p:nvSpPr>
          <p:cNvPr id="63" name="SK-9-text-62"/>
          <p:cNvSpPr/>
          <p:nvPr/>
        </p:nvSpPr>
        <p:spPr>
          <a:xfrm>
            <a:off x="6461671" y="3223171"/>
            <a:ext cx="2486025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个性化路径规划</a:t>
            </a:r>
            <a:endParaRPr lang="en-US" sz="1350" dirty="0"/>
          </a:p>
        </p:txBody>
      </p:sp>
      <p:sp>
        <p:nvSpPr>
          <p:cNvPr id="64" name="SK-9-text-63"/>
          <p:cNvSpPr/>
          <p:nvPr/>
        </p:nvSpPr>
        <p:spPr>
          <a:xfrm>
            <a:off x="8144173" y="3236863"/>
            <a:ext cx="3926205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5-15步+3种调整类型</a:t>
            </a:r>
            <a:endParaRPr lang="en-US" sz="1350" dirty="0"/>
          </a:p>
        </p:txBody>
      </p:sp>
      <p:sp>
        <p:nvSpPr>
          <p:cNvPr id="65" name="SK-9-text-64"/>
          <p:cNvSpPr/>
          <p:nvPr/>
        </p:nvSpPr>
        <p:spPr>
          <a:xfrm>
            <a:off x="10728871" y="3223171"/>
            <a:ext cx="814388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达成</a:t>
            </a:r>
            <a:endParaRPr lang="en-US" sz="1425" dirty="0"/>
          </a:p>
        </p:txBody>
      </p:sp>
      <p:sp>
        <p:nvSpPr>
          <p:cNvPr id="66" name="SK-9-text-65"/>
          <p:cNvSpPr/>
          <p:nvPr/>
        </p:nvSpPr>
        <p:spPr>
          <a:xfrm>
            <a:off x="6461671" y="3614142"/>
            <a:ext cx="214312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学习效果评估</a:t>
            </a:r>
            <a:endParaRPr lang="en-US" sz="1350" dirty="0"/>
          </a:p>
        </p:txBody>
      </p:sp>
      <p:sp>
        <p:nvSpPr>
          <p:cNvPr id="67" name="SK-9-text-66"/>
          <p:cNvSpPr/>
          <p:nvPr/>
        </p:nvSpPr>
        <p:spPr>
          <a:xfrm>
            <a:off x="8144173" y="3614142"/>
            <a:ext cx="269176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5维量化+热力图</a:t>
            </a:r>
            <a:endParaRPr lang="en-US" sz="1350" dirty="0"/>
          </a:p>
        </p:txBody>
      </p:sp>
      <p:sp>
        <p:nvSpPr>
          <p:cNvPr id="68" name="SK-9-text-67"/>
          <p:cNvSpPr/>
          <p:nvPr/>
        </p:nvSpPr>
        <p:spPr>
          <a:xfrm>
            <a:off x="10619184" y="3620988"/>
            <a:ext cx="153828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超额完成</a:t>
            </a:r>
            <a:endParaRPr lang="en-US" sz="1425" dirty="0"/>
          </a:p>
        </p:txBody>
      </p:sp>
      <p:sp>
        <p:nvSpPr>
          <p:cNvPr id="69" name="SK-9-text-68"/>
          <p:cNvSpPr/>
          <p:nvPr/>
        </p:nvSpPr>
        <p:spPr>
          <a:xfrm>
            <a:off x="6461671" y="4004965"/>
            <a:ext cx="2074545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RAG检索增强</a:t>
            </a:r>
            <a:endParaRPr lang="en-US" sz="1350" dirty="0"/>
          </a:p>
        </p:txBody>
      </p:sp>
      <p:sp>
        <p:nvSpPr>
          <p:cNvPr id="70" name="SK-9-text-69"/>
          <p:cNvSpPr/>
          <p:nvPr/>
        </p:nvSpPr>
        <p:spPr>
          <a:xfrm>
            <a:off x="8144173" y="3998119"/>
            <a:ext cx="337756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混合检索+多模型容灾</a:t>
            </a:r>
            <a:endParaRPr lang="en-US" sz="1350" dirty="0"/>
          </a:p>
        </p:txBody>
      </p:sp>
      <p:sp>
        <p:nvSpPr>
          <p:cNvPr id="71" name="SK-9-text-70"/>
          <p:cNvSpPr/>
          <p:nvPr/>
        </p:nvSpPr>
        <p:spPr>
          <a:xfrm>
            <a:off x="10619184" y="4004965"/>
            <a:ext cx="153828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超额完成</a:t>
            </a:r>
            <a:endParaRPr lang="en-US" sz="1425" dirty="0"/>
          </a:p>
        </p:txBody>
      </p:sp>
      <p:sp>
        <p:nvSpPr>
          <p:cNvPr id="72" name="SK-9-text-71"/>
          <p:cNvSpPr/>
          <p:nvPr/>
        </p:nvSpPr>
        <p:spPr>
          <a:xfrm>
            <a:off x="6461671" y="4375398"/>
            <a:ext cx="145732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流式交互</a:t>
            </a:r>
            <a:endParaRPr lang="en-US" sz="1350" dirty="0"/>
          </a:p>
        </p:txBody>
      </p:sp>
      <p:sp>
        <p:nvSpPr>
          <p:cNvPr id="73" name="SK-9-text-72"/>
          <p:cNvSpPr/>
          <p:nvPr/>
        </p:nvSpPr>
        <p:spPr>
          <a:xfrm>
            <a:off x="8144173" y="4375398"/>
            <a:ext cx="330898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全链路SSE+断线续传</a:t>
            </a:r>
            <a:endParaRPr lang="en-US" sz="1350" dirty="0"/>
          </a:p>
        </p:txBody>
      </p:sp>
      <p:sp>
        <p:nvSpPr>
          <p:cNvPr id="74" name="SK-9-text-73"/>
          <p:cNvSpPr/>
          <p:nvPr/>
        </p:nvSpPr>
        <p:spPr>
          <a:xfrm>
            <a:off x="10728871" y="4389090"/>
            <a:ext cx="814388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达成</a:t>
            </a:r>
            <a:endParaRPr lang="en-US" sz="1425" dirty="0"/>
          </a:p>
        </p:txBody>
      </p:sp>
      <p:sp>
        <p:nvSpPr>
          <p:cNvPr id="75" name="SK-9-text-74"/>
          <p:cNvSpPr/>
          <p:nvPr/>
        </p:nvSpPr>
        <p:spPr>
          <a:xfrm>
            <a:off x="6461671" y="4766221"/>
            <a:ext cx="1800225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多模态能力</a:t>
            </a:r>
            <a:endParaRPr lang="en-US" sz="1350" dirty="0"/>
          </a:p>
        </p:txBody>
      </p:sp>
      <p:sp>
        <p:nvSpPr>
          <p:cNvPr id="76" name="SK-9-text-75"/>
          <p:cNvSpPr/>
          <p:nvPr/>
        </p:nvSpPr>
        <p:spPr>
          <a:xfrm>
            <a:off x="8144173" y="4766221"/>
            <a:ext cx="372046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qwen-vl-max多图联合</a:t>
            </a:r>
            <a:endParaRPr lang="en-US" sz="1350" dirty="0"/>
          </a:p>
        </p:txBody>
      </p:sp>
      <p:sp>
        <p:nvSpPr>
          <p:cNvPr id="77" name="SK-9-text-76"/>
          <p:cNvSpPr/>
          <p:nvPr/>
        </p:nvSpPr>
        <p:spPr>
          <a:xfrm>
            <a:off x="10619184" y="4773067"/>
            <a:ext cx="153828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额外亮点</a:t>
            </a:r>
            <a:endParaRPr lang="en-US" sz="1425" dirty="0"/>
          </a:p>
        </p:txBody>
      </p:sp>
      <p:sp>
        <p:nvSpPr>
          <p:cNvPr id="78" name="SK-9-text-77"/>
          <p:cNvSpPr/>
          <p:nvPr/>
        </p:nvSpPr>
        <p:spPr>
          <a:xfrm>
            <a:off x="6461671" y="5150346"/>
            <a:ext cx="2691765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PubMed国际文献</a:t>
            </a:r>
            <a:endParaRPr lang="en-US" sz="1350" dirty="0"/>
          </a:p>
        </p:txBody>
      </p:sp>
      <p:sp>
        <p:nvSpPr>
          <p:cNvPr id="79" name="SK-9-text-78"/>
          <p:cNvSpPr/>
          <p:nvPr/>
        </p:nvSpPr>
        <p:spPr>
          <a:xfrm>
            <a:off x="8144173" y="5150346"/>
            <a:ext cx="2828925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8级证据等级排序</a:t>
            </a:r>
            <a:endParaRPr lang="en-US" sz="1350" dirty="0"/>
          </a:p>
        </p:txBody>
      </p:sp>
      <p:sp>
        <p:nvSpPr>
          <p:cNvPr id="80" name="SK-9-text-79"/>
          <p:cNvSpPr/>
          <p:nvPr/>
        </p:nvSpPr>
        <p:spPr>
          <a:xfrm>
            <a:off x="10619184" y="5150346"/>
            <a:ext cx="1538288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额外亮点</a:t>
            </a:r>
            <a:endParaRPr lang="en-US" sz="1425" dirty="0"/>
          </a:p>
        </p:txBody>
      </p:sp>
      <p:sp>
        <p:nvSpPr>
          <p:cNvPr id="81" name="SK-9-text-80"/>
          <p:cNvSpPr/>
          <p:nvPr/>
        </p:nvSpPr>
        <p:spPr>
          <a:xfrm>
            <a:off x="6461671" y="5520630"/>
            <a:ext cx="214312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代码辅助开发</a:t>
            </a:r>
            <a:endParaRPr lang="en-US" sz="1350" dirty="0"/>
          </a:p>
        </p:txBody>
      </p:sp>
      <p:sp>
        <p:nvSpPr>
          <p:cNvPr id="82" name="SK-9-text-81"/>
          <p:cNvSpPr/>
          <p:nvPr/>
        </p:nvSpPr>
        <p:spPr>
          <a:xfrm>
            <a:off x="8144173" y="5520630"/>
            <a:ext cx="303466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执行沙箱+错误诊断</a:t>
            </a:r>
            <a:endParaRPr lang="en-US" sz="1350" dirty="0"/>
          </a:p>
        </p:txBody>
      </p:sp>
      <p:sp>
        <p:nvSpPr>
          <p:cNvPr id="83" name="SK-9-text-82"/>
          <p:cNvSpPr/>
          <p:nvPr/>
        </p:nvSpPr>
        <p:spPr>
          <a:xfrm>
            <a:off x="10619184" y="5527477"/>
            <a:ext cx="1538288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额外亮点</a:t>
            </a:r>
            <a:endParaRPr lang="en-US" sz="1425" dirty="0"/>
          </a:p>
        </p:txBody>
      </p:sp>
      <p:sp>
        <p:nvSpPr>
          <p:cNvPr id="84" name="SK-9-text-83"/>
          <p:cNvSpPr/>
          <p:nvPr/>
        </p:nvSpPr>
        <p:spPr>
          <a:xfrm>
            <a:off x="2170063" y="6295579"/>
            <a:ext cx="2400300" cy="27429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项创新亮点</a:t>
            </a:r>
            <a:endParaRPr lang="en-US" sz="1800" dirty="0"/>
          </a:p>
        </p:txBody>
      </p:sp>
      <p:sp>
        <p:nvSpPr>
          <p:cNvPr id="85" name="SK-9-text-84"/>
          <p:cNvSpPr/>
          <p:nvPr/>
        </p:nvSpPr>
        <p:spPr>
          <a:xfrm>
            <a:off x="4584055" y="6137821"/>
            <a:ext cx="4342448" cy="4594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35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12/12</a:t>
            </a:r>
            <a:endParaRPr lang="en-US" sz="3525" dirty="0"/>
          </a:p>
        </p:txBody>
      </p:sp>
      <p:sp>
        <p:nvSpPr>
          <p:cNvPr id="86" name="SK-9-text-85"/>
          <p:cNvSpPr/>
          <p:nvPr/>
        </p:nvSpPr>
        <p:spPr>
          <a:xfrm>
            <a:off x="5937498" y="6295579"/>
            <a:ext cx="3314700" cy="27429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赛题指标全达成</a:t>
            </a:r>
            <a:endParaRPr lang="en-US" sz="1800" dirty="0"/>
          </a:p>
        </p:txBody>
      </p:sp>
      <p:sp>
        <p:nvSpPr>
          <p:cNvPr id="87" name="SK-9-text-86"/>
          <p:cNvSpPr/>
          <p:nvPr/>
        </p:nvSpPr>
        <p:spPr>
          <a:xfrm>
            <a:off x="9009757" y="6295579"/>
            <a:ext cx="3182243" cy="27429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项额外加分亮点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0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0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871" y="0"/>
            <a:ext cx="4510980" cy="1097161"/>
          </a:xfrm>
          <a:prstGeom prst="rect">
            <a:avLst/>
          </a:prstGeom>
        </p:spPr>
      </p:pic>
      <p:pic>
        <p:nvPicPr>
          <p:cNvPr id="4" name="SK-10-img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80571"/>
            <a:ext cx="792361" cy="1577280"/>
          </a:xfrm>
          <a:prstGeom prst="rect">
            <a:avLst/>
          </a:prstGeom>
        </p:spPr>
      </p:pic>
      <p:pic>
        <p:nvPicPr>
          <p:cNvPr id="5" name="SK-10-img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157" y="761107"/>
            <a:ext cx="1231255" cy="102840"/>
          </a:xfrm>
          <a:prstGeom prst="rect">
            <a:avLst/>
          </a:prstGeom>
        </p:spPr>
      </p:pic>
      <p:pic>
        <p:nvPicPr>
          <p:cNvPr id="6" name="SK-10-img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396" y="1446907"/>
            <a:ext cx="5352157" cy="2125861"/>
          </a:xfrm>
          <a:prstGeom prst="rect">
            <a:avLst/>
          </a:prstGeom>
        </p:spPr>
      </p:pic>
      <p:pic>
        <p:nvPicPr>
          <p:cNvPr id="7" name="SK-10-img-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2298" y="1446907"/>
            <a:ext cx="5352157" cy="2125861"/>
          </a:xfrm>
          <a:prstGeom prst="rect">
            <a:avLst/>
          </a:prstGeom>
        </p:spPr>
      </p:pic>
      <p:pic>
        <p:nvPicPr>
          <p:cNvPr id="8" name="SK-10-img-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7396" y="3675757"/>
            <a:ext cx="5352157" cy="2057400"/>
          </a:xfrm>
          <a:prstGeom prst="rect">
            <a:avLst/>
          </a:prstGeom>
        </p:spPr>
      </p:pic>
      <p:pic>
        <p:nvPicPr>
          <p:cNvPr id="9" name="SK-10-img-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2298" y="3675757"/>
            <a:ext cx="5352157" cy="2057400"/>
          </a:xfrm>
          <a:prstGeom prst="rect">
            <a:avLst/>
          </a:prstGeom>
        </p:spPr>
      </p:pic>
      <p:pic>
        <p:nvPicPr>
          <p:cNvPr id="10" name="SK-10-img-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7396" y="5966371"/>
            <a:ext cx="10997059" cy="603498"/>
          </a:xfrm>
          <a:prstGeom prst="rect">
            <a:avLst/>
          </a:prstGeom>
        </p:spPr>
      </p:pic>
      <p:pic>
        <p:nvPicPr>
          <p:cNvPr id="11" name="SK-10-img-1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7788" y="6103590"/>
            <a:ext cx="121890" cy="329059"/>
          </a:xfrm>
          <a:prstGeom prst="rect">
            <a:avLst/>
          </a:prstGeom>
        </p:spPr>
      </p:pic>
      <p:pic>
        <p:nvPicPr>
          <p:cNvPr id="12" name="SK-10-img-11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17482" y="3874740"/>
            <a:ext cx="2121396" cy="651421"/>
          </a:xfrm>
          <a:prstGeom prst="rect">
            <a:avLst/>
          </a:prstGeom>
        </p:spPr>
      </p:pic>
      <p:pic>
        <p:nvPicPr>
          <p:cNvPr id="13" name="SK-10-img-12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11561" y="3840361"/>
            <a:ext cx="2170063" cy="713184"/>
          </a:xfrm>
          <a:prstGeom prst="rect">
            <a:avLst/>
          </a:prstGeom>
        </p:spPr>
      </p:pic>
      <p:pic>
        <p:nvPicPr>
          <p:cNvPr id="14" name="SK-10-img-13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07796" y="1741884"/>
            <a:ext cx="2523679" cy="658267"/>
          </a:xfrm>
          <a:prstGeom prst="rect">
            <a:avLst/>
          </a:prstGeom>
        </p:spPr>
      </p:pic>
      <p:pic>
        <p:nvPicPr>
          <p:cNvPr id="15" name="SK-10-img-14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35969" y="1673275"/>
            <a:ext cx="2438400" cy="740569"/>
          </a:xfrm>
          <a:prstGeom prst="rect">
            <a:avLst/>
          </a:prstGeom>
        </p:spPr>
      </p:pic>
      <p:sp>
        <p:nvSpPr>
          <p:cNvPr id="16" name="SK-10-text-15"/>
          <p:cNvSpPr/>
          <p:nvPr/>
        </p:nvSpPr>
        <p:spPr>
          <a:xfrm>
            <a:off x="719286" y="335905"/>
            <a:ext cx="6404670" cy="3016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应用价值与落地前景</a:t>
            </a:r>
            <a:endParaRPr lang="en-US" sz="2175" dirty="0"/>
          </a:p>
        </p:txBody>
      </p:sp>
      <p:sp>
        <p:nvSpPr>
          <p:cNvPr id="17" name="SK-10-text-16"/>
          <p:cNvSpPr/>
          <p:nvPr/>
        </p:nvSpPr>
        <p:spPr>
          <a:xfrm>
            <a:off x="731490" y="1001167"/>
            <a:ext cx="6330553" cy="16445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从技术原型到真实教育生产系统的完整路径</a:t>
            </a:r>
            <a:endParaRPr lang="en-US" sz="1200" dirty="0"/>
          </a:p>
        </p:txBody>
      </p:sp>
      <p:sp>
        <p:nvSpPr>
          <p:cNvPr id="18" name="SK-10-text-17"/>
          <p:cNvSpPr/>
          <p:nvPr/>
        </p:nvSpPr>
        <p:spPr>
          <a:xfrm>
            <a:off x="1161752" y="2537371"/>
            <a:ext cx="4028480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高校个性化学习平台</a:t>
            </a:r>
            <a:endParaRPr lang="en-US" sz="1425" dirty="0"/>
          </a:p>
        </p:txBody>
      </p:sp>
      <p:sp>
        <p:nvSpPr>
          <p:cNvPr id="19" name="SK-10-text-18"/>
          <p:cNvSpPr/>
          <p:nvPr/>
        </p:nvSpPr>
        <p:spPr>
          <a:xfrm>
            <a:off x="938659" y="2866579"/>
            <a:ext cx="5090160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覆盖学习全生命周期，千人千面学习体验</a:t>
            </a:r>
            <a:endParaRPr lang="en-US" sz="1050" dirty="0"/>
          </a:p>
        </p:txBody>
      </p:sp>
      <p:sp>
        <p:nvSpPr>
          <p:cNvPr id="20" name="SK-10-text-19"/>
          <p:cNvSpPr/>
          <p:nvPr/>
        </p:nvSpPr>
        <p:spPr>
          <a:xfrm>
            <a:off x="950863" y="3113484"/>
            <a:ext cx="3709392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显著提升学习效率与教学质量</a:t>
            </a:r>
            <a:endParaRPr lang="en-US" sz="975" dirty="0"/>
          </a:p>
        </p:txBody>
      </p:sp>
      <p:sp>
        <p:nvSpPr>
          <p:cNvPr id="21" name="SK-10-text-20"/>
          <p:cNvSpPr/>
          <p:nvPr/>
        </p:nvSpPr>
        <p:spPr>
          <a:xfrm>
            <a:off x="6891933" y="2537371"/>
            <a:ext cx="3711476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教师教学辅助工具</a:t>
            </a:r>
            <a:endParaRPr lang="en-US" sz="1425" dirty="0"/>
          </a:p>
        </p:txBody>
      </p:sp>
      <p:sp>
        <p:nvSpPr>
          <p:cNvPr id="22" name="SK-10-text-21"/>
          <p:cNvSpPr/>
          <p:nvPr/>
        </p:nvSpPr>
        <p:spPr>
          <a:xfrm>
            <a:off x="6620173" y="2873425"/>
            <a:ext cx="4233565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快速生成适配不同水平的教学资源</a:t>
            </a:r>
            <a:endParaRPr lang="en-US" sz="975" dirty="0"/>
          </a:p>
        </p:txBody>
      </p:sp>
      <p:sp>
        <p:nvSpPr>
          <p:cNvPr id="23" name="SK-10-text-22"/>
          <p:cNvSpPr/>
          <p:nvPr/>
        </p:nvSpPr>
        <p:spPr>
          <a:xfrm>
            <a:off x="6620173" y="3127177"/>
            <a:ext cx="4233565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多智能体质量审核保障教学专业性</a:t>
            </a:r>
            <a:endParaRPr lang="en-US" sz="975" dirty="0"/>
          </a:p>
        </p:txBody>
      </p:sp>
      <p:sp>
        <p:nvSpPr>
          <p:cNvPr id="24" name="SK-10-text-23"/>
          <p:cNvSpPr/>
          <p:nvPr/>
        </p:nvSpPr>
        <p:spPr>
          <a:xfrm>
            <a:off x="1173956" y="4690765"/>
            <a:ext cx="3699272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医学教育专项应用</a:t>
            </a:r>
            <a:endParaRPr lang="en-US" sz="1425" dirty="0"/>
          </a:p>
        </p:txBody>
      </p:sp>
      <p:sp>
        <p:nvSpPr>
          <p:cNvPr id="25" name="SK-10-text-24"/>
          <p:cNvSpPr/>
          <p:nvPr/>
        </p:nvSpPr>
        <p:spPr>
          <a:xfrm>
            <a:off x="877788" y="5006280"/>
            <a:ext cx="6019800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脑卒中示范：影像分析 + PubMed循证 + 代码辅助</a:t>
            </a:r>
            <a:endParaRPr lang="en-US" sz="975" dirty="0"/>
          </a:p>
        </p:txBody>
      </p:sp>
      <p:sp>
        <p:nvSpPr>
          <p:cNvPr id="26" name="SK-10-text-25"/>
          <p:cNvSpPr/>
          <p:nvPr/>
        </p:nvSpPr>
        <p:spPr>
          <a:xfrm>
            <a:off x="877788" y="5266879"/>
            <a:ext cx="4367659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理论学习→临床思维训练全链路覆盖</a:t>
            </a:r>
            <a:endParaRPr lang="en-US" sz="975" dirty="0"/>
          </a:p>
        </p:txBody>
      </p:sp>
      <p:sp>
        <p:nvSpPr>
          <p:cNvPr id="27" name="SK-10-text-26"/>
          <p:cNvSpPr/>
          <p:nvPr/>
        </p:nvSpPr>
        <p:spPr>
          <a:xfrm>
            <a:off x="6660356" y="4690765"/>
            <a:ext cx="4418558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跨学科推广与技术示范</a:t>
            </a:r>
            <a:endParaRPr lang="en-US" sz="1425" dirty="0"/>
          </a:p>
        </p:txBody>
      </p:sp>
      <p:sp>
        <p:nvSpPr>
          <p:cNvPr id="28" name="SK-10-text-27"/>
          <p:cNvSpPr/>
          <p:nvPr/>
        </p:nvSpPr>
        <p:spPr>
          <a:xfrm>
            <a:off x="6547098" y="5013127"/>
            <a:ext cx="4979670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全配置化架构，更换知识库即可跨学科迁移</a:t>
            </a:r>
            <a:endParaRPr lang="en-US" sz="975" dirty="0"/>
          </a:p>
        </p:txBody>
      </p:sp>
      <p:sp>
        <p:nvSpPr>
          <p:cNvPr id="29" name="SK-10-text-28"/>
          <p:cNvSpPr/>
          <p:nvPr/>
        </p:nvSpPr>
        <p:spPr>
          <a:xfrm>
            <a:off x="6547098" y="5266879"/>
            <a:ext cx="4254996" cy="3085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三层解耦+全链路SSE，为生产系统</a:t>
            </a:r>
            <a:endParaRPr lang="en-US" sz="975" dirty="0"/>
          </a:p>
          <a:p>
            <a:pPr algn="l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提供技术范本</a:t>
            </a:r>
            <a:endParaRPr lang="en-US" sz="975" dirty="0"/>
          </a:p>
        </p:txBody>
      </p:sp>
      <p:sp>
        <p:nvSpPr>
          <p:cNvPr id="30" name="SK-10-text-29"/>
          <p:cNvSpPr/>
          <p:nvPr/>
        </p:nvSpPr>
        <p:spPr>
          <a:xfrm>
            <a:off x="1698129" y="6096744"/>
            <a:ext cx="960015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LearnAgent —— 让每一位学习者都能获得专属的智能学习伙伴</a:t>
            </a:r>
            <a:endParaRPr lang="en-US" sz="1425" dirty="0"/>
          </a:p>
        </p:txBody>
      </p:sp>
      <p:sp>
        <p:nvSpPr>
          <p:cNvPr id="31" name="SK-10-text-30"/>
          <p:cNvSpPr/>
          <p:nvPr/>
        </p:nvSpPr>
        <p:spPr>
          <a:xfrm>
            <a:off x="3436590" y="6371034"/>
            <a:ext cx="5550396" cy="12337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第十五届中国软件杯 · A3赛题 · 科大讯飞出题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2026-06-18T09:34:53Z</dcterms:created>
  <dcterms:modified xsi:type="dcterms:W3CDTF">2026-06-18T09:34:53Z</dcterms:modified>
</cp:coreProperties>
</file>