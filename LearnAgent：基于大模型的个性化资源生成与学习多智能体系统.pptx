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7" r:id="rId12"/>
    <p:sldId id="268" r:id="rId13"/>
    <p:sldId id="269" r:id="rId14"/>
    <p:sldId id="270" r:id="rId15"/>
    <p:sldId id="271" r:id="rId16"/>
    <p:sldId id="272" r:id="rId17"/>
    <p:sldId id="273" r:id="rId18"/>
    <p:sldId id="274" r:id="rId19"/>
    <p:sldId id="275" r:id="rId20"/>
  </p:sldIdLst>
  <p:sldSz cx="12192000" cy="6858000"/>
  <p:notesSz cx="6858000" cy="12192000"/>
  <p:embeddedFontLst>
    <p:embeddedFont>
      <p:font typeface="Noto Sans SC" panose="020B0500000000000000"/>
      <p:regular r:id="rId22"/>
      <p:bold r:id="rId23"/>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47" d="100"/>
          <a:sy n="147" d="100"/>
        </p:scale>
        <p:origin x="224" y="4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2.fntdata"/><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1.fntdata"/><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723819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18" Type="http://schemas.openxmlformats.org/officeDocument/2006/relationships/image" Target="../media/image21.png"/><Relationship Id="rId3" Type="http://schemas.openxmlformats.org/officeDocument/2006/relationships/image" Target="../media/image6.png"/><Relationship Id="rId21" Type="http://schemas.openxmlformats.org/officeDocument/2006/relationships/image" Target="../media/image24.png"/><Relationship Id="rId7" Type="http://schemas.openxmlformats.org/officeDocument/2006/relationships/image" Target="../media/image10.png"/><Relationship Id="rId12" Type="http://schemas.openxmlformats.org/officeDocument/2006/relationships/image" Target="../media/image15.png"/><Relationship Id="rId17" Type="http://schemas.openxmlformats.org/officeDocument/2006/relationships/image" Target="../media/image20.png"/><Relationship Id="rId2" Type="http://schemas.openxmlformats.org/officeDocument/2006/relationships/notesSlide" Target="../notesSlides/notesSlide2.xml"/><Relationship Id="rId16" Type="http://schemas.openxmlformats.org/officeDocument/2006/relationships/image" Target="../media/image19.png"/><Relationship Id="rId20" Type="http://schemas.openxmlformats.org/officeDocument/2006/relationships/image" Target="../media/image23.png"/><Relationship Id="rId1" Type="http://schemas.openxmlformats.org/officeDocument/2006/relationships/slideLayout" Target="../slideLayouts/slideLayout1.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5" Type="http://schemas.openxmlformats.org/officeDocument/2006/relationships/image" Target="../media/image18.png"/><Relationship Id="rId10" Type="http://schemas.openxmlformats.org/officeDocument/2006/relationships/image" Target="../media/image13.png"/><Relationship Id="rId19" Type="http://schemas.openxmlformats.org/officeDocument/2006/relationships/image" Target="../media/image22.png"/><Relationship Id="rId4" Type="http://schemas.openxmlformats.org/officeDocument/2006/relationships/image" Target="../media/image7.png"/><Relationship Id="rId9" Type="http://schemas.openxmlformats.org/officeDocument/2006/relationships/image" Target="../media/image12.png"/><Relationship Id="rId14" Type="http://schemas.openxmlformats.org/officeDocument/2006/relationships/image" Target="../media/image17.png"/></Relationships>
</file>

<file path=ppt/slides/_rels/slide3.xml.rels><?xml version="1.0" encoding="UTF-8" standalone="yes"?>
<Relationships xmlns="http://schemas.openxmlformats.org/package/2006/relationships"><Relationship Id="rId8" Type="http://schemas.openxmlformats.org/officeDocument/2006/relationships/image" Target="../media/image28.png"/><Relationship Id="rId13" Type="http://schemas.openxmlformats.org/officeDocument/2006/relationships/image" Target="../media/image33.png"/><Relationship Id="rId18" Type="http://schemas.openxmlformats.org/officeDocument/2006/relationships/image" Target="../media/image38.png"/><Relationship Id="rId26" Type="http://schemas.openxmlformats.org/officeDocument/2006/relationships/image" Target="../media/image46.png"/><Relationship Id="rId3" Type="http://schemas.openxmlformats.org/officeDocument/2006/relationships/image" Target="../media/image6.png"/><Relationship Id="rId21" Type="http://schemas.openxmlformats.org/officeDocument/2006/relationships/image" Target="../media/image41.png"/><Relationship Id="rId7" Type="http://schemas.openxmlformats.org/officeDocument/2006/relationships/image" Target="../media/image27.png"/><Relationship Id="rId12" Type="http://schemas.openxmlformats.org/officeDocument/2006/relationships/image" Target="../media/image32.png"/><Relationship Id="rId17" Type="http://schemas.openxmlformats.org/officeDocument/2006/relationships/image" Target="../media/image37.png"/><Relationship Id="rId25" Type="http://schemas.openxmlformats.org/officeDocument/2006/relationships/image" Target="../media/image45.png"/><Relationship Id="rId2" Type="http://schemas.openxmlformats.org/officeDocument/2006/relationships/notesSlide" Target="../notesSlides/notesSlide3.xml"/><Relationship Id="rId16" Type="http://schemas.openxmlformats.org/officeDocument/2006/relationships/image" Target="../media/image36.png"/><Relationship Id="rId20" Type="http://schemas.openxmlformats.org/officeDocument/2006/relationships/image" Target="../media/image40.png"/><Relationship Id="rId29" Type="http://schemas.openxmlformats.org/officeDocument/2006/relationships/image" Target="../media/image49.png"/><Relationship Id="rId1" Type="http://schemas.openxmlformats.org/officeDocument/2006/relationships/slideLayout" Target="../slideLayouts/slideLayout1.xml"/><Relationship Id="rId6" Type="http://schemas.openxmlformats.org/officeDocument/2006/relationships/image" Target="../media/image9.png"/><Relationship Id="rId11" Type="http://schemas.openxmlformats.org/officeDocument/2006/relationships/image" Target="../media/image31.png"/><Relationship Id="rId24" Type="http://schemas.openxmlformats.org/officeDocument/2006/relationships/image" Target="../media/image44.png"/><Relationship Id="rId32" Type="http://schemas.openxmlformats.org/officeDocument/2006/relationships/image" Target="../media/image52.png"/><Relationship Id="rId5" Type="http://schemas.openxmlformats.org/officeDocument/2006/relationships/image" Target="../media/image26.png"/><Relationship Id="rId15" Type="http://schemas.openxmlformats.org/officeDocument/2006/relationships/image" Target="../media/image35.png"/><Relationship Id="rId23" Type="http://schemas.openxmlformats.org/officeDocument/2006/relationships/image" Target="../media/image43.png"/><Relationship Id="rId28" Type="http://schemas.openxmlformats.org/officeDocument/2006/relationships/image" Target="../media/image48.png"/><Relationship Id="rId10" Type="http://schemas.openxmlformats.org/officeDocument/2006/relationships/image" Target="../media/image30.png"/><Relationship Id="rId19" Type="http://schemas.openxmlformats.org/officeDocument/2006/relationships/image" Target="../media/image39.png"/><Relationship Id="rId31" Type="http://schemas.openxmlformats.org/officeDocument/2006/relationships/image" Target="../media/image51.png"/><Relationship Id="rId4" Type="http://schemas.openxmlformats.org/officeDocument/2006/relationships/image" Target="../media/image25.png"/><Relationship Id="rId9" Type="http://schemas.openxmlformats.org/officeDocument/2006/relationships/image" Target="../media/image29.png"/><Relationship Id="rId14" Type="http://schemas.openxmlformats.org/officeDocument/2006/relationships/image" Target="../media/image34.png"/><Relationship Id="rId22" Type="http://schemas.openxmlformats.org/officeDocument/2006/relationships/image" Target="../media/image42.png"/><Relationship Id="rId27" Type="http://schemas.openxmlformats.org/officeDocument/2006/relationships/image" Target="../media/image47.png"/><Relationship Id="rId30" Type="http://schemas.openxmlformats.org/officeDocument/2006/relationships/image" Target="../media/image50.png"/></Relationships>
</file>

<file path=ppt/slides/_rels/slide4.xml.rels><?xml version="1.0" encoding="UTF-8" standalone="yes"?>
<Relationships xmlns="http://schemas.openxmlformats.org/package/2006/relationships"><Relationship Id="rId8" Type="http://schemas.openxmlformats.org/officeDocument/2006/relationships/image" Target="../media/image55.png"/><Relationship Id="rId13" Type="http://schemas.openxmlformats.org/officeDocument/2006/relationships/image" Target="../media/image60.png"/><Relationship Id="rId18" Type="http://schemas.openxmlformats.org/officeDocument/2006/relationships/image" Target="../media/image65.png"/><Relationship Id="rId3" Type="http://schemas.openxmlformats.org/officeDocument/2006/relationships/image" Target="../media/image6.png"/><Relationship Id="rId21" Type="http://schemas.openxmlformats.org/officeDocument/2006/relationships/image" Target="../media/image68.png"/><Relationship Id="rId7" Type="http://schemas.openxmlformats.org/officeDocument/2006/relationships/image" Target="../media/image9.png"/><Relationship Id="rId12" Type="http://schemas.openxmlformats.org/officeDocument/2006/relationships/image" Target="../media/image59.png"/><Relationship Id="rId17" Type="http://schemas.openxmlformats.org/officeDocument/2006/relationships/image" Target="../media/image64.png"/><Relationship Id="rId2" Type="http://schemas.openxmlformats.org/officeDocument/2006/relationships/notesSlide" Target="../notesSlides/notesSlide4.xml"/><Relationship Id="rId16" Type="http://schemas.openxmlformats.org/officeDocument/2006/relationships/image" Target="../media/image63.png"/><Relationship Id="rId20" Type="http://schemas.openxmlformats.org/officeDocument/2006/relationships/image" Target="../media/image67.png"/><Relationship Id="rId1" Type="http://schemas.openxmlformats.org/officeDocument/2006/relationships/slideLayout" Target="../slideLayouts/slideLayout1.xml"/><Relationship Id="rId6" Type="http://schemas.openxmlformats.org/officeDocument/2006/relationships/image" Target="../media/image54.png"/><Relationship Id="rId11" Type="http://schemas.openxmlformats.org/officeDocument/2006/relationships/image" Target="../media/image58.png"/><Relationship Id="rId5" Type="http://schemas.openxmlformats.org/officeDocument/2006/relationships/image" Target="../media/image25.png"/><Relationship Id="rId15" Type="http://schemas.openxmlformats.org/officeDocument/2006/relationships/image" Target="../media/image62.png"/><Relationship Id="rId10" Type="http://schemas.openxmlformats.org/officeDocument/2006/relationships/image" Target="../media/image57.png"/><Relationship Id="rId19" Type="http://schemas.openxmlformats.org/officeDocument/2006/relationships/image" Target="../media/image66.png"/><Relationship Id="rId4" Type="http://schemas.openxmlformats.org/officeDocument/2006/relationships/image" Target="../media/image53.png"/><Relationship Id="rId9" Type="http://schemas.openxmlformats.org/officeDocument/2006/relationships/image" Target="../media/image56.png"/><Relationship Id="rId14" Type="http://schemas.openxmlformats.org/officeDocument/2006/relationships/image" Target="../media/image61.png"/></Relationships>
</file>

<file path=ppt/slides/_rels/slide5.xml.rels><?xml version="1.0" encoding="UTF-8" standalone="yes"?>
<Relationships xmlns="http://schemas.openxmlformats.org/package/2006/relationships"><Relationship Id="rId8" Type="http://schemas.openxmlformats.org/officeDocument/2006/relationships/image" Target="../media/image70.png"/><Relationship Id="rId13" Type="http://schemas.openxmlformats.org/officeDocument/2006/relationships/image" Target="../media/image75.png"/><Relationship Id="rId18" Type="http://schemas.openxmlformats.org/officeDocument/2006/relationships/image" Target="../media/image80.png"/><Relationship Id="rId26" Type="http://schemas.openxmlformats.org/officeDocument/2006/relationships/image" Target="../media/image88.png"/><Relationship Id="rId3" Type="http://schemas.openxmlformats.org/officeDocument/2006/relationships/image" Target="../media/image6.png"/><Relationship Id="rId21" Type="http://schemas.openxmlformats.org/officeDocument/2006/relationships/image" Target="../media/image83.png"/><Relationship Id="rId7" Type="http://schemas.openxmlformats.org/officeDocument/2006/relationships/image" Target="../media/image9.png"/><Relationship Id="rId12" Type="http://schemas.openxmlformats.org/officeDocument/2006/relationships/image" Target="../media/image74.png"/><Relationship Id="rId17" Type="http://schemas.openxmlformats.org/officeDocument/2006/relationships/image" Target="../media/image79.png"/><Relationship Id="rId25" Type="http://schemas.openxmlformats.org/officeDocument/2006/relationships/image" Target="../media/image87.png"/><Relationship Id="rId2" Type="http://schemas.openxmlformats.org/officeDocument/2006/relationships/notesSlide" Target="../notesSlides/notesSlide5.xml"/><Relationship Id="rId16" Type="http://schemas.openxmlformats.org/officeDocument/2006/relationships/image" Target="../media/image78.png"/><Relationship Id="rId20" Type="http://schemas.openxmlformats.org/officeDocument/2006/relationships/image" Target="../media/image82.png"/><Relationship Id="rId1" Type="http://schemas.openxmlformats.org/officeDocument/2006/relationships/slideLayout" Target="../slideLayouts/slideLayout1.xml"/><Relationship Id="rId6" Type="http://schemas.openxmlformats.org/officeDocument/2006/relationships/image" Target="../media/image26.png"/><Relationship Id="rId11" Type="http://schemas.openxmlformats.org/officeDocument/2006/relationships/image" Target="../media/image73.png"/><Relationship Id="rId24" Type="http://schemas.openxmlformats.org/officeDocument/2006/relationships/image" Target="../media/image86.png"/><Relationship Id="rId5" Type="http://schemas.openxmlformats.org/officeDocument/2006/relationships/image" Target="../media/image25.png"/><Relationship Id="rId15" Type="http://schemas.openxmlformats.org/officeDocument/2006/relationships/image" Target="../media/image77.png"/><Relationship Id="rId23" Type="http://schemas.openxmlformats.org/officeDocument/2006/relationships/image" Target="../media/image85.png"/><Relationship Id="rId10" Type="http://schemas.openxmlformats.org/officeDocument/2006/relationships/image" Target="../media/image72.png"/><Relationship Id="rId19" Type="http://schemas.openxmlformats.org/officeDocument/2006/relationships/image" Target="../media/image81.png"/><Relationship Id="rId4" Type="http://schemas.openxmlformats.org/officeDocument/2006/relationships/image" Target="../media/image69.png"/><Relationship Id="rId9" Type="http://schemas.openxmlformats.org/officeDocument/2006/relationships/image" Target="../media/image71.png"/><Relationship Id="rId14" Type="http://schemas.openxmlformats.org/officeDocument/2006/relationships/image" Target="../media/image76.png"/><Relationship Id="rId22" Type="http://schemas.openxmlformats.org/officeDocument/2006/relationships/image" Target="../media/image84.png"/></Relationships>
</file>

<file path=ppt/slides/_rels/slide6.xml.rels><?xml version="1.0" encoding="UTF-8" standalone="yes"?>
<Relationships xmlns="http://schemas.openxmlformats.org/package/2006/relationships"><Relationship Id="rId13" Type="http://schemas.openxmlformats.org/officeDocument/2006/relationships/image" Target="../media/image95.png"/><Relationship Id="rId18" Type="http://schemas.openxmlformats.org/officeDocument/2006/relationships/image" Target="../media/image100.png"/><Relationship Id="rId26" Type="http://schemas.openxmlformats.org/officeDocument/2006/relationships/image" Target="../media/image108.png"/><Relationship Id="rId39" Type="http://schemas.openxmlformats.org/officeDocument/2006/relationships/image" Target="../media/image121.png"/><Relationship Id="rId21" Type="http://schemas.openxmlformats.org/officeDocument/2006/relationships/image" Target="../media/image103.png"/><Relationship Id="rId34" Type="http://schemas.openxmlformats.org/officeDocument/2006/relationships/image" Target="../media/image116.png"/><Relationship Id="rId42" Type="http://schemas.openxmlformats.org/officeDocument/2006/relationships/image" Target="../media/image124.png"/><Relationship Id="rId47" Type="http://schemas.openxmlformats.org/officeDocument/2006/relationships/image" Target="../media/image129.png"/><Relationship Id="rId50" Type="http://schemas.openxmlformats.org/officeDocument/2006/relationships/image" Target="../media/image132.png"/><Relationship Id="rId7" Type="http://schemas.openxmlformats.org/officeDocument/2006/relationships/image" Target="../media/image89.png"/><Relationship Id="rId2" Type="http://schemas.openxmlformats.org/officeDocument/2006/relationships/notesSlide" Target="../notesSlides/notesSlide6.xml"/><Relationship Id="rId16" Type="http://schemas.openxmlformats.org/officeDocument/2006/relationships/image" Target="../media/image98.png"/><Relationship Id="rId29" Type="http://schemas.openxmlformats.org/officeDocument/2006/relationships/image" Target="../media/image111.png"/><Relationship Id="rId11" Type="http://schemas.openxmlformats.org/officeDocument/2006/relationships/image" Target="../media/image93.png"/><Relationship Id="rId24" Type="http://schemas.openxmlformats.org/officeDocument/2006/relationships/image" Target="../media/image106.png"/><Relationship Id="rId32" Type="http://schemas.openxmlformats.org/officeDocument/2006/relationships/image" Target="../media/image114.png"/><Relationship Id="rId37" Type="http://schemas.openxmlformats.org/officeDocument/2006/relationships/image" Target="../media/image119.png"/><Relationship Id="rId40" Type="http://schemas.openxmlformats.org/officeDocument/2006/relationships/image" Target="../media/image122.png"/><Relationship Id="rId45" Type="http://schemas.openxmlformats.org/officeDocument/2006/relationships/image" Target="../media/image127.png"/><Relationship Id="rId5" Type="http://schemas.openxmlformats.org/officeDocument/2006/relationships/image" Target="../media/image26.png"/><Relationship Id="rId15" Type="http://schemas.openxmlformats.org/officeDocument/2006/relationships/image" Target="../media/image97.png"/><Relationship Id="rId23" Type="http://schemas.openxmlformats.org/officeDocument/2006/relationships/image" Target="../media/image105.png"/><Relationship Id="rId28" Type="http://schemas.openxmlformats.org/officeDocument/2006/relationships/image" Target="../media/image110.png"/><Relationship Id="rId36" Type="http://schemas.openxmlformats.org/officeDocument/2006/relationships/image" Target="../media/image118.png"/><Relationship Id="rId49" Type="http://schemas.openxmlformats.org/officeDocument/2006/relationships/image" Target="../media/image131.png"/><Relationship Id="rId10" Type="http://schemas.openxmlformats.org/officeDocument/2006/relationships/image" Target="../media/image92.png"/><Relationship Id="rId19" Type="http://schemas.openxmlformats.org/officeDocument/2006/relationships/image" Target="../media/image101.png"/><Relationship Id="rId31" Type="http://schemas.openxmlformats.org/officeDocument/2006/relationships/image" Target="../media/image113.png"/><Relationship Id="rId44" Type="http://schemas.openxmlformats.org/officeDocument/2006/relationships/image" Target="../media/image126.png"/><Relationship Id="rId4" Type="http://schemas.openxmlformats.org/officeDocument/2006/relationships/image" Target="../media/image25.png"/><Relationship Id="rId9" Type="http://schemas.openxmlformats.org/officeDocument/2006/relationships/image" Target="../media/image91.png"/><Relationship Id="rId14" Type="http://schemas.openxmlformats.org/officeDocument/2006/relationships/image" Target="../media/image96.png"/><Relationship Id="rId22" Type="http://schemas.openxmlformats.org/officeDocument/2006/relationships/image" Target="../media/image104.png"/><Relationship Id="rId27" Type="http://schemas.openxmlformats.org/officeDocument/2006/relationships/image" Target="../media/image109.png"/><Relationship Id="rId30" Type="http://schemas.openxmlformats.org/officeDocument/2006/relationships/image" Target="../media/image112.png"/><Relationship Id="rId35" Type="http://schemas.openxmlformats.org/officeDocument/2006/relationships/image" Target="../media/image117.png"/><Relationship Id="rId43" Type="http://schemas.openxmlformats.org/officeDocument/2006/relationships/image" Target="../media/image125.png"/><Relationship Id="rId48" Type="http://schemas.openxmlformats.org/officeDocument/2006/relationships/image" Target="../media/image130.png"/><Relationship Id="rId8" Type="http://schemas.openxmlformats.org/officeDocument/2006/relationships/image" Target="../media/image90.png"/><Relationship Id="rId51" Type="http://schemas.openxmlformats.org/officeDocument/2006/relationships/image" Target="../media/image133.png"/><Relationship Id="rId3" Type="http://schemas.openxmlformats.org/officeDocument/2006/relationships/image" Target="../media/image6.png"/><Relationship Id="rId12" Type="http://schemas.openxmlformats.org/officeDocument/2006/relationships/image" Target="../media/image94.png"/><Relationship Id="rId17" Type="http://schemas.openxmlformats.org/officeDocument/2006/relationships/image" Target="../media/image99.png"/><Relationship Id="rId25" Type="http://schemas.openxmlformats.org/officeDocument/2006/relationships/image" Target="../media/image107.png"/><Relationship Id="rId33" Type="http://schemas.openxmlformats.org/officeDocument/2006/relationships/image" Target="../media/image115.png"/><Relationship Id="rId38" Type="http://schemas.openxmlformats.org/officeDocument/2006/relationships/image" Target="../media/image120.png"/><Relationship Id="rId46" Type="http://schemas.openxmlformats.org/officeDocument/2006/relationships/image" Target="../media/image128.png"/><Relationship Id="rId20" Type="http://schemas.openxmlformats.org/officeDocument/2006/relationships/image" Target="../media/image102.png"/><Relationship Id="rId41" Type="http://schemas.openxmlformats.org/officeDocument/2006/relationships/image" Target="../media/image123.png"/><Relationship Id="rId1" Type="http://schemas.openxmlformats.org/officeDocument/2006/relationships/slideLayout" Target="../slideLayouts/slideLayout1.xml"/><Relationship Id="rId6" Type="http://schemas.openxmlformats.org/officeDocument/2006/relationships/image" Target="../media/image9.png"/></Relationships>
</file>

<file path=ppt/slides/_rels/slide7.xml.rels><?xml version="1.0" encoding="UTF-8" standalone="yes"?>
<Relationships xmlns="http://schemas.openxmlformats.org/package/2006/relationships"><Relationship Id="rId13" Type="http://schemas.openxmlformats.org/officeDocument/2006/relationships/image" Target="../media/image139.png"/><Relationship Id="rId18" Type="http://schemas.openxmlformats.org/officeDocument/2006/relationships/image" Target="../media/image144.png"/><Relationship Id="rId26" Type="http://schemas.openxmlformats.org/officeDocument/2006/relationships/image" Target="../media/image152.png"/><Relationship Id="rId3" Type="http://schemas.openxmlformats.org/officeDocument/2006/relationships/image" Target="../media/image1.png"/><Relationship Id="rId21" Type="http://schemas.openxmlformats.org/officeDocument/2006/relationships/image" Target="../media/image147.png"/><Relationship Id="rId34" Type="http://schemas.openxmlformats.org/officeDocument/2006/relationships/image" Target="../media/image96.png"/><Relationship Id="rId7" Type="http://schemas.openxmlformats.org/officeDocument/2006/relationships/image" Target="../media/image9.png"/><Relationship Id="rId12" Type="http://schemas.openxmlformats.org/officeDocument/2006/relationships/image" Target="../media/image138.png"/><Relationship Id="rId17" Type="http://schemas.openxmlformats.org/officeDocument/2006/relationships/image" Target="../media/image143.png"/><Relationship Id="rId25" Type="http://schemas.openxmlformats.org/officeDocument/2006/relationships/image" Target="../media/image151.png"/><Relationship Id="rId33" Type="http://schemas.openxmlformats.org/officeDocument/2006/relationships/image" Target="../media/image159.png"/><Relationship Id="rId2" Type="http://schemas.openxmlformats.org/officeDocument/2006/relationships/notesSlide" Target="../notesSlides/notesSlide7.xml"/><Relationship Id="rId16" Type="http://schemas.openxmlformats.org/officeDocument/2006/relationships/image" Target="../media/image142.png"/><Relationship Id="rId20" Type="http://schemas.openxmlformats.org/officeDocument/2006/relationships/image" Target="../media/image146.png"/><Relationship Id="rId29" Type="http://schemas.openxmlformats.org/officeDocument/2006/relationships/image" Target="../media/image155.png"/><Relationship Id="rId1" Type="http://schemas.openxmlformats.org/officeDocument/2006/relationships/slideLayout" Target="../slideLayouts/slideLayout1.xml"/><Relationship Id="rId6" Type="http://schemas.openxmlformats.org/officeDocument/2006/relationships/image" Target="../media/image26.png"/><Relationship Id="rId11" Type="http://schemas.openxmlformats.org/officeDocument/2006/relationships/image" Target="../media/image137.png"/><Relationship Id="rId24" Type="http://schemas.openxmlformats.org/officeDocument/2006/relationships/image" Target="../media/image150.png"/><Relationship Id="rId32" Type="http://schemas.openxmlformats.org/officeDocument/2006/relationships/image" Target="../media/image158.png"/><Relationship Id="rId5" Type="http://schemas.openxmlformats.org/officeDocument/2006/relationships/image" Target="../media/image25.png"/><Relationship Id="rId15" Type="http://schemas.openxmlformats.org/officeDocument/2006/relationships/image" Target="../media/image141.png"/><Relationship Id="rId23" Type="http://schemas.openxmlformats.org/officeDocument/2006/relationships/image" Target="../media/image149.png"/><Relationship Id="rId28" Type="http://schemas.openxmlformats.org/officeDocument/2006/relationships/image" Target="../media/image154.png"/><Relationship Id="rId36" Type="http://schemas.openxmlformats.org/officeDocument/2006/relationships/image" Target="../media/image161.png"/><Relationship Id="rId10" Type="http://schemas.openxmlformats.org/officeDocument/2006/relationships/image" Target="../media/image136.png"/><Relationship Id="rId19" Type="http://schemas.openxmlformats.org/officeDocument/2006/relationships/image" Target="../media/image145.png"/><Relationship Id="rId31" Type="http://schemas.openxmlformats.org/officeDocument/2006/relationships/image" Target="../media/image157.png"/><Relationship Id="rId4" Type="http://schemas.openxmlformats.org/officeDocument/2006/relationships/image" Target="../media/image6.png"/><Relationship Id="rId9" Type="http://schemas.openxmlformats.org/officeDocument/2006/relationships/image" Target="../media/image135.png"/><Relationship Id="rId14" Type="http://schemas.openxmlformats.org/officeDocument/2006/relationships/image" Target="../media/image140.png"/><Relationship Id="rId22" Type="http://schemas.openxmlformats.org/officeDocument/2006/relationships/image" Target="../media/image148.png"/><Relationship Id="rId27" Type="http://schemas.openxmlformats.org/officeDocument/2006/relationships/image" Target="../media/image153.png"/><Relationship Id="rId30" Type="http://schemas.openxmlformats.org/officeDocument/2006/relationships/image" Target="../media/image156.png"/><Relationship Id="rId35" Type="http://schemas.openxmlformats.org/officeDocument/2006/relationships/image" Target="../media/image160.png"/><Relationship Id="rId8" Type="http://schemas.openxmlformats.org/officeDocument/2006/relationships/image" Target="../media/image134.png"/></Relationships>
</file>

<file path=ppt/slides/_rels/slide8.xml.rels><?xml version="1.0" encoding="UTF-8" standalone="yes"?>
<Relationships xmlns="http://schemas.openxmlformats.org/package/2006/relationships"><Relationship Id="rId8" Type="http://schemas.openxmlformats.org/officeDocument/2006/relationships/image" Target="../media/image163.png"/><Relationship Id="rId13" Type="http://schemas.openxmlformats.org/officeDocument/2006/relationships/image" Target="../media/image168.png"/><Relationship Id="rId18" Type="http://schemas.openxmlformats.org/officeDocument/2006/relationships/image" Target="../media/image173.png"/><Relationship Id="rId3" Type="http://schemas.openxmlformats.org/officeDocument/2006/relationships/image" Target="../media/image6.png"/><Relationship Id="rId21" Type="http://schemas.openxmlformats.org/officeDocument/2006/relationships/image" Target="../media/image176.png"/><Relationship Id="rId7" Type="http://schemas.openxmlformats.org/officeDocument/2006/relationships/image" Target="../media/image162.png"/><Relationship Id="rId12" Type="http://schemas.openxmlformats.org/officeDocument/2006/relationships/image" Target="../media/image167.png"/><Relationship Id="rId17" Type="http://schemas.openxmlformats.org/officeDocument/2006/relationships/image" Target="../media/image172.png"/><Relationship Id="rId25" Type="http://schemas.openxmlformats.org/officeDocument/2006/relationships/image" Target="../media/image180.png"/><Relationship Id="rId2" Type="http://schemas.openxmlformats.org/officeDocument/2006/relationships/notesSlide" Target="../notesSlides/notesSlide8.xml"/><Relationship Id="rId16" Type="http://schemas.openxmlformats.org/officeDocument/2006/relationships/image" Target="../media/image171.png"/><Relationship Id="rId20" Type="http://schemas.openxmlformats.org/officeDocument/2006/relationships/image" Target="../media/image175.png"/><Relationship Id="rId1" Type="http://schemas.openxmlformats.org/officeDocument/2006/relationships/slideLayout" Target="../slideLayouts/slideLayout1.xml"/><Relationship Id="rId6" Type="http://schemas.openxmlformats.org/officeDocument/2006/relationships/image" Target="../media/image9.png"/><Relationship Id="rId11" Type="http://schemas.openxmlformats.org/officeDocument/2006/relationships/image" Target="../media/image166.png"/><Relationship Id="rId24" Type="http://schemas.openxmlformats.org/officeDocument/2006/relationships/image" Target="../media/image179.png"/><Relationship Id="rId5" Type="http://schemas.openxmlformats.org/officeDocument/2006/relationships/image" Target="../media/image26.png"/><Relationship Id="rId15" Type="http://schemas.openxmlformats.org/officeDocument/2006/relationships/image" Target="../media/image170.png"/><Relationship Id="rId23" Type="http://schemas.openxmlformats.org/officeDocument/2006/relationships/image" Target="../media/image178.png"/><Relationship Id="rId10" Type="http://schemas.openxmlformats.org/officeDocument/2006/relationships/image" Target="../media/image165.png"/><Relationship Id="rId19" Type="http://schemas.openxmlformats.org/officeDocument/2006/relationships/image" Target="../media/image174.png"/><Relationship Id="rId4" Type="http://schemas.openxmlformats.org/officeDocument/2006/relationships/image" Target="../media/image25.png"/><Relationship Id="rId9" Type="http://schemas.openxmlformats.org/officeDocument/2006/relationships/image" Target="../media/image164.png"/><Relationship Id="rId14" Type="http://schemas.openxmlformats.org/officeDocument/2006/relationships/image" Target="../media/image169.png"/><Relationship Id="rId22" Type="http://schemas.openxmlformats.org/officeDocument/2006/relationships/image" Target="../media/image177.png"/></Relationships>
</file>

<file path=ppt/slides/_rels/slide9.xml.rels><?xml version="1.0" encoding="UTF-8" standalone="yes"?>
<Relationships xmlns="http://schemas.openxmlformats.org/package/2006/relationships"><Relationship Id="rId8" Type="http://schemas.openxmlformats.org/officeDocument/2006/relationships/image" Target="../media/image182.png"/><Relationship Id="rId13" Type="http://schemas.openxmlformats.org/officeDocument/2006/relationships/image" Target="../media/image187.png"/><Relationship Id="rId18" Type="http://schemas.openxmlformats.org/officeDocument/2006/relationships/image" Target="../media/image192.png"/><Relationship Id="rId26" Type="http://schemas.openxmlformats.org/officeDocument/2006/relationships/image" Target="../media/image200.png"/><Relationship Id="rId3" Type="http://schemas.openxmlformats.org/officeDocument/2006/relationships/image" Target="../media/image6.png"/><Relationship Id="rId21" Type="http://schemas.openxmlformats.org/officeDocument/2006/relationships/image" Target="../media/image195.png"/><Relationship Id="rId7" Type="http://schemas.openxmlformats.org/officeDocument/2006/relationships/image" Target="../media/image9.png"/><Relationship Id="rId12" Type="http://schemas.openxmlformats.org/officeDocument/2006/relationships/image" Target="../media/image186.png"/><Relationship Id="rId17" Type="http://schemas.openxmlformats.org/officeDocument/2006/relationships/image" Target="../media/image191.png"/><Relationship Id="rId25" Type="http://schemas.openxmlformats.org/officeDocument/2006/relationships/image" Target="../media/image199.png"/><Relationship Id="rId2" Type="http://schemas.openxmlformats.org/officeDocument/2006/relationships/notesSlide" Target="../notesSlides/notesSlide9.xml"/><Relationship Id="rId16" Type="http://schemas.openxmlformats.org/officeDocument/2006/relationships/image" Target="../media/image190.png"/><Relationship Id="rId20" Type="http://schemas.openxmlformats.org/officeDocument/2006/relationships/image" Target="../media/image194.png"/><Relationship Id="rId29" Type="http://schemas.openxmlformats.org/officeDocument/2006/relationships/image" Target="../media/image203.png"/><Relationship Id="rId1" Type="http://schemas.openxmlformats.org/officeDocument/2006/relationships/slideLayout" Target="../slideLayouts/slideLayout1.xml"/><Relationship Id="rId6" Type="http://schemas.openxmlformats.org/officeDocument/2006/relationships/image" Target="../media/image54.png"/><Relationship Id="rId11" Type="http://schemas.openxmlformats.org/officeDocument/2006/relationships/image" Target="../media/image185.png"/><Relationship Id="rId24" Type="http://schemas.openxmlformats.org/officeDocument/2006/relationships/image" Target="../media/image198.png"/><Relationship Id="rId5" Type="http://schemas.openxmlformats.org/officeDocument/2006/relationships/image" Target="../media/image25.png"/><Relationship Id="rId15" Type="http://schemas.openxmlformats.org/officeDocument/2006/relationships/image" Target="../media/image189.png"/><Relationship Id="rId23" Type="http://schemas.openxmlformats.org/officeDocument/2006/relationships/image" Target="../media/image197.png"/><Relationship Id="rId28" Type="http://schemas.openxmlformats.org/officeDocument/2006/relationships/image" Target="../media/image202.png"/><Relationship Id="rId10" Type="http://schemas.openxmlformats.org/officeDocument/2006/relationships/image" Target="../media/image184.png"/><Relationship Id="rId19" Type="http://schemas.openxmlformats.org/officeDocument/2006/relationships/image" Target="../media/image193.png"/><Relationship Id="rId4" Type="http://schemas.openxmlformats.org/officeDocument/2006/relationships/image" Target="../media/image181.png"/><Relationship Id="rId9" Type="http://schemas.openxmlformats.org/officeDocument/2006/relationships/image" Target="../media/image183.png"/><Relationship Id="rId14" Type="http://schemas.openxmlformats.org/officeDocument/2006/relationships/image" Target="../media/image188.png"/><Relationship Id="rId22" Type="http://schemas.openxmlformats.org/officeDocument/2006/relationships/image" Target="../media/image196.png"/><Relationship Id="rId27" Type="http://schemas.openxmlformats.org/officeDocument/2006/relationships/image" Target="../media/image201.png"/></Relationships>
</file>

<file path=ppt/slides/_rels/slide10.xml.rels><?xml version="1.0" encoding="UTF-8" standalone="yes"?>
<Relationships xmlns="http://schemas.openxmlformats.org/package/2006/relationships"><Relationship Id="rId8" Type="http://schemas.openxmlformats.org/officeDocument/2006/relationships/image" Target="../media/image163.png"/><Relationship Id="rId13" Type="http://schemas.openxmlformats.org/officeDocument/2006/relationships/image" Target="../media/image209.png"/><Relationship Id="rId18" Type="http://schemas.openxmlformats.org/officeDocument/2006/relationships/image" Target="../media/image214.png"/><Relationship Id="rId3" Type="http://schemas.openxmlformats.org/officeDocument/2006/relationships/image" Target="../media/image6.png"/><Relationship Id="rId21" Type="http://schemas.openxmlformats.org/officeDocument/2006/relationships/image" Target="../media/image217.png"/><Relationship Id="rId7" Type="http://schemas.openxmlformats.org/officeDocument/2006/relationships/image" Target="../media/image204.png"/><Relationship Id="rId12" Type="http://schemas.openxmlformats.org/officeDocument/2006/relationships/image" Target="../media/image208.png"/><Relationship Id="rId17" Type="http://schemas.openxmlformats.org/officeDocument/2006/relationships/image" Target="../media/image213.png"/><Relationship Id="rId2" Type="http://schemas.openxmlformats.org/officeDocument/2006/relationships/notesSlide" Target="../notesSlides/notesSlide10.xml"/><Relationship Id="rId16" Type="http://schemas.openxmlformats.org/officeDocument/2006/relationships/image" Target="../media/image212.png"/><Relationship Id="rId20" Type="http://schemas.openxmlformats.org/officeDocument/2006/relationships/image" Target="../media/image216.png"/><Relationship Id="rId1" Type="http://schemas.openxmlformats.org/officeDocument/2006/relationships/slideLayout" Target="../slideLayouts/slideLayout1.xml"/><Relationship Id="rId6" Type="http://schemas.openxmlformats.org/officeDocument/2006/relationships/image" Target="../media/image9.png"/><Relationship Id="rId11" Type="http://schemas.openxmlformats.org/officeDocument/2006/relationships/image" Target="../media/image207.png"/><Relationship Id="rId5" Type="http://schemas.openxmlformats.org/officeDocument/2006/relationships/image" Target="../media/image26.png"/><Relationship Id="rId15" Type="http://schemas.openxmlformats.org/officeDocument/2006/relationships/image" Target="../media/image211.png"/><Relationship Id="rId23" Type="http://schemas.openxmlformats.org/officeDocument/2006/relationships/image" Target="../media/image219.png"/><Relationship Id="rId10" Type="http://schemas.openxmlformats.org/officeDocument/2006/relationships/image" Target="../media/image206.png"/><Relationship Id="rId19" Type="http://schemas.openxmlformats.org/officeDocument/2006/relationships/image" Target="../media/image215.png"/><Relationship Id="rId4" Type="http://schemas.openxmlformats.org/officeDocument/2006/relationships/image" Target="../media/image25.png"/><Relationship Id="rId9" Type="http://schemas.openxmlformats.org/officeDocument/2006/relationships/image" Target="../media/image205.png"/><Relationship Id="rId14" Type="http://schemas.openxmlformats.org/officeDocument/2006/relationships/image" Target="../media/image210.png"/><Relationship Id="rId22" Type="http://schemas.openxmlformats.org/officeDocument/2006/relationships/image" Target="../media/image218.png"/></Relationships>
</file>

<file path=ppt/slides/_rels/slide11.xml.rels><?xml version="1.0" encoding="UTF-8" standalone="yes"?>
<Relationships xmlns="http://schemas.openxmlformats.org/package/2006/relationships"><Relationship Id="rId13" Type="http://schemas.openxmlformats.org/officeDocument/2006/relationships/image" Target="../media/image225.png"/><Relationship Id="rId18" Type="http://schemas.openxmlformats.org/officeDocument/2006/relationships/image" Target="../media/image230.png"/><Relationship Id="rId26" Type="http://schemas.openxmlformats.org/officeDocument/2006/relationships/image" Target="../media/image238.png"/><Relationship Id="rId3" Type="http://schemas.openxmlformats.org/officeDocument/2006/relationships/image" Target="../media/image6.png"/><Relationship Id="rId21" Type="http://schemas.openxmlformats.org/officeDocument/2006/relationships/image" Target="../media/image233.png"/><Relationship Id="rId7" Type="http://schemas.openxmlformats.org/officeDocument/2006/relationships/image" Target="../media/image9.png"/><Relationship Id="rId12" Type="http://schemas.openxmlformats.org/officeDocument/2006/relationships/image" Target="../media/image224.png"/><Relationship Id="rId17" Type="http://schemas.openxmlformats.org/officeDocument/2006/relationships/image" Target="../media/image229.png"/><Relationship Id="rId25" Type="http://schemas.openxmlformats.org/officeDocument/2006/relationships/image" Target="../media/image237.png"/><Relationship Id="rId33" Type="http://schemas.openxmlformats.org/officeDocument/2006/relationships/image" Target="../media/image245.png"/><Relationship Id="rId2" Type="http://schemas.openxmlformats.org/officeDocument/2006/relationships/notesSlide" Target="../notesSlides/notesSlide11.xml"/><Relationship Id="rId16" Type="http://schemas.openxmlformats.org/officeDocument/2006/relationships/image" Target="../media/image228.png"/><Relationship Id="rId20" Type="http://schemas.openxmlformats.org/officeDocument/2006/relationships/image" Target="../media/image232.png"/><Relationship Id="rId29" Type="http://schemas.openxmlformats.org/officeDocument/2006/relationships/image" Target="../media/image241.png"/><Relationship Id="rId1" Type="http://schemas.openxmlformats.org/officeDocument/2006/relationships/slideLayout" Target="../slideLayouts/slideLayout1.xml"/><Relationship Id="rId6" Type="http://schemas.openxmlformats.org/officeDocument/2006/relationships/image" Target="../media/image26.png"/><Relationship Id="rId11" Type="http://schemas.openxmlformats.org/officeDocument/2006/relationships/image" Target="../media/image223.png"/><Relationship Id="rId24" Type="http://schemas.openxmlformats.org/officeDocument/2006/relationships/image" Target="../media/image236.png"/><Relationship Id="rId32" Type="http://schemas.openxmlformats.org/officeDocument/2006/relationships/image" Target="../media/image244.png"/><Relationship Id="rId5" Type="http://schemas.openxmlformats.org/officeDocument/2006/relationships/image" Target="../media/image25.png"/><Relationship Id="rId15" Type="http://schemas.openxmlformats.org/officeDocument/2006/relationships/image" Target="../media/image227.png"/><Relationship Id="rId23" Type="http://schemas.openxmlformats.org/officeDocument/2006/relationships/image" Target="../media/image235.png"/><Relationship Id="rId28" Type="http://schemas.openxmlformats.org/officeDocument/2006/relationships/image" Target="../media/image240.png"/><Relationship Id="rId10" Type="http://schemas.openxmlformats.org/officeDocument/2006/relationships/image" Target="../media/image222.png"/><Relationship Id="rId19" Type="http://schemas.openxmlformats.org/officeDocument/2006/relationships/image" Target="../media/image231.png"/><Relationship Id="rId31" Type="http://schemas.openxmlformats.org/officeDocument/2006/relationships/image" Target="../media/image243.png"/><Relationship Id="rId4" Type="http://schemas.openxmlformats.org/officeDocument/2006/relationships/image" Target="../media/image220.png"/><Relationship Id="rId9" Type="http://schemas.openxmlformats.org/officeDocument/2006/relationships/image" Target="../media/image30.png"/><Relationship Id="rId14" Type="http://schemas.openxmlformats.org/officeDocument/2006/relationships/image" Target="../media/image226.png"/><Relationship Id="rId22" Type="http://schemas.openxmlformats.org/officeDocument/2006/relationships/image" Target="../media/image234.png"/><Relationship Id="rId27" Type="http://schemas.openxmlformats.org/officeDocument/2006/relationships/image" Target="../media/image239.png"/><Relationship Id="rId30" Type="http://schemas.openxmlformats.org/officeDocument/2006/relationships/image" Target="../media/image242.png"/><Relationship Id="rId8" Type="http://schemas.openxmlformats.org/officeDocument/2006/relationships/image" Target="../media/image221.png"/></Relationships>
</file>

<file path=ppt/slides/_rels/slide12.xml.rels><?xml version="1.0" encoding="UTF-8" standalone="yes"?>
<Relationships xmlns="http://schemas.openxmlformats.org/package/2006/relationships"><Relationship Id="rId8" Type="http://schemas.openxmlformats.org/officeDocument/2006/relationships/image" Target="../media/image247.png"/><Relationship Id="rId13" Type="http://schemas.openxmlformats.org/officeDocument/2006/relationships/image" Target="../media/image252.png"/><Relationship Id="rId18" Type="http://schemas.openxmlformats.org/officeDocument/2006/relationships/image" Target="../media/image257.png"/><Relationship Id="rId26" Type="http://schemas.openxmlformats.org/officeDocument/2006/relationships/image" Target="../media/image265.png"/><Relationship Id="rId3" Type="http://schemas.openxmlformats.org/officeDocument/2006/relationships/image" Target="../media/image6.png"/><Relationship Id="rId21" Type="http://schemas.openxmlformats.org/officeDocument/2006/relationships/image" Target="../media/image260.png"/><Relationship Id="rId7" Type="http://schemas.openxmlformats.org/officeDocument/2006/relationships/image" Target="../media/image246.png"/><Relationship Id="rId12" Type="http://schemas.openxmlformats.org/officeDocument/2006/relationships/image" Target="../media/image251.png"/><Relationship Id="rId17" Type="http://schemas.openxmlformats.org/officeDocument/2006/relationships/image" Target="../media/image256.png"/><Relationship Id="rId25" Type="http://schemas.openxmlformats.org/officeDocument/2006/relationships/image" Target="../media/image264.png"/><Relationship Id="rId2" Type="http://schemas.openxmlformats.org/officeDocument/2006/relationships/notesSlide" Target="../notesSlides/notesSlide12.xml"/><Relationship Id="rId16" Type="http://schemas.openxmlformats.org/officeDocument/2006/relationships/image" Target="../media/image255.png"/><Relationship Id="rId20" Type="http://schemas.openxmlformats.org/officeDocument/2006/relationships/image" Target="../media/image259.png"/><Relationship Id="rId29" Type="http://schemas.openxmlformats.org/officeDocument/2006/relationships/image" Target="../media/image268.png"/><Relationship Id="rId1" Type="http://schemas.openxmlformats.org/officeDocument/2006/relationships/slideLayout" Target="../slideLayouts/slideLayout1.xml"/><Relationship Id="rId6" Type="http://schemas.openxmlformats.org/officeDocument/2006/relationships/image" Target="../media/image9.png"/><Relationship Id="rId11" Type="http://schemas.openxmlformats.org/officeDocument/2006/relationships/image" Target="../media/image250.png"/><Relationship Id="rId24" Type="http://schemas.openxmlformats.org/officeDocument/2006/relationships/image" Target="../media/image263.png"/><Relationship Id="rId5" Type="http://schemas.openxmlformats.org/officeDocument/2006/relationships/image" Target="../media/image26.png"/><Relationship Id="rId15" Type="http://schemas.openxmlformats.org/officeDocument/2006/relationships/image" Target="../media/image254.png"/><Relationship Id="rId23" Type="http://schemas.openxmlformats.org/officeDocument/2006/relationships/image" Target="../media/image262.png"/><Relationship Id="rId28" Type="http://schemas.openxmlformats.org/officeDocument/2006/relationships/image" Target="../media/image267.png"/><Relationship Id="rId10" Type="http://schemas.openxmlformats.org/officeDocument/2006/relationships/image" Target="../media/image249.png"/><Relationship Id="rId19" Type="http://schemas.openxmlformats.org/officeDocument/2006/relationships/image" Target="../media/image258.png"/><Relationship Id="rId4" Type="http://schemas.openxmlformats.org/officeDocument/2006/relationships/image" Target="../media/image25.png"/><Relationship Id="rId9" Type="http://schemas.openxmlformats.org/officeDocument/2006/relationships/image" Target="../media/image248.png"/><Relationship Id="rId14" Type="http://schemas.openxmlformats.org/officeDocument/2006/relationships/image" Target="../media/image253.png"/><Relationship Id="rId22" Type="http://schemas.openxmlformats.org/officeDocument/2006/relationships/image" Target="../media/image261.png"/><Relationship Id="rId27" Type="http://schemas.openxmlformats.org/officeDocument/2006/relationships/image" Target="../media/image266.png"/></Relationships>
</file>

<file path=ppt/slides/_rels/slide13.xml.rels><?xml version="1.0" encoding="UTF-8" standalone="yes"?>
<Relationships xmlns="http://schemas.openxmlformats.org/package/2006/relationships"><Relationship Id="rId13" Type="http://schemas.openxmlformats.org/officeDocument/2006/relationships/image" Target="../media/image277.png"/><Relationship Id="rId18" Type="http://schemas.openxmlformats.org/officeDocument/2006/relationships/image" Target="../media/image282.png"/><Relationship Id="rId26" Type="http://schemas.openxmlformats.org/officeDocument/2006/relationships/image" Target="../media/image290.png"/><Relationship Id="rId39" Type="http://schemas.openxmlformats.org/officeDocument/2006/relationships/image" Target="../media/image303.png"/><Relationship Id="rId21" Type="http://schemas.openxmlformats.org/officeDocument/2006/relationships/image" Target="../media/image285.png"/><Relationship Id="rId34" Type="http://schemas.openxmlformats.org/officeDocument/2006/relationships/image" Target="../media/image298.png"/><Relationship Id="rId7" Type="http://schemas.openxmlformats.org/officeDocument/2006/relationships/image" Target="../media/image271.png"/><Relationship Id="rId12" Type="http://schemas.openxmlformats.org/officeDocument/2006/relationships/image" Target="../media/image276.png"/><Relationship Id="rId17" Type="http://schemas.openxmlformats.org/officeDocument/2006/relationships/image" Target="../media/image281.png"/><Relationship Id="rId25" Type="http://schemas.openxmlformats.org/officeDocument/2006/relationships/image" Target="../media/image289.png"/><Relationship Id="rId33" Type="http://schemas.openxmlformats.org/officeDocument/2006/relationships/image" Target="../media/image297.png"/><Relationship Id="rId38" Type="http://schemas.openxmlformats.org/officeDocument/2006/relationships/image" Target="../media/image302.png"/><Relationship Id="rId2" Type="http://schemas.openxmlformats.org/officeDocument/2006/relationships/notesSlide" Target="../notesSlides/notesSlide13.xml"/><Relationship Id="rId16" Type="http://schemas.openxmlformats.org/officeDocument/2006/relationships/image" Target="../media/image280.png"/><Relationship Id="rId20" Type="http://schemas.openxmlformats.org/officeDocument/2006/relationships/image" Target="../media/image284.png"/><Relationship Id="rId29" Type="http://schemas.openxmlformats.org/officeDocument/2006/relationships/image" Target="../media/image293.png"/><Relationship Id="rId1" Type="http://schemas.openxmlformats.org/officeDocument/2006/relationships/slideLayout" Target="../slideLayouts/slideLayout1.xml"/><Relationship Id="rId6" Type="http://schemas.openxmlformats.org/officeDocument/2006/relationships/image" Target="../media/image270.png"/><Relationship Id="rId11" Type="http://schemas.openxmlformats.org/officeDocument/2006/relationships/image" Target="../media/image275.png"/><Relationship Id="rId24" Type="http://schemas.openxmlformats.org/officeDocument/2006/relationships/image" Target="../media/image288.png"/><Relationship Id="rId32" Type="http://schemas.openxmlformats.org/officeDocument/2006/relationships/image" Target="../media/image296.png"/><Relationship Id="rId37" Type="http://schemas.openxmlformats.org/officeDocument/2006/relationships/image" Target="../media/image301.png"/><Relationship Id="rId5" Type="http://schemas.openxmlformats.org/officeDocument/2006/relationships/image" Target="../media/image269.png"/><Relationship Id="rId15" Type="http://schemas.openxmlformats.org/officeDocument/2006/relationships/image" Target="../media/image279.png"/><Relationship Id="rId23" Type="http://schemas.openxmlformats.org/officeDocument/2006/relationships/image" Target="../media/image287.png"/><Relationship Id="rId28" Type="http://schemas.openxmlformats.org/officeDocument/2006/relationships/image" Target="../media/image292.png"/><Relationship Id="rId36" Type="http://schemas.openxmlformats.org/officeDocument/2006/relationships/image" Target="../media/image300.png"/><Relationship Id="rId10" Type="http://schemas.openxmlformats.org/officeDocument/2006/relationships/image" Target="../media/image274.png"/><Relationship Id="rId19" Type="http://schemas.openxmlformats.org/officeDocument/2006/relationships/image" Target="../media/image283.png"/><Relationship Id="rId31" Type="http://schemas.openxmlformats.org/officeDocument/2006/relationships/image" Target="../media/image295.png"/><Relationship Id="rId4" Type="http://schemas.openxmlformats.org/officeDocument/2006/relationships/image" Target="../media/image7.png"/><Relationship Id="rId9" Type="http://schemas.openxmlformats.org/officeDocument/2006/relationships/image" Target="../media/image273.png"/><Relationship Id="rId14" Type="http://schemas.openxmlformats.org/officeDocument/2006/relationships/image" Target="../media/image278.png"/><Relationship Id="rId22" Type="http://schemas.openxmlformats.org/officeDocument/2006/relationships/image" Target="../media/image286.png"/><Relationship Id="rId27" Type="http://schemas.openxmlformats.org/officeDocument/2006/relationships/image" Target="../media/image291.png"/><Relationship Id="rId30" Type="http://schemas.openxmlformats.org/officeDocument/2006/relationships/image" Target="../media/image294.png"/><Relationship Id="rId35" Type="http://schemas.openxmlformats.org/officeDocument/2006/relationships/image" Target="../media/image299.png"/><Relationship Id="rId8" Type="http://schemas.openxmlformats.org/officeDocument/2006/relationships/image" Target="../media/image272.png"/><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3" Type="http://schemas.openxmlformats.org/officeDocument/2006/relationships/image" Target="../media/image312.png"/><Relationship Id="rId18" Type="http://schemas.openxmlformats.org/officeDocument/2006/relationships/image" Target="../media/image316.png"/><Relationship Id="rId26" Type="http://schemas.openxmlformats.org/officeDocument/2006/relationships/image" Target="../media/image324.png"/><Relationship Id="rId39" Type="http://schemas.openxmlformats.org/officeDocument/2006/relationships/image" Target="../media/image297.png"/><Relationship Id="rId21" Type="http://schemas.openxmlformats.org/officeDocument/2006/relationships/image" Target="../media/image319.png"/><Relationship Id="rId34" Type="http://schemas.openxmlformats.org/officeDocument/2006/relationships/image" Target="../media/image332.png"/><Relationship Id="rId7" Type="http://schemas.openxmlformats.org/officeDocument/2006/relationships/image" Target="../media/image306.png"/><Relationship Id="rId2" Type="http://schemas.openxmlformats.org/officeDocument/2006/relationships/notesSlide" Target="../notesSlides/notesSlide14.xml"/><Relationship Id="rId16" Type="http://schemas.openxmlformats.org/officeDocument/2006/relationships/image" Target="../media/image314.png"/><Relationship Id="rId20" Type="http://schemas.openxmlformats.org/officeDocument/2006/relationships/image" Target="../media/image318.png"/><Relationship Id="rId29" Type="http://schemas.openxmlformats.org/officeDocument/2006/relationships/image" Target="../media/image327.png"/><Relationship Id="rId41" Type="http://schemas.openxmlformats.org/officeDocument/2006/relationships/image" Target="../media/image338.png"/><Relationship Id="rId1" Type="http://schemas.openxmlformats.org/officeDocument/2006/relationships/slideLayout" Target="../slideLayouts/slideLayout1.xml"/><Relationship Id="rId6" Type="http://schemas.openxmlformats.org/officeDocument/2006/relationships/image" Target="../media/image9.png"/><Relationship Id="rId11" Type="http://schemas.openxmlformats.org/officeDocument/2006/relationships/image" Target="../media/image310.png"/><Relationship Id="rId24" Type="http://schemas.openxmlformats.org/officeDocument/2006/relationships/image" Target="../media/image322.png"/><Relationship Id="rId32" Type="http://schemas.openxmlformats.org/officeDocument/2006/relationships/image" Target="../media/image330.png"/><Relationship Id="rId37" Type="http://schemas.openxmlformats.org/officeDocument/2006/relationships/image" Target="../media/image335.png"/><Relationship Id="rId40" Type="http://schemas.openxmlformats.org/officeDocument/2006/relationships/image" Target="../media/image337.png"/><Relationship Id="rId5" Type="http://schemas.openxmlformats.org/officeDocument/2006/relationships/image" Target="../media/image305.png"/><Relationship Id="rId15" Type="http://schemas.openxmlformats.org/officeDocument/2006/relationships/image" Target="../media/image313.png"/><Relationship Id="rId23" Type="http://schemas.openxmlformats.org/officeDocument/2006/relationships/image" Target="../media/image321.png"/><Relationship Id="rId28" Type="http://schemas.openxmlformats.org/officeDocument/2006/relationships/image" Target="../media/image326.png"/><Relationship Id="rId36" Type="http://schemas.openxmlformats.org/officeDocument/2006/relationships/image" Target="../media/image334.png"/><Relationship Id="rId10" Type="http://schemas.openxmlformats.org/officeDocument/2006/relationships/image" Target="../media/image309.png"/><Relationship Id="rId19" Type="http://schemas.openxmlformats.org/officeDocument/2006/relationships/image" Target="../media/image317.png"/><Relationship Id="rId31" Type="http://schemas.openxmlformats.org/officeDocument/2006/relationships/image" Target="../media/image329.png"/><Relationship Id="rId4" Type="http://schemas.openxmlformats.org/officeDocument/2006/relationships/image" Target="../media/image304.png"/><Relationship Id="rId9" Type="http://schemas.openxmlformats.org/officeDocument/2006/relationships/image" Target="../media/image308.png"/><Relationship Id="rId14" Type="http://schemas.openxmlformats.org/officeDocument/2006/relationships/image" Target="../media/image196.png"/><Relationship Id="rId22" Type="http://schemas.openxmlformats.org/officeDocument/2006/relationships/image" Target="../media/image320.png"/><Relationship Id="rId27" Type="http://schemas.openxmlformats.org/officeDocument/2006/relationships/image" Target="../media/image325.png"/><Relationship Id="rId30" Type="http://schemas.openxmlformats.org/officeDocument/2006/relationships/image" Target="../media/image328.png"/><Relationship Id="rId35" Type="http://schemas.openxmlformats.org/officeDocument/2006/relationships/image" Target="../media/image333.png"/><Relationship Id="rId8" Type="http://schemas.openxmlformats.org/officeDocument/2006/relationships/image" Target="../media/image307.png"/><Relationship Id="rId3" Type="http://schemas.openxmlformats.org/officeDocument/2006/relationships/image" Target="../media/image6.png"/><Relationship Id="rId12" Type="http://schemas.openxmlformats.org/officeDocument/2006/relationships/image" Target="../media/image311.png"/><Relationship Id="rId17" Type="http://schemas.openxmlformats.org/officeDocument/2006/relationships/image" Target="../media/image315.png"/><Relationship Id="rId25" Type="http://schemas.openxmlformats.org/officeDocument/2006/relationships/image" Target="../media/image323.png"/><Relationship Id="rId33" Type="http://schemas.openxmlformats.org/officeDocument/2006/relationships/image" Target="../media/image331.png"/><Relationship Id="rId38" Type="http://schemas.openxmlformats.org/officeDocument/2006/relationships/image" Target="../media/image336.png"/></Relationships>
</file>

<file path=ppt/slides/_rels/slide15.xml.rels><?xml version="1.0" encoding="UTF-8" standalone="yes"?>
<Relationships xmlns="http://schemas.openxmlformats.org/package/2006/relationships"><Relationship Id="rId8" Type="http://schemas.openxmlformats.org/officeDocument/2006/relationships/image" Target="../media/image342.png"/><Relationship Id="rId13" Type="http://schemas.openxmlformats.org/officeDocument/2006/relationships/image" Target="../media/image347.png"/><Relationship Id="rId18" Type="http://schemas.openxmlformats.org/officeDocument/2006/relationships/image" Target="../media/image352.png"/><Relationship Id="rId26" Type="http://schemas.openxmlformats.org/officeDocument/2006/relationships/image" Target="../media/image360.png"/><Relationship Id="rId3" Type="http://schemas.openxmlformats.org/officeDocument/2006/relationships/image" Target="../media/image6.png"/><Relationship Id="rId21" Type="http://schemas.openxmlformats.org/officeDocument/2006/relationships/image" Target="../media/image355.png"/><Relationship Id="rId7" Type="http://schemas.openxmlformats.org/officeDocument/2006/relationships/image" Target="../media/image9.png"/><Relationship Id="rId12" Type="http://schemas.openxmlformats.org/officeDocument/2006/relationships/image" Target="../media/image346.png"/><Relationship Id="rId17" Type="http://schemas.openxmlformats.org/officeDocument/2006/relationships/image" Target="../media/image351.png"/><Relationship Id="rId25" Type="http://schemas.openxmlformats.org/officeDocument/2006/relationships/image" Target="../media/image359.png"/><Relationship Id="rId2" Type="http://schemas.openxmlformats.org/officeDocument/2006/relationships/notesSlide" Target="../notesSlides/notesSlide15.xml"/><Relationship Id="rId16" Type="http://schemas.openxmlformats.org/officeDocument/2006/relationships/image" Target="../media/image350.png"/><Relationship Id="rId20" Type="http://schemas.openxmlformats.org/officeDocument/2006/relationships/image" Target="../media/image354.png"/><Relationship Id="rId1" Type="http://schemas.openxmlformats.org/officeDocument/2006/relationships/slideLayout" Target="../slideLayouts/slideLayout1.xml"/><Relationship Id="rId6" Type="http://schemas.openxmlformats.org/officeDocument/2006/relationships/image" Target="../media/image341.png"/><Relationship Id="rId11" Type="http://schemas.openxmlformats.org/officeDocument/2006/relationships/image" Target="../media/image345.png"/><Relationship Id="rId24" Type="http://schemas.openxmlformats.org/officeDocument/2006/relationships/image" Target="../media/image358.png"/><Relationship Id="rId5" Type="http://schemas.openxmlformats.org/officeDocument/2006/relationships/image" Target="../media/image340.png"/><Relationship Id="rId15" Type="http://schemas.openxmlformats.org/officeDocument/2006/relationships/image" Target="../media/image349.png"/><Relationship Id="rId23" Type="http://schemas.openxmlformats.org/officeDocument/2006/relationships/image" Target="../media/image357.png"/><Relationship Id="rId28" Type="http://schemas.openxmlformats.org/officeDocument/2006/relationships/image" Target="../media/image362.png"/><Relationship Id="rId10" Type="http://schemas.openxmlformats.org/officeDocument/2006/relationships/image" Target="../media/image344.png"/><Relationship Id="rId19" Type="http://schemas.openxmlformats.org/officeDocument/2006/relationships/image" Target="../media/image353.png"/><Relationship Id="rId4" Type="http://schemas.openxmlformats.org/officeDocument/2006/relationships/image" Target="../media/image339.png"/><Relationship Id="rId9" Type="http://schemas.openxmlformats.org/officeDocument/2006/relationships/image" Target="../media/image343.png"/><Relationship Id="rId14" Type="http://schemas.openxmlformats.org/officeDocument/2006/relationships/image" Target="../media/image348.png"/><Relationship Id="rId22" Type="http://schemas.openxmlformats.org/officeDocument/2006/relationships/image" Target="../media/image356.png"/><Relationship Id="rId27" Type="http://schemas.openxmlformats.org/officeDocument/2006/relationships/image" Target="../media/image361.png"/></Relationships>
</file>

<file path=ppt/slides/_rels/slide16.xml.rels><?xml version="1.0" encoding="UTF-8" standalone="yes"?>
<Relationships xmlns="http://schemas.openxmlformats.org/package/2006/relationships"><Relationship Id="rId8" Type="http://schemas.openxmlformats.org/officeDocument/2006/relationships/image" Target="../media/image366.png"/><Relationship Id="rId13" Type="http://schemas.openxmlformats.org/officeDocument/2006/relationships/image" Target="../media/image371.png"/><Relationship Id="rId18" Type="http://schemas.openxmlformats.org/officeDocument/2006/relationships/image" Target="../media/image376.png"/><Relationship Id="rId3" Type="http://schemas.openxmlformats.org/officeDocument/2006/relationships/image" Target="../media/image6.png"/><Relationship Id="rId7" Type="http://schemas.openxmlformats.org/officeDocument/2006/relationships/image" Target="../media/image365.png"/><Relationship Id="rId12" Type="http://schemas.openxmlformats.org/officeDocument/2006/relationships/image" Target="../media/image370.png"/><Relationship Id="rId17" Type="http://schemas.openxmlformats.org/officeDocument/2006/relationships/image" Target="../media/image375.png"/><Relationship Id="rId2" Type="http://schemas.openxmlformats.org/officeDocument/2006/relationships/notesSlide" Target="../notesSlides/notesSlide16.xml"/><Relationship Id="rId16" Type="http://schemas.openxmlformats.org/officeDocument/2006/relationships/image" Target="../media/image374.png"/><Relationship Id="rId1" Type="http://schemas.openxmlformats.org/officeDocument/2006/relationships/slideLayout" Target="../slideLayouts/slideLayout1.xml"/><Relationship Id="rId6" Type="http://schemas.openxmlformats.org/officeDocument/2006/relationships/image" Target="../media/image9.png"/><Relationship Id="rId11" Type="http://schemas.openxmlformats.org/officeDocument/2006/relationships/image" Target="../media/image369.png"/><Relationship Id="rId5" Type="http://schemas.openxmlformats.org/officeDocument/2006/relationships/image" Target="../media/image364.png"/><Relationship Id="rId15" Type="http://schemas.openxmlformats.org/officeDocument/2006/relationships/image" Target="../media/image373.png"/><Relationship Id="rId10" Type="http://schemas.openxmlformats.org/officeDocument/2006/relationships/image" Target="../media/image368.png"/><Relationship Id="rId19" Type="http://schemas.openxmlformats.org/officeDocument/2006/relationships/image" Target="../media/image377.png"/><Relationship Id="rId4" Type="http://schemas.openxmlformats.org/officeDocument/2006/relationships/image" Target="../media/image363.png"/><Relationship Id="rId9" Type="http://schemas.openxmlformats.org/officeDocument/2006/relationships/image" Target="../media/image367.png"/><Relationship Id="rId14" Type="http://schemas.openxmlformats.org/officeDocument/2006/relationships/image" Target="../media/image372.png"/></Relationships>
</file>

<file path=ppt/slides/_rels/slide17.xml.rels><?xml version="1.0" encoding="UTF-8" standalone="yes"?>
<Relationships xmlns="http://schemas.openxmlformats.org/package/2006/relationships"><Relationship Id="rId8" Type="http://schemas.openxmlformats.org/officeDocument/2006/relationships/image" Target="../media/image379.png"/><Relationship Id="rId13" Type="http://schemas.openxmlformats.org/officeDocument/2006/relationships/image" Target="../media/image384.png"/><Relationship Id="rId3" Type="http://schemas.openxmlformats.org/officeDocument/2006/relationships/image" Target="../media/image6.png"/><Relationship Id="rId7" Type="http://schemas.openxmlformats.org/officeDocument/2006/relationships/image" Target="../media/image378.png"/><Relationship Id="rId12" Type="http://schemas.openxmlformats.org/officeDocument/2006/relationships/image" Target="../media/image383.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9.png"/><Relationship Id="rId11" Type="http://schemas.openxmlformats.org/officeDocument/2006/relationships/image" Target="../media/image382.png"/><Relationship Id="rId5" Type="http://schemas.openxmlformats.org/officeDocument/2006/relationships/image" Target="../media/image8.png"/><Relationship Id="rId15" Type="http://schemas.openxmlformats.org/officeDocument/2006/relationships/image" Target="../media/image386.png"/><Relationship Id="rId10" Type="http://schemas.openxmlformats.org/officeDocument/2006/relationships/image" Target="../media/image381.png"/><Relationship Id="rId4" Type="http://schemas.openxmlformats.org/officeDocument/2006/relationships/image" Target="../media/image7.png"/><Relationship Id="rId9" Type="http://schemas.openxmlformats.org/officeDocument/2006/relationships/image" Target="../media/image380.png"/><Relationship Id="rId14" Type="http://schemas.openxmlformats.org/officeDocument/2006/relationships/image" Target="../media/image385.png"/></Relationships>
</file>

<file path=ppt/slides/_rels/slide18.xml.rels><?xml version="1.0" encoding="UTF-8" standalone="yes"?>
<Relationships xmlns="http://schemas.openxmlformats.org/package/2006/relationships"><Relationship Id="rId8" Type="http://schemas.openxmlformats.org/officeDocument/2006/relationships/image" Target="../media/image390.png"/><Relationship Id="rId13" Type="http://schemas.openxmlformats.org/officeDocument/2006/relationships/image" Target="../media/image395.png"/><Relationship Id="rId18" Type="http://schemas.openxmlformats.org/officeDocument/2006/relationships/image" Target="../media/image400.png"/><Relationship Id="rId26" Type="http://schemas.openxmlformats.org/officeDocument/2006/relationships/image" Target="../media/image408.png"/><Relationship Id="rId3" Type="http://schemas.openxmlformats.org/officeDocument/2006/relationships/image" Target="../media/image6.png"/><Relationship Id="rId21" Type="http://schemas.openxmlformats.org/officeDocument/2006/relationships/image" Target="../media/image403.png"/><Relationship Id="rId7" Type="http://schemas.openxmlformats.org/officeDocument/2006/relationships/image" Target="../media/image389.png"/><Relationship Id="rId12" Type="http://schemas.openxmlformats.org/officeDocument/2006/relationships/image" Target="../media/image394.png"/><Relationship Id="rId17" Type="http://schemas.openxmlformats.org/officeDocument/2006/relationships/image" Target="../media/image399.png"/><Relationship Id="rId25" Type="http://schemas.openxmlformats.org/officeDocument/2006/relationships/image" Target="../media/image407.png"/><Relationship Id="rId2" Type="http://schemas.openxmlformats.org/officeDocument/2006/relationships/notesSlide" Target="../notesSlides/notesSlide18.xml"/><Relationship Id="rId16" Type="http://schemas.openxmlformats.org/officeDocument/2006/relationships/image" Target="../media/image398.png"/><Relationship Id="rId20" Type="http://schemas.openxmlformats.org/officeDocument/2006/relationships/image" Target="../media/image402.png"/><Relationship Id="rId29" Type="http://schemas.openxmlformats.org/officeDocument/2006/relationships/image" Target="../media/image410.png"/><Relationship Id="rId1" Type="http://schemas.openxmlformats.org/officeDocument/2006/relationships/slideLayout" Target="../slideLayouts/slideLayout1.xml"/><Relationship Id="rId6" Type="http://schemas.openxmlformats.org/officeDocument/2006/relationships/image" Target="../media/image9.png"/><Relationship Id="rId11" Type="http://schemas.openxmlformats.org/officeDocument/2006/relationships/image" Target="../media/image393.png"/><Relationship Id="rId24" Type="http://schemas.openxmlformats.org/officeDocument/2006/relationships/image" Target="../media/image406.png"/><Relationship Id="rId5" Type="http://schemas.openxmlformats.org/officeDocument/2006/relationships/image" Target="../media/image388.png"/><Relationship Id="rId15" Type="http://schemas.openxmlformats.org/officeDocument/2006/relationships/image" Target="../media/image397.png"/><Relationship Id="rId23" Type="http://schemas.openxmlformats.org/officeDocument/2006/relationships/image" Target="../media/image405.png"/><Relationship Id="rId28" Type="http://schemas.openxmlformats.org/officeDocument/2006/relationships/image" Target="../media/image409.png"/><Relationship Id="rId10" Type="http://schemas.openxmlformats.org/officeDocument/2006/relationships/image" Target="../media/image392.png"/><Relationship Id="rId19" Type="http://schemas.openxmlformats.org/officeDocument/2006/relationships/image" Target="../media/image401.png"/><Relationship Id="rId31" Type="http://schemas.openxmlformats.org/officeDocument/2006/relationships/image" Target="../media/image412.png"/><Relationship Id="rId4" Type="http://schemas.openxmlformats.org/officeDocument/2006/relationships/image" Target="../media/image387.png"/><Relationship Id="rId9" Type="http://schemas.openxmlformats.org/officeDocument/2006/relationships/image" Target="../media/image391.png"/><Relationship Id="rId14" Type="http://schemas.openxmlformats.org/officeDocument/2006/relationships/image" Target="../media/image396.png"/><Relationship Id="rId22" Type="http://schemas.openxmlformats.org/officeDocument/2006/relationships/image" Target="../media/image404.png"/><Relationship Id="rId27" Type="http://schemas.openxmlformats.org/officeDocument/2006/relationships/image" Target="../media/image38.png"/><Relationship Id="rId30" Type="http://schemas.openxmlformats.org/officeDocument/2006/relationships/image" Target="../media/image411.png"/></Relationships>
</file>

<file path=ppt/slides/_rels/slide19.xml.rels><?xml version="1.0" encoding="UTF-8" standalone="yes"?>
<Relationships xmlns="http://schemas.openxmlformats.org/package/2006/relationships"><Relationship Id="rId8" Type="http://schemas.openxmlformats.org/officeDocument/2006/relationships/image" Target="../media/image415.png"/><Relationship Id="rId13" Type="http://schemas.openxmlformats.org/officeDocument/2006/relationships/image" Target="../media/image418.png"/><Relationship Id="rId18" Type="http://schemas.openxmlformats.org/officeDocument/2006/relationships/image" Target="../media/image423.png"/><Relationship Id="rId3" Type="http://schemas.openxmlformats.org/officeDocument/2006/relationships/image" Target="../media/image1.png"/><Relationship Id="rId7" Type="http://schemas.openxmlformats.org/officeDocument/2006/relationships/image" Target="../media/image9.png"/><Relationship Id="rId12" Type="http://schemas.openxmlformats.org/officeDocument/2006/relationships/image" Target="../media/image401.png"/><Relationship Id="rId17" Type="http://schemas.openxmlformats.org/officeDocument/2006/relationships/image" Target="../media/image422.png"/><Relationship Id="rId2" Type="http://schemas.openxmlformats.org/officeDocument/2006/relationships/notesSlide" Target="../notesSlides/notesSlide19.xml"/><Relationship Id="rId16" Type="http://schemas.openxmlformats.org/officeDocument/2006/relationships/image" Target="../media/image421.png"/><Relationship Id="rId20" Type="http://schemas.openxmlformats.org/officeDocument/2006/relationships/image" Target="../media/image425.png"/><Relationship Id="rId1" Type="http://schemas.openxmlformats.org/officeDocument/2006/relationships/slideLayout" Target="../slideLayouts/slideLayout1.xml"/><Relationship Id="rId6" Type="http://schemas.openxmlformats.org/officeDocument/2006/relationships/image" Target="../media/image414.png"/><Relationship Id="rId11" Type="http://schemas.openxmlformats.org/officeDocument/2006/relationships/image" Target="../media/image417.png"/><Relationship Id="rId5" Type="http://schemas.openxmlformats.org/officeDocument/2006/relationships/image" Target="../media/image413.png"/><Relationship Id="rId15" Type="http://schemas.openxmlformats.org/officeDocument/2006/relationships/image" Target="../media/image420.png"/><Relationship Id="rId10" Type="http://schemas.openxmlformats.org/officeDocument/2006/relationships/image" Target="../media/image38.png"/><Relationship Id="rId19" Type="http://schemas.openxmlformats.org/officeDocument/2006/relationships/image" Target="../media/image424.png"/><Relationship Id="rId4" Type="http://schemas.openxmlformats.org/officeDocument/2006/relationships/image" Target="../media/image6.png"/><Relationship Id="rId9" Type="http://schemas.openxmlformats.org/officeDocument/2006/relationships/image" Target="../media/image416.png"/><Relationship Id="rId14" Type="http://schemas.openxmlformats.org/officeDocument/2006/relationships/image" Target="../media/image419.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5" name="SK-1-img-4" descr="https://agents-download.skywork.ai/image/ppt/7473623231103148033/9609c374a8439d53ce20c1a6a866f30d.png"/>
          <p:cNvPicPr>
            <a:picLocks noChangeAspect="1"/>
          </p:cNvPicPr>
          <p:nvPr/>
        </p:nvPicPr>
        <p:blipFill>
          <a:blip r:embed="rId4"/>
          <a:stretch>
            <a:fillRect/>
          </a:stretch>
        </p:blipFill>
        <p:spPr>
          <a:xfrm>
            <a:off x="0" y="0"/>
            <a:ext cx="12192000" cy="6858000"/>
          </a:xfrm>
          <a:prstGeom prst="rect">
            <a:avLst/>
          </a:prstGeom>
        </p:spPr>
      </p:pic>
      <p:pic>
        <p:nvPicPr>
          <p:cNvPr id="17" name="SK-1-img-4" descr="preencoded.png">
            <a:extLst>
              <a:ext uri="{FF2B5EF4-FFF2-40B4-BE49-F238E27FC236}">
                <a16:creationId xmlns:a16="http://schemas.microsoft.com/office/drawing/2014/main" id="{40AA5FC1-9C7B-91A1-D58A-4F7AB1203BDC}"/>
              </a:ext>
            </a:extLst>
          </p:cNvPr>
          <p:cNvPicPr>
            <a:picLocks noChangeAspect="1"/>
          </p:cNvPicPr>
          <p:nvPr/>
        </p:nvPicPr>
        <p:blipFill>
          <a:blip r:embed="rId5"/>
          <a:stretch>
            <a:fillRect/>
          </a:stretch>
        </p:blipFill>
        <p:spPr>
          <a:xfrm>
            <a:off x="-75" y="0"/>
            <a:ext cx="12192000" cy="6858000"/>
          </a:xfrm>
          <a:prstGeom prst="rect">
            <a:avLst/>
          </a:prstGeom>
        </p:spPr>
      </p:pic>
      <p:pic>
        <p:nvPicPr>
          <p:cNvPr id="18" name="SK-1-img-5" descr="preencoded.png">
            <a:extLst>
              <a:ext uri="{FF2B5EF4-FFF2-40B4-BE49-F238E27FC236}">
                <a16:creationId xmlns:a16="http://schemas.microsoft.com/office/drawing/2014/main" id="{C5CDFE5C-1782-ED69-9D12-135DE817DA11}"/>
              </a:ext>
            </a:extLst>
          </p:cNvPr>
          <p:cNvPicPr>
            <a:picLocks noChangeAspect="1"/>
          </p:cNvPicPr>
          <p:nvPr/>
        </p:nvPicPr>
        <p:blipFill>
          <a:blip r:embed="rId6"/>
          <a:stretch>
            <a:fillRect/>
          </a:stretch>
        </p:blipFill>
        <p:spPr>
          <a:xfrm>
            <a:off x="0" y="0"/>
            <a:ext cx="12192000" cy="6858000"/>
          </a:xfrm>
          <a:prstGeom prst="rect">
            <a:avLst/>
          </a:prstGeom>
        </p:spPr>
      </p:pic>
      <p:pic>
        <p:nvPicPr>
          <p:cNvPr id="6" name="SK-1-img-5" descr="preencoded.png"/>
          <p:cNvPicPr>
            <a:picLocks noChangeAspect="1"/>
          </p:cNvPicPr>
          <p:nvPr/>
        </p:nvPicPr>
        <p:blipFill>
          <a:blip r:embed="rId6"/>
          <a:stretch>
            <a:fillRect/>
          </a:stretch>
        </p:blipFill>
        <p:spPr>
          <a:xfrm>
            <a:off x="-150" y="0"/>
            <a:ext cx="12192000" cy="6858000"/>
          </a:xfrm>
          <a:prstGeom prst="rect">
            <a:avLst/>
          </a:prstGeom>
        </p:spPr>
      </p:pic>
      <p:pic>
        <p:nvPicPr>
          <p:cNvPr id="7" name="SK-1-img-6" descr="preencoded.png"/>
          <p:cNvPicPr>
            <a:picLocks noChangeAspect="1"/>
          </p:cNvPicPr>
          <p:nvPr/>
        </p:nvPicPr>
        <p:blipFill>
          <a:blip r:embed="rId7"/>
          <a:stretch>
            <a:fillRect/>
          </a:stretch>
        </p:blipFill>
        <p:spPr>
          <a:xfrm>
            <a:off x="4414838" y="1371600"/>
            <a:ext cx="3362325" cy="228600"/>
          </a:xfrm>
          <a:prstGeom prst="rect">
            <a:avLst/>
          </a:prstGeom>
        </p:spPr>
      </p:pic>
      <p:sp>
        <p:nvSpPr>
          <p:cNvPr id="8" name="SK-1-text-7"/>
          <p:cNvSpPr/>
          <p:nvPr/>
        </p:nvSpPr>
        <p:spPr>
          <a:xfrm>
            <a:off x="4376738" y="1371600"/>
            <a:ext cx="3209925" cy="228600"/>
          </a:xfrm>
          <a:prstGeom prst="rect">
            <a:avLst/>
          </a:prstGeom>
          <a:noFill/>
          <a:ln/>
        </p:spPr>
        <p:txBody>
          <a:bodyPr vert="horz" wrap="square" lIns="0" tIns="0" rIns="0" bIns="0" rtlCol="0" anchor="ctr"/>
          <a:lstStyle/>
          <a:p>
            <a:pPr marL="0" indent="0" algn="ctr">
              <a:lnSpc>
                <a:spcPts val="1350"/>
              </a:lnSpc>
              <a:buNone/>
            </a:pPr>
            <a:r>
              <a:rPr lang="en-US" sz="900" dirty="0">
                <a:solidFill>
                  <a:srgbClr val="718096"/>
                </a:solidFill>
              </a:rPr>
              <a:t>MULTI-AGENT SYSTEM • LARGE LANGUAGE MODEL • RAG</a:t>
            </a:r>
            <a:endParaRPr lang="en-US" sz="900" dirty="0"/>
          </a:p>
        </p:txBody>
      </p:sp>
      <p:sp>
        <p:nvSpPr>
          <p:cNvPr id="9" name="SK-1-text-8"/>
          <p:cNvSpPr/>
          <p:nvPr/>
        </p:nvSpPr>
        <p:spPr>
          <a:xfrm>
            <a:off x="600075" y="1828800"/>
            <a:ext cx="10991850" cy="712440"/>
          </a:xfrm>
          <a:prstGeom prst="rect">
            <a:avLst/>
          </a:prstGeom>
          <a:noFill/>
          <a:ln/>
        </p:spPr>
        <p:txBody>
          <a:bodyPr vert="horz" wrap="square" lIns="0" tIns="0" rIns="0" bIns="0" rtlCol="0" anchor="ctr"/>
          <a:lstStyle/>
          <a:p>
            <a:pPr marL="0" indent="0" algn="ctr">
              <a:lnSpc>
                <a:spcPts val="5610"/>
              </a:lnSpc>
              <a:buNone/>
            </a:pPr>
            <a:r>
              <a:rPr lang="en-US" sz="5100" b="1" kern="0" spc="-60" dirty="0">
                <a:solidFill>
                  <a:srgbClr val="FFFFFF"/>
                </a:solidFill>
                <a:latin typeface="Noto Sans SC" pitchFamily="34" charset="0"/>
                <a:ea typeface="Noto Sans SC" pitchFamily="34" charset="-122"/>
                <a:cs typeface="Noto Sans SC" pitchFamily="34" charset="-120"/>
              </a:rPr>
              <a:t>LearnAgent</a:t>
            </a:r>
            <a:endParaRPr lang="en-US" sz="5100" dirty="0"/>
          </a:p>
        </p:txBody>
      </p:sp>
      <p:sp>
        <p:nvSpPr>
          <p:cNvPr id="10" name="SK-1-text-9"/>
          <p:cNvSpPr/>
          <p:nvPr/>
        </p:nvSpPr>
        <p:spPr>
          <a:xfrm>
            <a:off x="2100187" y="2900585"/>
            <a:ext cx="7991326" cy="373261"/>
          </a:xfrm>
          <a:prstGeom prst="rect">
            <a:avLst/>
          </a:prstGeom>
          <a:noFill/>
          <a:ln/>
        </p:spPr>
        <p:txBody>
          <a:bodyPr vert="horz" wrap="square" lIns="0" tIns="0" rIns="0" bIns="0" rtlCol="0" anchor="ctr"/>
          <a:lstStyle/>
          <a:p>
            <a:pPr marL="0" indent="0" algn="ctr">
              <a:lnSpc>
                <a:spcPts val="2940"/>
              </a:lnSpc>
              <a:buNone/>
            </a:pPr>
            <a:r>
              <a:rPr lang="en-US" sz="2800" dirty="0">
                <a:solidFill>
                  <a:schemeClr val="bg1"/>
                </a:solidFill>
                <a:latin typeface="Noto Sans SC" pitchFamily="34" charset="0"/>
                <a:ea typeface="Noto Sans SC" pitchFamily="34" charset="-122"/>
                <a:cs typeface="Noto Sans SC" pitchFamily="34" charset="-120"/>
              </a:rPr>
              <a:t>基于大模型的个性化资源生成与学习多智能体系统</a:t>
            </a:r>
            <a:endParaRPr lang="en-US" sz="2800" dirty="0">
              <a:solidFill>
                <a:schemeClr val="bg1"/>
              </a:solidFill>
            </a:endParaRPr>
          </a:p>
        </p:txBody>
      </p:sp>
      <p:sp>
        <p:nvSpPr>
          <p:cNvPr id="11" name="SK-1-text-10"/>
          <p:cNvSpPr/>
          <p:nvPr/>
        </p:nvSpPr>
        <p:spPr>
          <a:xfrm>
            <a:off x="1104900" y="4819501"/>
            <a:ext cx="3251150" cy="200025"/>
          </a:xfrm>
          <a:prstGeom prst="rect">
            <a:avLst/>
          </a:prstGeom>
          <a:noFill/>
          <a:ln/>
        </p:spPr>
        <p:txBody>
          <a:bodyPr vert="horz" wrap="square" lIns="0" tIns="0" rIns="0" bIns="0" rtlCol="0" anchor="ctr"/>
          <a:lstStyle/>
          <a:p>
            <a:pPr marL="0" indent="0" algn="ctr">
              <a:lnSpc>
                <a:spcPts val="1575"/>
              </a:lnSpc>
              <a:buNone/>
            </a:pPr>
            <a:r>
              <a:rPr lang="en-US" sz="1050" kern="0" spc="60" dirty="0">
                <a:solidFill>
                  <a:srgbClr val="00F5FF"/>
                </a:solidFill>
              </a:rPr>
              <a:t>COMPETITION</a:t>
            </a:r>
            <a:endParaRPr lang="en-US" sz="1050" dirty="0"/>
          </a:p>
        </p:txBody>
      </p:sp>
      <p:sp>
        <p:nvSpPr>
          <p:cNvPr id="12" name="SK-1-text-11"/>
          <p:cNvSpPr/>
          <p:nvPr/>
        </p:nvSpPr>
        <p:spPr>
          <a:xfrm>
            <a:off x="1143000" y="5076676"/>
            <a:ext cx="3174950" cy="479822"/>
          </a:xfrm>
          <a:prstGeom prst="rect">
            <a:avLst/>
          </a:prstGeom>
          <a:noFill/>
          <a:ln/>
        </p:spPr>
        <p:txBody>
          <a:bodyPr vert="horz" wrap="square" lIns="0" tIns="0" rIns="0" bIns="0" rtlCol="0" anchor="ctr"/>
          <a:lstStyle/>
          <a:p>
            <a:pPr marL="0" indent="0" algn="ctr">
              <a:lnSpc>
                <a:spcPts val="1890"/>
              </a:lnSpc>
              <a:buNone/>
            </a:pPr>
            <a:r>
              <a:rPr lang="en-US" sz="1350" dirty="0">
                <a:solidFill>
                  <a:srgbClr val="A0AEC0"/>
                </a:solidFill>
                <a:latin typeface="Noto Sans SC" pitchFamily="34" charset="0"/>
                <a:ea typeface="Noto Sans SC" pitchFamily="34" charset="-122"/>
                <a:cs typeface="Noto Sans SC" pitchFamily="34" charset="-120"/>
              </a:rPr>
              <a:t>第十五届“中国软件杯”大学生软件设计大赛</a:t>
            </a:r>
            <a:endParaRPr lang="en-US" sz="1350" dirty="0"/>
          </a:p>
        </p:txBody>
      </p:sp>
      <p:sp>
        <p:nvSpPr>
          <p:cNvPr id="13" name="SK-1-text-12"/>
          <p:cNvSpPr/>
          <p:nvPr/>
        </p:nvSpPr>
        <p:spPr>
          <a:xfrm>
            <a:off x="4470350" y="4819501"/>
            <a:ext cx="3251150" cy="200025"/>
          </a:xfrm>
          <a:prstGeom prst="rect">
            <a:avLst/>
          </a:prstGeom>
          <a:noFill/>
          <a:ln/>
        </p:spPr>
        <p:txBody>
          <a:bodyPr vert="horz" wrap="square" lIns="0" tIns="0" rIns="0" bIns="0" rtlCol="0" anchor="ctr"/>
          <a:lstStyle/>
          <a:p>
            <a:pPr marL="0" indent="0" algn="ctr">
              <a:lnSpc>
                <a:spcPts val="1575"/>
              </a:lnSpc>
              <a:buNone/>
            </a:pPr>
            <a:r>
              <a:rPr lang="en-US" sz="1050" kern="0" spc="60" dirty="0">
                <a:solidFill>
                  <a:srgbClr val="00F5FF"/>
                </a:solidFill>
              </a:rPr>
              <a:t>PROJECT TRACK</a:t>
            </a:r>
            <a:endParaRPr lang="en-US" sz="1050" dirty="0"/>
          </a:p>
        </p:txBody>
      </p:sp>
      <p:sp>
        <p:nvSpPr>
          <p:cNvPr id="14" name="SK-1-text-13"/>
          <p:cNvSpPr/>
          <p:nvPr/>
        </p:nvSpPr>
        <p:spPr>
          <a:xfrm>
            <a:off x="4465588" y="5076676"/>
            <a:ext cx="3260675" cy="239911"/>
          </a:xfrm>
          <a:prstGeom prst="rect">
            <a:avLst/>
          </a:prstGeom>
          <a:noFill/>
          <a:ln/>
        </p:spPr>
        <p:txBody>
          <a:bodyPr vert="horz" wrap="square" lIns="0" tIns="0" rIns="0" bIns="0" rtlCol="0" anchor="ctr"/>
          <a:lstStyle/>
          <a:p>
            <a:pPr marL="0" indent="0" algn="ctr">
              <a:lnSpc>
                <a:spcPts val="1890"/>
              </a:lnSpc>
              <a:buNone/>
            </a:pPr>
            <a:r>
              <a:rPr lang="en-US" sz="1350" dirty="0">
                <a:solidFill>
                  <a:srgbClr val="A0AEC0"/>
                </a:solidFill>
                <a:latin typeface="Noto Sans SC" pitchFamily="34" charset="0"/>
                <a:ea typeface="Noto Sans SC" pitchFamily="34" charset="-122"/>
                <a:cs typeface="Noto Sans SC" pitchFamily="34" charset="-120"/>
              </a:rPr>
              <a:t>A3 赛题：医学教育智能多智能体开发</a:t>
            </a:r>
            <a:endParaRPr lang="en-US" sz="1350" dirty="0"/>
          </a:p>
        </p:txBody>
      </p:sp>
      <p:sp>
        <p:nvSpPr>
          <p:cNvPr id="15" name="SK-1-text-14"/>
          <p:cNvSpPr/>
          <p:nvPr/>
        </p:nvSpPr>
        <p:spPr>
          <a:xfrm>
            <a:off x="7835801" y="4819501"/>
            <a:ext cx="3251150" cy="200025"/>
          </a:xfrm>
          <a:prstGeom prst="rect">
            <a:avLst/>
          </a:prstGeom>
          <a:noFill/>
          <a:ln/>
        </p:spPr>
        <p:txBody>
          <a:bodyPr vert="horz" wrap="square" lIns="0" tIns="0" rIns="0" bIns="0" rtlCol="0" anchor="ctr"/>
          <a:lstStyle/>
          <a:p>
            <a:pPr marL="0" indent="0" algn="ctr">
              <a:lnSpc>
                <a:spcPts val="1575"/>
              </a:lnSpc>
              <a:buNone/>
            </a:pPr>
            <a:r>
              <a:rPr lang="en-US" sz="1050" kern="0" spc="60" dirty="0">
                <a:solidFill>
                  <a:srgbClr val="00F5FF"/>
                </a:solidFill>
              </a:rPr>
              <a:t>TECHNICAL BRIEFING</a:t>
            </a:r>
            <a:endParaRPr lang="en-US" sz="1050" dirty="0"/>
          </a:p>
        </p:txBody>
      </p:sp>
      <p:sp>
        <p:nvSpPr>
          <p:cNvPr id="16" name="SK-1-text-15"/>
          <p:cNvSpPr/>
          <p:nvPr/>
        </p:nvSpPr>
        <p:spPr>
          <a:xfrm>
            <a:off x="7831038" y="5076676"/>
            <a:ext cx="3260675" cy="239911"/>
          </a:xfrm>
          <a:prstGeom prst="rect">
            <a:avLst/>
          </a:prstGeom>
          <a:noFill/>
          <a:ln/>
        </p:spPr>
        <p:txBody>
          <a:bodyPr vert="horz" wrap="square" lIns="0" tIns="0" rIns="0" bIns="0" rtlCol="0" anchor="ctr"/>
          <a:lstStyle/>
          <a:p>
            <a:pPr marL="0" indent="0" algn="ctr">
              <a:lnSpc>
                <a:spcPts val="1890"/>
              </a:lnSpc>
              <a:buNone/>
            </a:pPr>
            <a:r>
              <a:rPr lang="en-US" sz="1350" dirty="0">
                <a:solidFill>
                  <a:srgbClr val="A0AEC0"/>
                </a:solidFill>
                <a:latin typeface="Noto Sans SC" pitchFamily="34" charset="0"/>
                <a:ea typeface="Noto Sans SC" pitchFamily="34" charset="-122"/>
                <a:cs typeface="Noto Sans SC" pitchFamily="34" charset="-120"/>
              </a:rPr>
              <a:t>科大讯飞股份有限公司 • 技术答辩汇报</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SK-2-img-1" descr="preencoded.png"/>
          <p:cNvPicPr>
            <a:picLocks noChangeAspect="1"/>
          </p:cNvPicPr>
          <p:nvPr/>
        </p:nvPicPr>
        <p:blipFill>
          <a:blip r:embed="rId3"/>
          <a:stretch>
            <a:fillRect/>
          </a:stretch>
        </p:blipFill>
        <p:spPr>
          <a:xfrm>
            <a:off x="0" y="0"/>
            <a:ext cx="12192000" cy="6858000"/>
          </a:xfrm>
          <a:prstGeom prst="rect">
            <a:avLst/>
          </a:prstGeom>
        </p:spPr>
      </p:pic>
      <p:pic>
        <p:nvPicPr>
          <p:cNvPr id="3" name="SK-2-img-2" descr="preencoded.png"/>
          <p:cNvPicPr>
            <a:picLocks noChangeAspect="1"/>
          </p:cNvPicPr>
          <p:nvPr/>
        </p:nvPicPr>
        <p:blipFill>
          <a:blip r:embed="rId4"/>
          <a:stretch>
            <a:fillRect/>
          </a:stretch>
        </p:blipFill>
        <p:spPr>
          <a:xfrm>
            <a:off x="571500" y="381000"/>
            <a:ext cx="1676400" cy="238125"/>
          </a:xfrm>
          <a:prstGeom prst="rect">
            <a:avLst/>
          </a:prstGeom>
        </p:spPr>
      </p:pic>
      <p:pic>
        <p:nvPicPr>
          <p:cNvPr id="4" name="SK-2-img-3" descr="preencoded.png"/>
          <p:cNvPicPr>
            <a:picLocks noChangeAspect="1"/>
          </p:cNvPicPr>
          <p:nvPr/>
        </p:nvPicPr>
        <p:blipFill>
          <a:blip r:embed="rId5"/>
          <a:stretch>
            <a:fillRect/>
          </a:stretch>
        </p:blipFill>
        <p:spPr>
          <a:xfrm>
            <a:off x="2362200" y="495300"/>
            <a:ext cx="9258300" cy="9525"/>
          </a:xfrm>
          <a:prstGeom prst="rect">
            <a:avLst/>
          </a:prstGeom>
        </p:spPr>
      </p:pic>
      <p:pic>
        <p:nvPicPr>
          <p:cNvPr id="5" name="SK-2-img-4" descr="preencoded.png"/>
          <p:cNvPicPr>
            <a:picLocks noChangeAspect="1"/>
          </p:cNvPicPr>
          <p:nvPr/>
        </p:nvPicPr>
        <p:blipFill>
          <a:blip r:embed="rId6"/>
          <a:stretch>
            <a:fillRect/>
          </a:stretch>
        </p:blipFill>
        <p:spPr>
          <a:xfrm>
            <a:off x="571500" y="1390650"/>
            <a:ext cx="38100" cy="38100"/>
          </a:xfrm>
          <a:prstGeom prst="rect">
            <a:avLst/>
          </a:prstGeom>
        </p:spPr>
      </p:pic>
      <p:pic>
        <p:nvPicPr>
          <p:cNvPr id="6" name="SK-2-img-5" descr="preencoded.png"/>
          <p:cNvPicPr>
            <a:picLocks noChangeAspect="1"/>
          </p:cNvPicPr>
          <p:nvPr/>
        </p:nvPicPr>
        <p:blipFill>
          <a:blip r:embed="rId7"/>
          <a:stretch>
            <a:fillRect/>
          </a:stretch>
        </p:blipFill>
        <p:spPr>
          <a:xfrm>
            <a:off x="571500" y="1714500"/>
            <a:ext cx="5410200" cy="1485900"/>
          </a:xfrm>
          <a:prstGeom prst="rect">
            <a:avLst/>
          </a:prstGeom>
        </p:spPr>
      </p:pic>
      <p:pic>
        <p:nvPicPr>
          <p:cNvPr id="7" name="SK-2-img-6" descr="preencoded.png"/>
          <p:cNvPicPr>
            <a:picLocks noChangeAspect="1"/>
          </p:cNvPicPr>
          <p:nvPr/>
        </p:nvPicPr>
        <p:blipFill>
          <a:blip r:embed="rId8"/>
          <a:stretch>
            <a:fillRect/>
          </a:stretch>
        </p:blipFill>
        <p:spPr>
          <a:xfrm>
            <a:off x="762000" y="1890713"/>
            <a:ext cx="266700" cy="238125"/>
          </a:xfrm>
          <a:prstGeom prst="rect">
            <a:avLst/>
          </a:prstGeom>
        </p:spPr>
      </p:pic>
      <p:pic>
        <p:nvPicPr>
          <p:cNvPr id="8" name="SK-2-img-7" descr="preencoded.png"/>
          <p:cNvPicPr>
            <a:picLocks noChangeAspect="1"/>
          </p:cNvPicPr>
          <p:nvPr/>
        </p:nvPicPr>
        <p:blipFill>
          <a:blip r:embed="rId9"/>
          <a:stretch>
            <a:fillRect/>
          </a:stretch>
        </p:blipFill>
        <p:spPr>
          <a:xfrm>
            <a:off x="5505450" y="1895475"/>
            <a:ext cx="285750" cy="228600"/>
          </a:xfrm>
          <a:prstGeom prst="rect">
            <a:avLst/>
          </a:prstGeom>
        </p:spPr>
      </p:pic>
      <p:pic>
        <p:nvPicPr>
          <p:cNvPr id="9" name="SK-2-img-8" descr="preencoded.png"/>
          <p:cNvPicPr>
            <a:picLocks noChangeAspect="1"/>
          </p:cNvPicPr>
          <p:nvPr/>
        </p:nvPicPr>
        <p:blipFill>
          <a:blip r:embed="rId10"/>
          <a:stretch>
            <a:fillRect/>
          </a:stretch>
        </p:blipFill>
        <p:spPr>
          <a:xfrm>
            <a:off x="571500" y="3352800"/>
            <a:ext cx="5410200" cy="1485900"/>
          </a:xfrm>
          <a:prstGeom prst="rect">
            <a:avLst/>
          </a:prstGeom>
        </p:spPr>
      </p:pic>
      <p:pic>
        <p:nvPicPr>
          <p:cNvPr id="10" name="SK-2-img-9" descr="preencoded.png"/>
          <p:cNvPicPr>
            <a:picLocks noChangeAspect="1"/>
          </p:cNvPicPr>
          <p:nvPr/>
        </p:nvPicPr>
        <p:blipFill>
          <a:blip r:embed="rId11"/>
          <a:stretch>
            <a:fillRect/>
          </a:stretch>
        </p:blipFill>
        <p:spPr>
          <a:xfrm>
            <a:off x="762000" y="3529013"/>
            <a:ext cx="266700" cy="238125"/>
          </a:xfrm>
          <a:prstGeom prst="rect">
            <a:avLst/>
          </a:prstGeom>
        </p:spPr>
      </p:pic>
      <p:pic>
        <p:nvPicPr>
          <p:cNvPr id="11" name="SK-2-img-10" descr="preencoded.png"/>
          <p:cNvPicPr>
            <a:picLocks noChangeAspect="1"/>
          </p:cNvPicPr>
          <p:nvPr/>
        </p:nvPicPr>
        <p:blipFill>
          <a:blip r:embed="rId12"/>
          <a:stretch>
            <a:fillRect/>
          </a:stretch>
        </p:blipFill>
        <p:spPr>
          <a:xfrm>
            <a:off x="5505450" y="3533775"/>
            <a:ext cx="285750" cy="228600"/>
          </a:xfrm>
          <a:prstGeom prst="rect">
            <a:avLst/>
          </a:prstGeom>
        </p:spPr>
      </p:pic>
      <p:pic>
        <p:nvPicPr>
          <p:cNvPr id="12" name="SK-2-img-11" descr="preencoded.png"/>
          <p:cNvPicPr>
            <a:picLocks noChangeAspect="1"/>
          </p:cNvPicPr>
          <p:nvPr/>
        </p:nvPicPr>
        <p:blipFill>
          <a:blip r:embed="rId13"/>
          <a:stretch>
            <a:fillRect/>
          </a:stretch>
        </p:blipFill>
        <p:spPr>
          <a:xfrm>
            <a:off x="762000" y="4181475"/>
            <a:ext cx="609600" cy="198090"/>
          </a:xfrm>
          <a:prstGeom prst="rect">
            <a:avLst/>
          </a:prstGeom>
        </p:spPr>
      </p:pic>
      <p:pic>
        <p:nvPicPr>
          <p:cNvPr id="13" name="SK-2-img-12" descr="preencoded.png"/>
          <p:cNvPicPr>
            <a:picLocks noChangeAspect="1"/>
          </p:cNvPicPr>
          <p:nvPr/>
        </p:nvPicPr>
        <p:blipFill>
          <a:blip r:embed="rId14"/>
          <a:stretch>
            <a:fillRect/>
          </a:stretch>
        </p:blipFill>
        <p:spPr>
          <a:xfrm>
            <a:off x="1447800" y="4181475"/>
            <a:ext cx="609600" cy="198090"/>
          </a:xfrm>
          <a:prstGeom prst="rect">
            <a:avLst/>
          </a:prstGeom>
        </p:spPr>
      </p:pic>
      <p:pic>
        <p:nvPicPr>
          <p:cNvPr id="14" name="SK-2-img-13" descr="preencoded.png"/>
          <p:cNvPicPr>
            <a:picLocks noChangeAspect="1"/>
          </p:cNvPicPr>
          <p:nvPr/>
        </p:nvPicPr>
        <p:blipFill>
          <a:blip r:embed="rId13"/>
          <a:stretch>
            <a:fillRect/>
          </a:stretch>
        </p:blipFill>
        <p:spPr>
          <a:xfrm>
            <a:off x="2133600" y="4181475"/>
            <a:ext cx="609600" cy="198090"/>
          </a:xfrm>
          <a:prstGeom prst="rect">
            <a:avLst/>
          </a:prstGeom>
        </p:spPr>
      </p:pic>
      <p:pic>
        <p:nvPicPr>
          <p:cNvPr id="15" name="SK-2-img-14" descr="preencoded.png"/>
          <p:cNvPicPr>
            <a:picLocks noChangeAspect="1"/>
          </p:cNvPicPr>
          <p:nvPr/>
        </p:nvPicPr>
        <p:blipFill>
          <a:blip r:embed="rId14"/>
          <a:stretch>
            <a:fillRect/>
          </a:stretch>
        </p:blipFill>
        <p:spPr>
          <a:xfrm>
            <a:off x="2819400" y="4181475"/>
            <a:ext cx="609600" cy="198090"/>
          </a:xfrm>
          <a:prstGeom prst="rect">
            <a:avLst/>
          </a:prstGeom>
        </p:spPr>
      </p:pic>
      <p:pic>
        <p:nvPicPr>
          <p:cNvPr id="16" name="SK-2-img-15" descr="preencoded.png"/>
          <p:cNvPicPr>
            <a:picLocks noChangeAspect="1"/>
          </p:cNvPicPr>
          <p:nvPr/>
        </p:nvPicPr>
        <p:blipFill>
          <a:blip r:embed="rId15"/>
          <a:stretch>
            <a:fillRect/>
          </a:stretch>
        </p:blipFill>
        <p:spPr>
          <a:xfrm>
            <a:off x="3505200" y="4181475"/>
            <a:ext cx="723900" cy="198090"/>
          </a:xfrm>
          <a:prstGeom prst="rect">
            <a:avLst/>
          </a:prstGeom>
        </p:spPr>
      </p:pic>
      <p:pic>
        <p:nvPicPr>
          <p:cNvPr id="17" name="SK-2-img-16" descr="preencoded.png"/>
          <p:cNvPicPr>
            <a:picLocks noChangeAspect="1"/>
          </p:cNvPicPr>
          <p:nvPr/>
        </p:nvPicPr>
        <p:blipFill>
          <a:blip r:embed="rId16"/>
          <a:stretch>
            <a:fillRect/>
          </a:stretch>
        </p:blipFill>
        <p:spPr>
          <a:xfrm>
            <a:off x="4305300" y="4181475"/>
            <a:ext cx="828675" cy="198090"/>
          </a:xfrm>
          <a:prstGeom prst="rect">
            <a:avLst/>
          </a:prstGeom>
        </p:spPr>
      </p:pic>
      <p:pic>
        <p:nvPicPr>
          <p:cNvPr id="18" name="SK-2-img-17" descr="preencoded.png"/>
          <p:cNvPicPr>
            <a:picLocks noChangeAspect="1"/>
          </p:cNvPicPr>
          <p:nvPr/>
        </p:nvPicPr>
        <p:blipFill>
          <a:blip r:embed="rId17"/>
          <a:stretch>
            <a:fillRect/>
          </a:stretch>
        </p:blipFill>
        <p:spPr>
          <a:xfrm>
            <a:off x="571500" y="4991100"/>
            <a:ext cx="5410200" cy="1485900"/>
          </a:xfrm>
          <a:prstGeom prst="rect">
            <a:avLst/>
          </a:prstGeom>
        </p:spPr>
      </p:pic>
      <p:pic>
        <p:nvPicPr>
          <p:cNvPr id="19" name="SK-2-img-18" descr="preencoded.png"/>
          <p:cNvPicPr>
            <a:picLocks noChangeAspect="1"/>
          </p:cNvPicPr>
          <p:nvPr/>
        </p:nvPicPr>
        <p:blipFill>
          <a:blip r:embed="rId8"/>
          <a:stretch>
            <a:fillRect/>
          </a:stretch>
        </p:blipFill>
        <p:spPr>
          <a:xfrm>
            <a:off x="762000" y="5167313"/>
            <a:ext cx="266700" cy="238125"/>
          </a:xfrm>
          <a:prstGeom prst="rect">
            <a:avLst/>
          </a:prstGeom>
        </p:spPr>
      </p:pic>
      <p:pic>
        <p:nvPicPr>
          <p:cNvPr id="20" name="SK-2-img-19" descr="preencoded.png"/>
          <p:cNvPicPr>
            <a:picLocks noChangeAspect="1"/>
          </p:cNvPicPr>
          <p:nvPr/>
        </p:nvPicPr>
        <p:blipFill>
          <a:blip r:embed="rId18"/>
          <a:stretch>
            <a:fillRect/>
          </a:stretch>
        </p:blipFill>
        <p:spPr>
          <a:xfrm>
            <a:off x="5505450" y="5172075"/>
            <a:ext cx="285750" cy="228600"/>
          </a:xfrm>
          <a:prstGeom prst="rect">
            <a:avLst/>
          </a:prstGeom>
        </p:spPr>
      </p:pic>
      <p:pic>
        <p:nvPicPr>
          <p:cNvPr id="21" name="SK-2-img-20" descr="preencoded.png"/>
          <p:cNvPicPr>
            <a:picLocks noChangeAspect="1"/>
          </p:cNvPicPr>
          <p:nvPr/>
        </p:nvPicPr>
        <p:blipFill>
          <a:blip r:embed="rId7"/>
          <a:stretch>
            <a:fillRect/>
          </a:stretch>
        </p:blipFill>
        <p:spPr>
          <a:xfrm>
            <a:off x="6210300" y="1714500"/>
            <a:ext cx="5410200" cy="1485900"/>
          </a:xfrm>
          <a:prstGeom prst="rect">
            <a:avLst/>
          </a:prstGeom>
        </p:spPr>
      </p:pic>
      <p:pic>
        <p:nvPicPr>
          <p:cNvPr id="22" name="SK-2-img-21" descr="preencoded.png"/>
          <p:cNvPicPr>
            <a:picLocks noChangeAspect="1"/>
          </p:cNvPicPr>
          <p:nvPr/>
        </p:nvPicPr>
        <p:blipFill>
          <a:blip r:embed="rId8"/>
          <a:stretch>
            <a:fillRect/>
          </a:stretch>
        </p:blipFill>
        <p:spPr>
          <a:xfrm>
            <a:off x="6400800" y="1890713"/>
            <a:ext cx="266700" cy="238125"/>
          </a:xfrm>
          <a:prstGeom prst="rect">
            <a:avLst/>
          </a:prstGeom>
        </p:spPr>
      </p:pic>
      <p:pic>
        <p:nvPicPr>
          <p:cNvPr id="23" name="SK-2-img-22" descr="preencoded.png"/>
          <p:cNvPicPr>
            <a:picLocks noChangeAspect="1"/>
          </p:cNvPicPr>
          <p:nvPr/>
        </p:nvPicPr>
        <p:blipFill>
          <a:blip r:embed="rId19"/>
          <a:stretch>
            <a:fillRect/>
          </a:stretch>
        </p:blipFill>
        <p:spPr>
          <a:xfrm>
            <a:off x="11144250" y="1895475"/>
            <a:ext cx="285750" cy="228600"/>
          </a:xfrm>
          <a:prstGeom prst="rect">
            <a:avLst/>
          </a:prstGeom>
        </p:spPr>
      </p:pic>
      <p:pic>
        <p:nvPicPr>
          <p:cNvPr id="24" name="SK-2-img-23" descr="preencoded.png"/>
          <p:cNvPicPr>
            <a:picLocks noChangeAspect="1"/>
          </p:cNvPicPr>
          <p:nvPr/>
        </p:nvPicPr>
        <p:blipFill>
          <a:blip r:embed="rId10"/>
          <a:stretch>
            <a:fillRect/>
          </a:stretch>
        </p:blipFill>
        <p:spPr>
          <a:xfrm>
            <a:off x="6210300" y="3352800"/>
            <a:ext cx="5410200" cy="1485900"/>
          </a:xfrm>
          <a:prstGeom prst="rect">
            <a:avLst/>
          </a:prstGeom>
        </p:spPr>
      </p:pic>
      <p:pic>
        <p:nvPicPr>
          <p:cNvPr id="25" name="SK-2-img-24" descr="preencoded.png"/>
          <p:cNvPicPr>
            <a:picLocks noChangeAspect="1"/>
          </p:cNvPicPr>
          <p:nvPr/>
        </p:nvPicPr>
        <p:blipFill>
          <a:blip r:embed="rId11"/>
          <a:stretch>
            <a:fillRect/>
          </a:stretch>
        </p:blipFill>
        <p:spPr>
          <a:xfrm>
            <a:off x="6400800" y="3529013"/>
            <a:ext cx="266700" cy="238125"/>
          </a:xfrm>
          <a:prstGeom prst="rect">
            <a:avLst/>
          </a:prstGeom>
        </p:spPr>
      </p:pic>
      <p:pic>
        <p:nvPicPr>
          <p:cNvPr id="26" name="SK-2-img-25" descr="preencoded.png"/>
          <p:cNvPicPr>
            <a:picLocks noChangeAspect="1"/>
          </p:cNvPicPr>
          <p:nvPr/>
        </p:nvPicPr>
        <p:blipFill>
          <a:blip r:embed="rId20"/>
          <a:stretch>
            <a:fillRect/>
          </a:stretch>
        </p:blipFill>
        <p:spPr>
          <a:xfrm>
            <a:off x="11144250" y="3533775"/>
            <a:ext cx="285750" cy="228600"/>
          </a:xfrm>
          <a:prstGeom prst="rect">
            <a:avLst/>
          </a:prstGeom>
        </p:spPr>
      </p:pic>
      <p:pic>
        <p:nvPicPr>
          <p:cNvPr id="27" name="SK-2-img-26" descr="preencoded.png"/>
          <p:cNvPicPr>
            <a:picLocks noChangeAspect="1"/>
          </p:cNvPicPr>
          <p:nvPr/>
        </p:nvPicPr>
        <p:blipFill>
          <a:blip r:embed="rId17"/>
          <a:stretch>
            <a:fillRect/>
          </a:stretch>
        </p:blipFill>
        <p:spPr>
          <a:xfrm>
            <a:off x="6210300" y="4991100"/>
            <a:ext cx="5410200" cy="1485900"/>
          </a:xfrm>
          <a:prstGeom prst="rect">
            <a:avLst/>
          </a:prstGeom>
        </p:spPr>
      </p:pic>
      <p:pic>
        <p:nvPicPr>
          <p:cNvPr id="28" name="SK-2-img-27" descr="preencoded.png"/>
          <p:cNvPicPr>
            <a:picLocks noChangeAspect="1"/>
          </p:cNvPicPr>
          <p:nvPr/>
        </p:nvPicPr>
        <p:blipFill>
          <a:blip r:embed="rId8"/>
          <a:stretch>
            <a:fillRect/>
          </a:stretch>
        </p:blipFill>
        <p:spPr>
          <a:xfrm>
            <a:off x="6400800" y="5167313"/>
            <a:ext cx="266700" cy="238125"/>
          </a:xfrm>
          <a:prstGeom prst="rect">
            <a:avLst/>
          </a:prstGeom>
        </p:spPr>
      </p:pic>
      <p:pic>
        <p:nvPicPr>
          <p:cNvPr id="29" name="SK-2-img-28" descr="preencoded.png"/>
          <p:cNvPicPr>
            <a:picLocks noChangeAspect="1"/>
          </p:cNvPicPr>
          <p:nvPr/>
        </p:nvPicPr>
        <p:blipFill>
          <a:blip r:embed="rId21"/>
          <a:stretch>
            <a:fillRect/>
          </a:stretch>
        </p:blipFill>
        <p:spPr>
          <a:xfrm>
            <a:off x="11144250" y="5172075"/>
            <a:ext cx="285750" cy="228600"/>
          </a:xfrm>
          <a:prstGeom prst="rect">
            <a:avLst/>
          </a:prstGeom>
        </p:spPr>
      </p:pic>
      <p:sp>
        <p:nvSpPr>
          <p:cNvPr id="30" name="SK-2-text-29"/>
          <p:cNvSpPr/>
          <p:nvPr/>
        </p:nvSpPr>
        <p:spPr>
          <a:xfrm>
            <a:off x="647700" y="381000"/>
            <a:ext cx="2403764" cy="238125"/>
          </a:xfrm>
          <a:prstGeom prst="rect">
            <a:avLst/>
          </a:prstGeom>
          <a:noFill/>
          <a:ln/>
        </p:spPr>
        <p:txBody>
          <a:bodyPr vert="horz" wrap="square" lIns="0" tIns="0" rIns="0" bIns="0" rtlCol="0" anchor="ctr"/>
          <a:lstStyle/>
          <a:p>
            <a:pPr marL="0" indent="0">
              <a:lnSpc>
                <a:spcPts val="1575"/>
              </a:lnSpc>
              <a:buNone/>
            </a:pPr>
            <a:r>
              <a:rPr lang="en-US" sz="1050" kern="0" spc="120" dirty="0">
                <a:solidFill>
                  <a:srgbClr val="00F5FF"/>
                </a:solidFill>
              </a:rPr>
              <a:t>TECHNICAL MODULE</a:t>
            </a:r>
            <a:endParaRPr lang="en-US" sz="1050" dirty="0"/>
          </a:p>
        </p:txBody>
      </p:sp>
      <p:sp>
        <p:nvSpPr>
          <p:cNvPr id="31" name="SK-2-text-30"/>
          <p:cNvSpPr/>
          <p:nvPr/>
        </p:nvSpPr>
        <p:spPr>
          <a:xfrm>
            <a:off x="571500" y="695325"/>
            <a:ext cx="11049000" cy="485775"/>
          </a:xfrm>
          <a:prstGeom prst="rect">
            <a:avLst/>
          </a:prstGeom>
          <a:noFill/>
          <a:ln/>
        </p:spPr>
        <p:txBody>
          <a:bodyPr vert="horz" wrap="square" lIns="0" tIns="0" rIns="0" bIns="0" rtlCol="0" anchor="ctr"/>
          <a:lstStyle/>
          <a:p>
            <a:pPr marL="0" indent="0">
              <a:lnSpc>
                <a:spcPts val="3825"/>
              </a:lnSpc>
              <a:buNone/>
            </a:pPr>
            <a:r>
              <a:rPr lang="en-US" sz="2550" b="1" dirty="0">
                <a:solidFill>
                  <a:srgbClr val="7B61FF"/>
                </a:solidFill>
                <a:latin typeface="Noto Sans SC" pitchFamily="34" charset="0"/>
                <a:ea typeface="Noto Sans SC" pitchFamily="34" charset="-122"/>
                <a:cs typeface="Noto Sans SC" pitchFamily="34" charset="-120"/>
              </a:rPr>
              <a:t>#</a:t>
            </a:r>
            <a:r>
              <a:rPr lang="en-US" sz="2550" b="1" dirty="0">
                <a:solidFill>
                  <a:srgbClr val="FFFFFF"/>
                </a:solidFill>
                <a:latin typeface="Noto Sans SC" pitchFamily="34" charset="0"/>
                <a:ea typeface="Noto Sans SC" pitchFamily="34" charset="-122"/>
                <a:cs typeface="Noto Sans SC" pitchFamily="34" charset="-120"/>
              </a:rPr>
              <a:t>汇报目录</a:t>
            </a:r>
            <a:endParaRPr lang="en-US" sz="2550" dirty="0"/>
          </a:p>
        </p:txBody>
      </p:sp>
      <p:sp>
        <p:nvSpPr>
          <p:cNvPr id="32" name="SK-2-text-31"/>
          <p:cNvSpPr/>
          <p:nvPr/>
        </p:nvSpPr>
        <p:spPr>
          <a:xfrm>
            <a:off x="685800" y="1295400"/>
            <a:ext cx="11049000" cy="228600"/>
          </a:xfrm>
          <a:prstGeom prst="rect">
            <a:avLst/>
          </a:prstGeom>
          <a:noFill/>
          <a:ln/>
        </p:spPr>
        <p:txBody>
          <a:bodyPr vert="horz" wrap="square" lIns="0" tIns="0" rIns="0" bIns="0" rtlCol="0" anchor="ctr"/>
          <a:lstStyle/>
          <a:p>
            <a:pPr marL="0" indent="0">
              <a:lnSpc>
                <a:spcPts val="1800"/>
              </a:lnSpc>
              <a:buNone/>
            </a:pPr>
            <a:r>
              <a:rPr lang="en-US" sz="1200" dirty="0">
                <a:solidFill>
                  <a:srgbClr val="A0AEC0"/>
                </a:solidFill>
                <a:latin typeface="Noto Sans SC" pitchFamily="34" charset="0"/>
                <a:ea typeface="Noto Sans SC" pitchFamily="34" charset="-122"/>
                <a:cs typeface="Noto Sans SC" pitchFamily="34" charset="-120"/>
              </a:rPr>
              <a:t>项目定位、八大功能、架构详解、核心技术与亮点展示</a:t>
            </a:r>
            <a:endParaRPr lang="en-US" sz="1200" dirty="0"/>
          </a:p>
        </p:txBody>
      </p:sp>
      <p:sp>
        <p:nvSpPr>
          <p:cNvPr id="33" name="SK-2-text-32"/>
          <p:cNvSpPr/>
          <p:nvPr/>
        </p:nvSpPr>
        <p:spPr>
          <a:xfrm>
            <a:off x="819150" y="1890713"/>
            <a:ext cx="381000" cy="238125"/>
          </a:xfrm>
          <a:prstGeom prst="rect">
            <a:avLst/>
          </a:prstGeom>
          <a:noFill/>
          <a:ln/>
        </p:spPr>
        <p:txBody>
          <a:bodyPr vert="horz" wrap="square" lIns="0" tIns="0" rIns="0" bIns="0" rtlCol="0" anchor="ctr"/>
          <a:lstStyle/>
          <a:p>
            <a:pPr marL="0" indent="0">
              <a:lnSpc>
                <a:spcPts val="1575"/>
              </a:lnSpc>
              <a:buNone/>
            </a:pPr>
            <a:r>
              <a:rPr lang="en-US" sz="1050" dirty="0">
                <a:solidFill>
                  <a:srgbClr val="00F5FF"/>
                </a:solidFill>
              </a:rPr>
              <a:t>01</a:t>
            </a:r>
            <a:endParaRPr lang="en-US" sz="1050" dirty="0"/>
          </a:p>
        </p:txBody>
      </p:sp>
      <p:sp>
        <p:nvSpPr>
          <p:cNvPr id="34" name="SK-2-text-33"/>
          <p:cNvSpPr/>
          <p:nvPr/>
        </p:nvSpPr>
        <p:spPr>
          <a:xfrm>
            <a:off x="1143000" y="1866900"/>
            <a:ext cx="3524250" cy="285750"/>
          </a:xfrm>
          <a:prstGeom prst="rect">
            <a:avLst/>
          </a:prstGeom>
          <a:noFill/>
          <a:ln/>
        </p:spPr>
        <p:txBody>
          <a:bodyPr vert="horz" wrap="square" lIns="0" tIns="0" rIns="0" bIns="0" rtlCol="0" anchor="ctr"/>
          <a:lstStyle/>
          <a:p>
            <a:pPr marL="0" indent="0">
              <a:lnSpc>
                <a:spcPts val="2250"/>
              </a:lnSpc>
              <a:buNone/>
            </a:pPr>
            <a:r>
              <a:rPr lang="en-US" sz="1500" b="1" dirty="0">
                <a:solidFill>
                  <a:srgbClr val="FFFFFF"/>
                </a:solidFill>
                <a:latin typeface="Noto Sans SC" pitchFamily="34" charset="0"/>
                <a:ea typeface="Noto Sans SC" pitchFamily="34" charset="-122"/>
                <a:cs typeface="Noto Sans SC" pitchFamily="34" charset="-120"/>
              </a:rPr>
              <a:t>项目定位与总体简介</a:t>
            </a:r>
            <a:endParaRPr lang="en-US" sz="1500" dirty="0"/>
          </a:p>
        </p:txBody>
      </p:sp>
      <p:sp>
        <p:nvSpPr>
          <p:cNvPr id="35" name="SK-2-text-34"/>
          <p:cNvSpPr/>
          <p:nvPr/>
        </p:nvSpPr>
        <p:spPr>
          <a:xfrm>
            <a:off x="762000" y="2228850"/>
            <a:ext cx="5029200" cy="400050"/>
          </a:xfrm>
          <a:prstGeom prst="rect">
            <a:avLst/>
          </a:prstGeom>
          <a:noFill/>
          <a:ln/>
        </p:spPr>
        <p:txBody>
          <a:bodyPr vert="horz" wrap="square" lIns="0" tIns="0" rIns="0" bIns="0" rtlCol="0" anchor="ctr"/>
          <a:lstStyle/>
          <a:p>
            <a:pPr marL="0" indent="0">
              <a:lnSpc>
                <a:spcPts val="1575"/>
              </a:lnSpc>
              <a:buNone/>
            </a:pPr>
            <a:r>
              <a:rPr lang="en-US" sz="1125" dirty="0">
                <a:solidFill>
                  <a:srgbClr val="A0AEC0"/>
                </a:solidFill>
                <a:latin typeface="Noto Sans SC" pitchFamily="34" charset="0"/>
                <a:ea typeface="Noto Sans SC" pitchFamily="34" charset="-122"/>
                <a:cs typeface="Noto Sans SC" pitchFamily="34" charset="-120"/>
              </a:rPr>
              <a:t>以脑卒中医学教育为示范，构建证据先行、过程可解释、结果可验证的个性化学习闭环系统。</a:t>
            </a:r>
            <a:endParaRPr lang="en-US" sz="1125" dirty="0"/>
          </a:p>
        </p:txBody>
      </p:sp>
      <p:sp>
        <p:nvSpPr>
          <p:cNvPr id="36" name="SK-2-text-35"/>
          <p:cNvSpPr/>
          <p:nvPr/>
        </p:nvSpPr>
        <p:spPr>
          <a:xfrm>
            <a:off x="819150" y="3529013"/>
            <a:ext cx="381000" cy="238125"/>
          </a:xfrm>
          <a:prstGeom prst="rect">
            <a:avLst/>
          </a:prstGeom>
          <a:noFill/>
          <a:ln/>
        </p:spPr>
        <p:txBody>
          <a:bodyPr vert="horz" wrap="square" lIns="0" tIns="0" rIns="0" bIns="0" rtlCol="0" anchor="ctr"/>
          <a:lstStyle/>
          <a:p>
            <a:pPr marL="0" indent="0">
              <a:lnSpc>
                <a:spcPts val="1575"/>
              </a:lnSpc>
              <a:buNone/>
            </a:pPr>
            <a:r>
              <a:rPr lang="en-US" sz="1050" dirty="0">
                <a:solidFill>
                  <a:srgbClr val="00F5FF"/>
                </a:solidFill>
              </a:rPr>
              <a:t>02</a:t>
            </a:r>
            <a:endParaRPr lang="en-US" sz="1050" dirty="0"/>
          </a:p>
        </p:txBody>
      </p:sp>
      <p:sp>
        <p:nvSpPr>
          <p:cNvPr id="37" name="SK-2-text-36"/>
          <p:cNvSpPr/>
          <p:nvPr/>
        </p:nvSpPr>
        <p:spPr>
          <a:xfrm>
            <a:off x="1143000" y="3505200"/>
            <a:ext cx="3143250" cy="285750"/>
          </a:xfrm>
          <a:prstGeom prst="rect">
            <a:avLst/>
          </a:prstGeom>
          <a:noFill/>
          <a:ln/>
        </p:spPr>
        <p:txBody>
          <a:bodyPr vert="horz" wrap="square" lIns="0" tIns="0" rIns="0" bIns="0" rtlCol="0" anchor="ctr"/>
          <a:lstStyle/>
          <a:p>
            <a:pPr marL="0" indent="0">
              <a:lnSpc>
                <a:spcPts val="2250"/>
              </a:lnSpc>
              <a:buNone/>
            </a:pPr>
            <a:r>
              <a:rPr lang="en-US" sz="1500" b="1" dirty="0" err="1">
                <a:solidFill>
                  <a:srgbClr val="FFFFFF"/>
                </a:solidFill>
                <a:latin typeface="Noto Sans SC" pitchFamily="34" charset="0"/>
                <a:ea typeface="Noto Sans SC" pitchFamily="34" charset="-122"/>
                <a:cs typeface="Noto Sans SC" pitchFamily="34" charset="-120"/>
              </a:rPr>
              <a:t>七大核心功能模块</a:t>
            </a:r>
            <a:endParaRPr lang="en-US" sz="1500" dirty="0"/>
          </a:p>
        </p:txBody>
      </p:sp>
      <p:sp>
        <p:nvSpPr>
          <p:cNvPr id="38" name="SK-2-text-37"/>
          <p:cNvSpPr/>
          <p:nvPr/>
        </p:nvSpPr>
        <p:spPr>
          <a:xfrm>
            <a:off x="762000" y="3867150"/>
            <a:ext cx="5029200" cy="512415"/>
          </a:xfrm>
          <a:prstGeom prst="rect">
            <a:avLst/>
          </a:prstGeom>
          <a:noFill/>
          <a:ln/>
        </p:spPr>
        <p:txBody>
          <a:bodyPr vert="horz" wrap="square" lIns="0" tIns="0" rIns="0" bIns="0" rtlCol="0" anchor="ctr"/>
          <a:lstStyle/>
          <a:p>
            <a:pPr marL="0" indent="0">
              <a:lnSpc>
                <a:spcPts val="1575"/>
              </a:lnSpc>
              <a:buNone/>
            </a:pPr>
            <a:r>
              <a:rPr lang="en-US" sz="1125" dirty="0">
                <a:solidFill>
                  <a:srgbClr val="A0AEC0"/>
                </a:solidFill>
                <a:latin typeface="Noto Sans SC" pitchFamily="34" charset="0"/>
                <a:ea typeface="Noto Sans SC" pitchFamily="34" charset="-122"/>
                <a:cs typeface="Noto Sans SC" pitchFamily="34" charset="-120"/>
              </a:rPr>
              <a:t>涵盖从画像构建到效果评估的完整教育全生命周期。</a:t>
            </a:r>
            <a:endParaRPr lang="en-US" sz="1125" dirty="0"/>
          </a:p>
        </p:txBody>
      </p:sp>
      <p:sp>
        <p:nvSpPr>
          <p:cNvPr id="39" name="SK-2-text-38"/>
          <p:cNvSpPr/>
          <p:nvPr/>
        </p:nvSpPr>
        <p:spPr>
          <a:xfrm>
            <a:off x="819150" y="5167313"/>
            <a:ext cx="381000" cy="238125"/>
          </a:xfrm>
          <a:prstGeom prst="rect">
            <a:avLst/>
          </a:prstGeom>
          <a:noFill/>
          <a:ln/>
        </p:spPr>
        <p:txBody>
          <a:bodyPr vert="horz" wrap="square" lIns="0" tIns="0" rIns="0" bIns="0" rtlCol="0" anchor="ctr"/>
          <a:lstStyle/>
          <a:p>
            <a:pPr marL="0" indent="0">
              <a:lnSpc>
                <a:spcPts val="1575"/>
              </a:lnSpc>
              <a:buNone/>
            </a:pPr>
            <a:r>
              <a:rPr lang="en-US" sz="1050" dirty="0">
                <a:solidFill>
                  <a:srgbClr val="00F5FF"/>
                </a:solidFill>
              </a:rPr>
              <a:t>03</a:t>
            </a:r>
            <a:endParaRPr lang="en-US" sz="1050" dirty="0"/>
          </a:p>
        </p:txBody>
      </p:sp>
      <p:sp>
        <p:nvSpPr>
          <p:cNvPr id="40" name="SK-2-text-39"/>
          <p:cNvSpPr/>
          <p:nvPr/>
        </p:nvSpPr>
        <p:spPr>
          <a:xfrm>
            <a:off x="1143000" y="5143500"/>
            <a:ext cx="3143250" cy="285750"/>
          </a:xfrm>
          <a:prstGeom prst="rect">
            <a:avLst/>
          </a:prstGeom>
          <a:noFill/>
          <a:ln/>
        </p:spPr>
        <p:txBody>
          <a:bodyPr vert="horz" wrap="square" lIns="0" tIns="0" rIns="0" bIns="0" rtlCol="0" anchor="ctr"/>
          <a:lstStyle/>
          <a:p>
            <a:pPr marL="0" indent="0">
              <a:lnSpc>
                <a:spcPts val="2250"/>
              </a:lnSpc>
              <a:buNone/>
            </a:pPr>
            <a:r>
              <a:rPr lang="en-US" sz="1500" b="1" dirty="0">
                <a:solidFill>
                  <a:srgbClr val="FFFFFF"/>
                </a:solidFill>
                <a:latin typeface="Noto Sans SC" pitchFamily="34" charset="0"/>
                <a:ea typeface="Noto Sans SC" pitchFamily="34" charset="-122"/>
                <a:cs typeface="Noto Sans SC" pitchFamily="34" charset="-120"/>
              </a:rPr>
              <a:t>系统三层解耦架构</a:t>
            </a:r>
            <a:endParaRPr lang="en-US" sz="1500" dirty="0"/>
          </a:p>
        </p:txBody>
      </p:sp>
      <p:sp>
        <p:nvSpPr>
          <p:cNvPr id="41" name="SK-2-text-40"/>
          <p:cNvSpPr/>
          <p:nvPr/>
        </p:nvSpPr>
        <p:spPr>
          <a:xfrm>
            <a:off x="762000" y="5505450"/>
            <a:ext cx="5029200" cy="400050"/>
          </a:xfrm>
          <a:prstGeom prst="rect">
            <a:avLst/>
          </a:prstGeom>
          <a:noFill/>
          <a:ln/>
        </p:spPr>
        <p:txBody>
          <a:bodyPr vert="horz" wrap="square" lIns="0" tIns="0" rIns="0" bIns="0" rtlCol="0" anchor="ctr"/>
          <a:lstStyle/>
          <a:p>
            <a:pPr marL="0" indent="0">
              <a:lnSpc>
                <a:spcPts val="1575"/>
              </a:lnSpc>
              <a:buNone/>
            </a:pPr>
            <a:r>
              <a:rPr lang="en-US" sz="1125" dirty="0">
                <a:solidFill>
                  <a:srgbClr val="A0AEC0"/>
                </a:solidFill>
                <a:latin typeface="Noto Sans SC" pitchFamily="34" charset="0"/>
                <a:ea typeface="Noto Sans SC" pitchFamily="34" charset="-122"/>
                <a:cs typeface="Noto Sans SC" pitchFamily="34" charset="-120"/>
              </a:rPr>
              <a:t>Vue 3.5 前端 / Spring Boot 后端 / FastAPI 模型层，全链路 SSE 流式数据管道。</a:t>
            </a:r>
            <a:endParaRPr lang="en-US" sz="1125" dirty="0"/>
          </a:p>
        </p:txBody>
      </p:sp>
      <p:sp>
        <p:nvSpPr>
          <p:cNvPr id="42" name="SK-2-text-41"/>
          <p:cNvSpPr/>
          <p:nvPr/>
        </p:nvSpPr>
        <p:spPr>
          <a:xfrm>
            <a:off x="6457950" y="1890713"/>
            <a:ext cx="381000" cy="238125"/>
          </a:xfrm>
          <a:prstGeom prst="rect">
            <a:avLst/>
          </a:prstGeom>
          <a:noFill/>
          <a:ln/>
        </p:spPr>
        <p:txBody>
          <a:bodyPr vert="horz" wrap="square" lIns="0" tIns="0" rIns="0" bIns="0" rtlCol="0" anchor="ctr"/>
          <a:lstStyle/>
          <a:p>
            <a:pPr marL="0" indent="0">
              <a:lnSpc>
                <a:spcPts val="1575"/>
              </a:lnSpc>
              <a:buNone/>
            </a:pPr>
            <a:r>
              <a:rPr lang="en-US" sz="1050" dirty="0">
                <a:solidFill>
                  <a:srgbClr val="00F5FF"/>
                </a:solidFill>
              </a:rPr>
              <a:t>04</a:t>
            </a:r>
            <a:endParaRPr lang="en-US" sz="1050" dirty="0"/>
          </a:p>
        </p:txBody>
      </p:sp>
      <p:sp>
        <p:nvSpPr>
          <p:cNvPr id="43" name="SK-2-text-42"/>
          <p:cNvSpPr/>
          <p:nvPr/>
        </p:nvSpPr>
        <p:spPr>
          <a:xfrm>
            <a:off x="6781800" y="1866900"/>
            <a:ext cx="3143250" cy="285750"/>
          </a:xfrm>
          <a:prstGeom prst="rect">
            <a:avLst/>
          </a:prstGeom>
          <a:noFill/>
          <a:ln/>
        </p:spPr>
        <p:txBody>
          <a:bodyPr vert="horz" wrap="square" lIns="0" tIns="0" rIns="0" bIns="0" rtlCol="0" anchor="ctr"/>
          <a:lstStyle/>
          <a:p>
            <a:pPr marL="0" indent="0">
              <a:lnSpc>
                <a:spcPts val="2250"/>
              </a:lnSpc>
              <a:buNone/>
            </a:pPr>
            <a:r>
              <a:rPr lang="en-US" sz="1500" b="1" dirty="0">
                <a:solidFill>
                  <a:srgbClr val="FFFFFF"/>
                </a:solidFill>
                <a:latin typeface="Noto Sans SC" pitchFamily="34" charset="0"/>
                <a:ea typeface="Noto Sans SC" pitchFamily="34" charset="-122"/>
                <a:cs typeface="Noto Sans SC" pitchFamily="34" charset="-120"/>
              </a:rPr>
              <a:t>核心硬核技术解析</a:t>
            </a:r>
            <a:endParaRPr lang="en-US" sz="1500" dirty="0"/>
          </a:p>
        </p:txBody>
      </p:sp>
      <p:sp>
        <p:nvSpPr>
          <p:cNvPr id="44" name="SK-2-text-43"/>
          <p:cNvSpPr/>
          <p:nvPr/>
        </p:nvSpPr>
        <p:spPr>
          <a:xfrm>
            <a:off x="6400800" y="2228850"/>
            <a:ext cx="5791200" cy="200025"/>
          </a:xfrm>
          <a:prstGeom prst="rect">
            <a:avLst/>
          </a:prstGeom>
          <a:noFill/>
          <a:ln/>
        </p:spPr>
        <p:txBody>
          <a:bodyPr vert="horz" wrap="square" lIns="0" tIns="0" rIns="0" bIns="0" rtlCol="0" anchor="ctr"/>
          <a:lstStyle/>
          <a:p>
            <a:pPr marL="0" indent="0">
              <a:lnSpc>
                <a:spcPts val="1575"/>
              </a:lnSpc>
              <a:buNone/>
            </a:pPr>
            <a:r>
              <a:rPr lang="en-US" sz="1125" dirty="0">
                <a:solidFill>
                  <a:srgbClr val="A0AEC0"/>
                </a:solidFill>
                <a:latin typeface="Noto Sans SC" pitchFamily="34" charset="0"/>
                <a:ea typeface="Noto Sans SC" pitchFamily="34" charset="-122"/>
                <a:cs typeface="Noto Sans SC" pitchFamily="34" charset="-120"/>
              </a:rPr>
              <a:t>混合检索 RAG、LangGraph 智能体编排、辩论仲裁机制与动态退火反思循环。</a:t>
            </a:r>
            <a:endParaRPr lang="en-US" sz="1125" dirty="0"/>
          </a:p>
        </p:txBody>
      </p:sp>
      <p:sp>
        <p:nvSpPr>
          <p:cNvPr id="45" name="SK-2-text-44"/>
          <p:cNvSpPr/>
          <p:nvPr/>
        </p:nvSpPr>
        <p:spPr>
          <a:xfrm>
            <a:off x="6457950" y="3529013"/>
            <a:ext cx="381000" cy="238125"/>
          </a:xfrm>
          <a:prstGeom prst="rect">
            <a:avLst/>
          </a:prstGeom>
          <a:noFill/>
          <a:ln/>
        </p:spPr>
        <p:txBody>
          <a:bodyPr vert="horz" wrap="square" lIns="0" tIns="0" rIns="0" bIns="0" rtlCol="0" anchor="ctr"/>
          <a:lstStyle/>
          <a:p>
            <a:pPr marL="0" indent="0">
              <a:lnSpc>
                <a:spcPts val="1575"/>
              </a:lnSpc>
              <a:buNone/>
            </a:pPr>
            <a:r>
              <a:rPr lang="en-US" sz="1050" dirty="0">
                <a:solidFill>
                  <a:srgbClr val="00F5FF"/>
                </a:solidFill>
              </a:rPr>
              <a:t>05</a:t>
            </a:r>
            <a:endParaRPr lang="en-US" sz="1050" dirty="0"/>
          </a:p>
        </p:txBody>
      </p:sp>
      <p:sp>
        <p:nvSpPr>
          <p:cNvPr id="46" name="SK-2-text-45"/>
          <p:cNvSpPr/>
          <p:nvPr/>
        </p:nvSpPr>
        <p:spPr>
          <a:xfrm>
            <a:off x="6781800" y="3505200"/>
            <a:ext cx="3143250" cy="285750"/>
          </a:xfrm>
          <a:prstGeom prst="rect">
            <a:avLst/>
          </a:prstGeom>
          <a:noFill/>
          <a:ln/>
        </p:spPr>
        <p:txBody>
          <a:bodyPr vert="horz" wrap="square" lIns="0" tIns="0" rIns="0" bIns="0" rtlCol="0" anchor="ctr"/>
          <a:lstStyle/>
          <a:p>
            <a:pPr marL="0" indent="0">
              <a:lnSpc>
                <a:spcPts val="2250"/>
              </a:lnSpc>
              <a:buNone/>
            </a:pPr>
            <a:r>
              <a:rPr lang="en-US" sz="1500" b="1" dirty="0">
                <a:solidFill>
                  <a:srgbClr val="FFFFFF"/>
                </a:solidFill>
                <a:latin typeface="Noto Sans SC" pitchFamily="34" charset="0"/>
                <a:ea typeface="Noto Sans SC" pitchFamily="34" charset="-122"/>
                <a:cs typeface="Noto Sans SC" pitchFamily="34" charset="-120"/>
              </a:rPr>
              <a:t>九大特色创新亮点</a:t>
            </a:r>
            <a:endParaRPr lang="en-US" sz="1500" dirty="0"/>
          </a:p>
        </p:txBody>
      </p:sp>
      <p:sp>
        <p:nvSpPr>
          <p:cNvPr id="47" name="SK-2-text-46"/>
          <p:cNvSpPr/>
          <p:nvPr/>
        </p:nvSpPr>
        <p:spPr>
          <a:xfrm>
            <a:off x="6400800" y="3867150"/>
            <a:ext cx="5791200" cy="200025"/>
          </a:xfrm>
          <a:prstGeom prst="rect">
            <a:avLst/>
          </a:prstGeom>
          <a:noFill/>
          <a:ln/>
        </p:spPr>
        <p:txBody>
          <a:bodyPr vert="horz" wrap="square" lIns="0" tIns="0" rIns="0" bIns="0" rtlCol="0" anchor="ctr"/>
          <a:lstStyle/>
          <a:p>
            <a:pPr marL="0" indent="0">
              <a:lnSpc>
                <a:spcPts val="1575"/>
              </a:lnSpc>
              <a:buNone/>
            </a:pPr>
            <a:r>
              <a:rPr lang="en-US" sz="1125" dirty="0">
                <a:solidFill>
                  <a:srgbClr val="A0AEC0"/>
                </a:solidFill>
                <a:latin typeface="Noto Sans SC" pitchFamily="34" charset="0"/>
                <a:ea typeface="Noto Sans SC" pitchFamily="34" charset="-122"/>
                <a:cs typeface="Noto Sans SC" pitchFamily="34" charset="-120"/>
              </a:rPr>
              <a:t>证据驱动范式、8维度动态画像、情感陪伴机制及全配置化高可扩展工程架构。</a:t>
            </a:r>
            <a:endParaRPr lang="en-US" sz="1125" dirty="0"/>
          </a:p>
        </p:txBody>
      </p:sp>
      <p:sp>
        <p:nvSpPr>
          <p:cNvPr id="48" name="SK-2-text-47"/>
          <p:cNvSpPr/>
          <p:nvPr/>
        </p:nvSpPr>
        <p:spPr>
          <a:xfrm>
            <a:off x="6457950" y="5167313"/>
            <a:ext cx="381000" cy="238125"/>
          </a:xfrm>
          <a:prstGeom prst="rect">
            <a:avLst/>
          </a:prstGeom>
          <a:noFill/>
          <a:ln/>
        </p:spPr>
        <p:txBody>
          <a:bodyPr vert="horz" wrap="square" lIns="0" tIns="0" rIns="0" bIns="0" rtlCol="0" anchor="ctr"/>
          <a:lstStyle/>
          <a:p>
            <a:pPr marL="0" indent="0">
              <a:lnSpc>
                <a:spcPts val="1575"/>
              </a:lnSpc>
              <a:buNone/>
            </a:pPr>
            <a:r>
              <a:rPr lang="en-US" sz="1050" dirty="0">
                <a:solidFill>
                  <a:srgbClr val="00F5FF"/>
                </a:solidFill>
              </a:rPr>
              <a:t>06</a:t>
            </a:r>
            <a:endParaRPr lang="en-US" sz="1050" dirty="0"/>
          </a:p>
        </p:txBody>
      </p:sp>
      <p:sp>
        <p:nvSpPr>
          <p:cNvPr id="49" name="SK-2-text-48"/>
          <p:cNvSpPr/>
          <p:nvPr/>
        </p:nvSpPr>
        <p:spPr>
          <a:xfrm>
            <a:off x="6781800" y="5143500"/>
            <a:ext cx="3524250" cy="285750"/>
          </a:xfrm>
          <a:prstGeom prst="rect">
            <a:avLst/>
          </a:prstGeom>
          <a:noFill/>
          <a:ln/>
        </p:spPr>
        <p:txBody>
          <a:bodyPr vert="horz" wrap="square" lIns="0" tIns="0" rIns="0" bIns="0" rtlCol="0" anchor="ctr"/>
          <a:lstStyle/>
          <a:p>
            <a:pPr marL="0" indent="0">
              <a:lnSpc>
                <a:spcPts val="2250"/>
              </a:lnSpc>
              <a:buNone/>
            </a:pPr>
            <a:r>
              <a:rPr lang="en-US" sz="1500" b="1" dirty="0">
                <a:solidFill>
                  <a:srgbClr val="FFFFFF"/>
                </a:solidFill>
                <a:latin typeface="Noto Sans SC" pitchFamily="34" charset="0"/>
                <a:ea typeface="Noto Sans SC" pitchFamily="34" charset="-122"/>
                <a:cs typeface="Noto Sans SC" pitchFamily="34" charset="-120"/>
              </a:rPr>
              <a:t>赛题达成与落地前景</a:t>
            </a:r>
            <a:endParaRPr lang="en-US" sz="1500" dirty="0"/>
          </a:p>
        </p:txBody>
      </p:sp>
      <p:sp>
        <p:nvSpPr>
          <p:cNvPr id="50" name="SK-2-text-49"/>
          <p:cNvSpPr/>
          <p:nvPr/>
        </p:nvSpPr>
        <p:spPr>
          <a:xfrm>
            <a:off x="6400800" y="5505450"/>
            <a:ext cx="5791200" cy="200025"/>
          </a:xfrm>
          <a:prstGeom prst="rect">
            <a:avLst/>
          </a:prstGeom>
          <a:noFill/>
          <a:ln/>
        </p:spPr>
        <p:txBody>
          <a:bodyPr vert="horz" wrap="square" lIns="0" tIns="0" rIns="0" bIns="0" rtlCol="0" anchor="ctr"/>
          <a:lstStyle/>
          <a:p>
            <a:pPr marL="0" indent="0">
              <a:lnSpc>
                <a:spcPts val="1575"/>
              </a:lnSpc>
              <a:buNone/>
            </a:pPr>
            <a:r>
              <a:rPr lang="en-US" sz="1125" dirty="0">
                <a:solidFill>
                  <a:srgbClr val="A0AEC0"/>
                </a:solidFill>
                <a:latin typeface="Noto Sans SC" pitchFamily="34" charset="0"/>
                <a:ea typeface="Noto Sans SC" pitchFamily="34" charset="-122"/>
                <a:cs typeface="Noto Sans SC" pitchFamily="34" charset="-120"/>
              </a:rPr>
              <a:t>全面超额完成赛题指标，具备极高的跨学科迁移价值与医学教育实战前景。</a:t>
            </a:r>
            <a:endParaRPr lang="en-US" sz="1125"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SK-3-img-1" descr="preencoded.png"/>
          <p:cNvPicPr>
            <a:picLocks noChangeAspect="1"/>
          </p:cNvPicPr>
          <p:nvPr/>
        </p:nvPicPr>
        <p:blipFill>
          <a:blip r:embed="rId3"/>
          <a:stretch>
            <a:fillRect/>
          </a:stretch>
        </p:blipFill>
        <p:spPr>
          <a:xfrm>
            <a:off x="0" y="0"/>
            <a:ext cx="12192000" cy="6858000"/>
          </a:xfrm>
          <a:prstGeom prst="rect">
            <a:avLst/>
          </a:prstGeom>
        </p:spPr>
      </p:pic>
      <p:pic>
        <p:nvPicPr>
          <p:cNvPr id="3" name="SK-3-img-2" descr="preencoded.png"/>
          <p:cNvPicPr>
            <a:picLocks noChangeAspect="1"/>
          </p:cNvPicPr>
          <p:nvPr/>
        </p:nvPicPr>
        <p:blipFill>
          <a:blip r:embed="rId4"/>
          <a:stretch>
            <a:fillRect/>
          </a:stretch>
        </p:blipFill>
        <p:spPr>
          <a:xfrm>
            <a:off x="571500" y="304800"/>
            <a:ext cx="1962150" cy="238125"/>
          </a:xfrm>
          <a:prstGeom prst="rect">
            <a:avLst/>
          </a:prstGeom>
        </p:spPr>
      </p:pic>
      <p:pic>
        <p:nvPicPr>
          <p:cNvPr id="4" name="SK-3-img-3" descr="preencoded.png"/>
          <p:cNvPicPr>
            <a:picLocks noChangeAspect="1"/>
          </p:cNvPicPr>
          <p:nvPr/>
        </p:nvPicPr>
        <p:blipFill>
          <a:blip r:embed="rId5"/>
          <a:stretch>
            <a:fillRect/>
          </a:stretch>
        </p:blipFill>
        <p:spPr>
          <a:xfrm>
            <a:off x="2647950" y="419100"/>
            <a:ext cx="8972550" cy="9525"/>
          </a:xfrm>
          <a:prstGeom prst="rect">
            <a:avLst/>
          </a:prstGeom>
        </p:spPr>
      </p:pic>
      <p:pic>
        <p:nvPicPr>
          <p:cNvPr id="5" name="SK-3-img-4" descr="preencoded.png"/>
          <p:cNvPicPr>
            <a:picLocks noChangeAspect="1"/>
          </p:cNvPicPr>
          <p:nvPr/>
        </p:nvPicPr>
        <p:blipFill>
          <a:blip r:embed="rId6"/>
          <a:stretch>
            <a:fillRect/>
          </a:stretch>
        </p:blipFill>
        <p:spPr>
          <a:xfrm>
            <a:off x="571500" y="1314450"/>
            <a:ext cx="38100" cy="38100"/>
          </a:xfrm>
          <a:prstGeom prst="rect">
            <a:avLst/>
          </a:prstGeom>
        </p:spPr>
      </p:pic>
      <p:pic>
        <p:nvPicPr>
          <p:cNvPr id="6" name="SK-3-img-5" descr="preencoded.png"/>
          <p:cNvPicPr>
            <a:picLocks noChangeAspect="1"/>
          </p:cNvPicPr>
          <p:nvPr/>
        </p:nvPicPr>
        <p:blipFill>
          <a:blip r:embed="rId7"/>
          <a:stretch>
            <a:fillRect/>
          </a:stretch>
        </p:blipFill>
        <p:spPr>
          <a:xfrm>
            <a:off x="571500" y="1600200"/>
            <a:ext cx="4328220" cy="1990725"/>
          </a:xfrm>
          <a:prstGeom prst="rect">
            <a:avLst/>
          </a:prstGeom>
        </p:spPr>
      </p:pic>
      <p:pic>
        <p:nvPicPr>
          <p:cNvPr id="7" name="SK-3-img-6" descr="preencoded.png"/>
          <p:cNvPicPr>
            <a:picLocks noChangeAspect="1"/>
          </p:cNvPicPr>
          <p:nvPr/>
        </p:nvPicPr>
        <p:blipFill>
          <a:blip r:embed="rId8"/>
          <a:stretch>
            <a:fillRect/>
          </a:stretch>
        </p:blipFill>
        <p:spPr>
          <a:xfrm>
            <a:off x="571500" y="1600200"/>
            <a:ext cx="4328220" cy="1990725"/>
          </a:xfrm>
          <a:prstGeom prst="rect">
            <a:avLst/>
          </a:prstGeom>
        </p:spPr>
      </p:pic>
      <p:pic>
        <p:nvPicPr>
          <p:cNvPr id="8" name="SK-3-img-7" descr="preencoded.png"/>
          <p:cNvPicPr>
            <a:picLocks noChangeAspect="1"/>
          </p:cNvPicPr>
          <p:nvPr/>
        </p:nvPicPr>
        <p:blipFill>
          <a:blip r:embed="rId9"/>
          <a:stretch>
            <a:fillRect/>
          </a:stretch>
        </p:blipFill>
        <p:spPr>
          <a:xfrm>
            <a:off x="571500" y="3743325"/>
            <a:ext cx="4328220" cy="2809875"/>
          </a:xfrm>
          <a:prstGeom prst="rect">
            <a:avLst/>
          </a:prstGeom>
        </p:spPr>
      </p:pic>
      <p:pic>
        <p:nvPicPr>
          <p:cNvPr id="9" name="SK-3-img-8" descr="preencoded.png"/>
          <p:cNvPicPr>
            <a:picLocks noChangeAspect="1"/>
          </p:cNvPicPr>
          <p:nvPr/>
        </p:nvPicPr>
        <p:blipFill>
          <a:blip r:embed="rId10"/>
          <a:stretch>
            <a:fillRect/>
          </a:stretch>
        </p:blipFill>
        <p:spPr>
          <a:xfrm>
            <a:off x="762000" y="3895725"/>
            <a:ext cx="381000" cy="381000"/>
          </a:xfrm>
          <a:prstGeom prst="rect">
            <a:avLst/>
          </a:prstGeom>
        </p:spPr>
      </p:pic>
      <p:pic>
        <p:nvPicPr>
          <p:cNvPr id="10" name="SK-3-img-9" descr="preencoded.png"/>
          <p:cNvPicPr>
            <a:picLocks noChangeAspect="1"/>
          </p:cNvPicPr>
          <p:nvPr/>
        </p:nvPicPr>
        <p:blipFill>
          <a:blip r:embed="rId11"/>
          <a:stretch>
            <a:fillRect/>
          </a:stretch>
        </p:blipFill>
        <p:spPr>
          <a:xfrm>
            <a:off x="833438" y="3990975"/>
            <a:ext cx="238125" cy="190500"/>
          </a:xfrm>
          <a:prstGeom prst="rect">
            <a:avLst/>
          </a:prstGeom>
        </p:spPr>
      </p:pic>
      <p:pic>
        <p:nvPicPr>
          <p:cNvPr id="11" name="SK-3-img-10" descr="preencoded.png"/>
          <p:cNvPicPr>
            <a:picLocks noChangeAspect="1"/>
          </p:cNvPicPr>
          <p:nvPr/>
        </p:nvPicPr>
        <p:blipFill>
          <a:blip r:embed="rId12"/>
          <a:stretch>
            <a:fillRect/>
          </a:stretch>
        </p:blipFill>
        <p:spPr>
          <a:xfrm>
            <a:off x="762000" y="4429125"/>
            <a:ext cx="1916460" cy="779859"/>
          </a:xfrm>
          <a:prstGeom prst="rect">
            <a:avLst/>
          </a:prstGeom>
        </p:spPr>
      </p:pic>
      <p:pic>
        <p:nvPicPr>
          <p:cNvPr id="12" name="SK-3-img-11" descr="preencoded.png"/>
          <p:cNvPicPr>
            <a:picLocks noChangeAspect="1"/>
          </p:cNvPicPr>
          <p:nvPr/>
        </p:nvPicPr>
        <p:blipFill>
          <a:blip r:embed="rId13"/>
          <a:stretch>
            <a:fillRect/>
          </a:stretch>
        </p:blipFill>
        <p:spPr>
          <a:xfrm>
            <a:off x="2792760" y="4429125"/>
            <a:ext cx="1916460" cy="779859"/>
          </a:xfrm>
          <a:prstGeom prst="rect">
            <a:avLst/>
          </a:prstGeom>
        </p:spPr>
      </p:pic>
      <p:pic>
        <p:nvPicPr>
          <p:cNvPr id="13" name="SK-3-img-12" descr="preencoded.png"/>
          <p:cNvPicPr>
            <a:picLocks noChangeAspect="1"/>
          </p:cNvPicPr>
          <p:nvPr/>
        </p:nvPicPr>
        <p:blipFill>
          <a:blip r:embed="rId14"/>
          <a:stretch>
            <a:fillRect/>
          </a:stretch>
        </p:blipFill>
        <p:spPr>
          <a:xfrm>
            <a:off x="762000" y="5304234"/>
            <a:ext cx="1916460" cy="779859"/>
          </a:xfrm>
          <a:prstGeom prst="rect">
            <a:avLst/>
          </a:prstGeom>
        </p:spPr>
      </p:pic>
      <p:pic>
        <p:nvPicPr>
          <p:cNvPr id="14" name="SK-3-img-13" descr="preencoded.png"/>
          <p:cNvPicPr>
            <a:picLocks noChangeAspect="1"/>
          </p:cNvPicPr>
          <p:nvPr/>
        </p:nvPicPr>
        <p:blipFill>
          <a:blip r:embed="rId15"/>
          <a:stretch>
            <a:fillRect/>
          </a:stretch>
        </p:blipFill>
        <p:spPr>
          <a:xfrm>
            <a:off x="2792760" y="5304234"/>
            <a:ext cx="1916460" cy="779859"/>
          </a:xfrm>
          <a:prstGeom prst="rect">
            <a:avLst/>
          </a:prstGeom>
        </p:spPr>
      </p:pic>
      <p:pic>
        <p:nvPicPr>
          <p:cNvPr id="15" name="SK-3-img-14" descr="preencoded.png"/>
          <p:cNvPicPr>
            <a:picLocks noChangeAspect="1"/>
          </p:cNvPicPr>
          <p:nvPr/>
        </p:nvPicPr>
        <p:blipFill>
          <a:blip r:embed="rId16"/>
          <a:stretch>
            <a:fillRect/>
          </a:stretch>
        </p:blipFill>
        <p:spPr>
          <a:xfrm>
            <a:off x="5128320" y="1600200"/>
            <a:ext cx="6492180" cy="2819400"/>
          </a:xfrm>
          <a:prstGeom prst="rect">
            <a:avLst/>
          </a:prstGeom>
        </p:spPr>
      </p:pic>
      <p:pic>
        <p:nvPicPr>
          <p:cNvPr id="16" name="SK-3-img-15" descr="preencoded.png"/>
          <p:cNvPicPr>
            <a:picLocks noChangeAspect="1"/>
          </p:cNvPicPr>
          <p:nvPr/>
        </p:nvPicPr>
        <p:blipFill>
          <a:blip r:embed="rId17"/>
          <a:stretch>
            <a:fillRect/>
          </a:stretch>
        </p:blipFill>
        <p:spPr>
          <a:xfrm>
            <a:off x="5318820" y="1752600"/>
            <a:ext cx="381000" cy="381000"/>
          </a:xfrm>
          <a:prstGeom prst="rect">
            <a:avLst/>
          </a:prstGeom>
        </p:spPr>
      </p:pic>
      <p:pic>
        <p:nvPicPr>
          <p:cNvPr id="17" name="SK-3-img-16" descr="preencoded.png"/>
          <p:cNvPicPr>
            <a:picLocks noChangeAspect="1"/>
          </p:cNvPicPr>
          <p:nvPr/>
        </p:nvPicPr>
        <p:blipFill>
          <a:blip r:embed="rId18"/>
          <a:stretch>
            <a:fillRect/>
          </a:stretch>
        </p:blipFill>
        <p:spPr>
          <a:xfrm>
            <a:off x="5390257" y="1847850"/>
            <a:ext cx="238125" cy="190500"/>
          </a:xfrm>
          <a:prstGeom prst="rect">
            <a:avLst/>
          </a:prstGeom>
        </p:spPr>
      </p:pic>
      <p:pic>
        <p:nvPicPr>
          <p:cNvPr id="18" name="SK-3-img-17" descr="preencoded.png"/>
          <p:cNvPicPr>
            <a:picLocks noChangeAspect="1"/>
          </p:cNvPicPr>
          <p:nvPr/>
        </p:nvPicPr>
        <p:blipFill>
          <a:blip r:embed="rId19"/>
          <a:stretch>
            <a:fillRect/>
          </a:stretch>
        </p:blipFill>
        <p:spPr>
          <a:xfrm>
            <a:off x="5318820" y="2286000"/>
            <a:ext cx="6111180" cy="323850"/>
          </a:xfrm>
          <a:prstGeom prst="rect">
            <a:avLst/>
          </a:prstGeom>
        </p:spPr>
      </p:pic>
      <p:pic>
        <p:nvPicPr>
          <p:cNvPr id="19" name="SK-3-img-18" descr="preencoded.png"/>
          <p:cNvPicPr>
            <a:picLocks noChangeAspect="1"/>
          </p:cNvPicPr>
          <p:nvPr/>
        </p:nvPicPr>
        <p:blipFill>
          <a:blip r:embed="rId20"/>
          <a:stretch>
            <a:fillRect/>
          </a:stretch>
        </p:blipFill>
        <p:spPr>
          <a:xfrm>
            <a:off x="5433120" y="2343150"/>
            <a:ext cx="581025" cy="209550"/>
          </a:xfrm>
          <a:prstGeom prst="rect">
            <a:avLst/>
          </a:prstGeom>
        </p:spPr>
      </p:pic>
      <p:pic>
        <p:nvPicPr>
          <p:cNvPr id="20" name="SK-3-img-19" descr="preencoded.png"/>
          <p:cNvPicPr>
            <a:picLocks noChangeAspect="1"/>
          </p:cNvPicPr>
          <p:nvPr/>
        </p:nvPicPr>
        <p:blipFill>
          <a:blip r:embed="rId19"/>
          <a:stretch>
            <a:fillRect/>
          </a:stretch>
        </p:blipFill>
        <p:spPr>
          <a:xfrm>
            <a:off x="5318820" y="2686050"/>
            <a:ext cx="6111180" cy="323850"/>
          </a:xfrm>
          <a:prstGeom prst="rect">
            <a:avLst/>
          </a:prstGeom>
        </p:spPr>
      </p:pic>
      <p:pic>
        <p:nvPicPr>
          <p:cNvPr id="21" name="SK-3-img-20" descr="preencoded.png"/>
          <p:cNvPicPr>
            <a:picLocks noChangeAspect="1"/>
          </p:cNvPicPr>
          <p:nvPr/>
        </p:nvPicPr>
        <p:blipFill>
          <a:blip r:embed="rId21"/>
          <a:stretch>
            <a:fillRect/>
          </a:stretch>
        </p:blipFill>
        <p:spPr>
          <a:xfrm>
            <a:off x="5433120" y="2743200"/>
            <a:ext cx="847725" cy="209550"/>
          </a:xfrm>
          <a:prstGeom prst="rect">
            <a:avLst/>
          </a:prstGeom>
        </p:spPr>
      </p:pic>
      <p:pic>
        <p:nvPicPr>
          <p:cNvPr id="22" name="SK-3-img-21" descr="preencoded.png"/>
          <p:cNvPicPr>
            <a:picLocks noChangeAspect="1"/>
          </p:cNvPicPr>
          <p:nvPr/>
        </p:nvPicPr>
        <p:blipFill>
          <a:blip r:embed="rId19"/>
          <a:stretch>
            <a:fillRect/>
          </a:stretch>
        </p:blipFill>
        <p:spPr>
          <a:xfrm>
            <a:off x="5318820" y="3086100"/>
            <a:ext cx="6111180" cy="323850"/>
          </a:xfrm>
          <a:prstGeom prst="rect">
            <a:avLst/>
          </a:prstGeom>
        </p:spPr>
      </p:pic>
      <p:pic>
        <p:nvPicPr>
          <p:cNvPr id="23" name="SK-3-img-22" descr="preencoded.png"/>
          <p:cNvPicPr>
            <a:picLocks noChangeAspect="1"/>
          </p:cNvPicPr>
          <p:nvPr/>
        </p:nvPicPr>
        <p:blipFill>
          <a:blip r:embed="rId22"/>
          <a:stretch>
            <a:fillRect/>
          </a:stretch>
        </p:blipFill>
        <p:spPr>
          <a:xfrm>
            <a:off x="5433120" y="3143250"/>
            <a:ext cx="1114425" cy="209550"/>
          </a:xfrm>
          <a:prstGeom prst="rect">
            <a:avLst/>
          </a:prstGeom>
        </p:spPr>
      </p:pic>
      <p:pic>
        <p:nvPicPr>
          <p:cNvPr id="24" name="SK-3-img-23" descr="preencoded.png"/>
          <p:cNvPicPr>
            <a:picLocks noChangeAspect="1"/>
          </p:cNvPicPr>
          <p:nvPr/>
        </p:nvPicPr>
        <p:blipFill>
          <a:blip r:embed="rId19"/>
          <a:stretch>
            <a:fillRect/>
          </a:stretch>
        </p:blipFill>
        <p:spPr>
          <a:xfrm>
            <a:off x="5318820" y="3486150"/>
            <a:ext cx="6111180" cy="323850"/>
          </a:xfrm>
          <a:prstGeom prst="rect">
            <a:avLst/>
          </a:prstGeom>
        </p:spPr>
      </p:pic>
      <p:pic>
        <p:nvPicPr>
          <p:cNvPr id="25" name="SK-3-img-24" descr="preencoded.png"/>
          <p:cNvPicPr>
            <a:picLocks noChangeAspect="1"/>
          </p:cNvPicPr>
          <p:nvPr/>
        </p:nvPicPr>
        <p:blipFill>
          <a:blip r:embed="rId23"/>
          <a:stretch>
            <a:fillRect/>
          </a:stretch>
        </p:blipFill>
        <p:spPr>
          <a:xfrm>
            <a:off x="5433120" y="3543300"/>
            <a:ext cx="781050" cy="209550"/>
          </a:xfrm>
          <a:prstGeom prst="rect">
            <a:avLst/>
          </a:prstGeom>
        </p:spPr>
      </p:pic>
      <p:pic>
        <p:nvPicPr>
          <p:cNvPr id="26" name="SK-3-img-25" descr="preencoded.png"/>
          <p:cNvPicPr>
            <a:picLocks noChangeAspect="1"/>
          </p:cNvPicPr>
          <p:nvPr/>
        </p:nvPicPr>
        <p:blipFill>
          <a:blip r:embed="rId19"/>
          <a:stretch>
            <a:fillRect/>
          </a:stretch>
        </p:blipFill>
        <p:spPr>
          <a:xfrm>
            <a:off x="5318820" y="3886200"/>
            <a:ext cx="6111180" cy="323850"/>
          </a:xfrm>
          <a:prstGeom prst="rect">
            <a:avLst/>
          </a:prstGeom>
        </p:spPr>
      </p:pic>
      <p:pic>
        <p:nvPicPr>
          <p:cNvPr id="27" name="SK-3-img-26" descr="preencoded.png"/>
          <p:cNvPicPr>
            <a:picLocks noChangeAspect="1"/>
          </p:cNvPicPr>
          <p:nvPr/>
        </p:nvPicPr>
        <p:blipFill>
          <a:blip r:embed="rId24"/>
          <a:stretch>
            <a:fillRect/>
          </a:stretch>
        </p:blipFill>
        <p:spPr>
          <a:xfrm>
            <a:off x="5433120" y="3943350"/>
            <a:ext cx="647700" cy="209550"/>
          </a:xfrm>
          <a:prstGeom prst="rect">
            <a:avLst/>
          </a:prstGeom>
        </p:spPr>
      </p:pic>
      <p:pic>
        <p:nvPicPr>
          <p:cNvPr id="28" name="SK-3-img-27" descr="preencoded.png"/>
          <p:cNvPicPr>
            <a:picLocks noChangeAspect="1"/>
          </p:cNvPicPr>
          <p:nvPr/>
        </p:nvPicPr>
        <p:blipFill>
          <a:blip r:embed="rId25"/>
          <a:stretch>
            <a:fillRect/>
          </a:stretch>
        </p:blipFill>
        <p:spPr>
          <a:xfrm>
            <a:off x="5128320" y="4572000"/>
            <a:ext cx="6492180" cy="1981200"/>
          </a:xfrm>
          <a:prstGeom prst="rect">
            <a:avLst/>
          </a:prstGeom>
        </p:spPr>
      </p:pic>
      <p:pic>
        <p:nvPicPr>
          <p:cNvPr id="29" name="SK-3-img-28" descr="preencoded.png"/>
          <p:cNvPicPr>
            <a:picLocks noChangeAspect="1"/>
          </p:cNvPicPr>
          <p:nvPr/>
        </p:nvPicPr>
        <p:blipFill>
          <a:blip r:embed="rId17"/>
          <a:stretch>
            <a:fillRect/>
          </a:stretch>
        </p:blipFill>
        <p:spPr>
          <a:xfrm>
            <a:off x="5318820" y="4724400"/>
            <a:ext cx="381000" cy="381000"/>
          </a:xfrm>
          <a:prstGeom prst="rect">
            <a:avLst/>
          </a:prstGeom>
        </p:spPr>
      </p:pic>
      <p:pic>
        <p:nvPicPr>
          <p:cNvPr id="30" name="SK-3-img-29" descr="preencoded.png"/>
          <p:cNvPicPr>
            <a:picLocks noChangeAspect="1"/>
          </p:cNvPicPr>
          <p:nvPr/>
        </p:nvPicPr>
        <p:blipFill>
          <a:blip r:embed="rId26"/>
          <a:stretch>
            <a:fillRect/>
          </a:stretch>
        </p:blipFill>
        <p:spPr>
          <a:xfrm>
            <a:off x="5390257" y="4819650"/>
            <a:ext cx="238125" cy="190500"/>
          </a:xfrm>
          <a:prstGeom prst="rect">
            <a:avLst/>
          </a:prstGeom>
        </p:spPr>
      </p:pic>
      <p:pic>
        <p:nvPicPr>
          <p:cNvPr id="31" name="SK-3-img-30" descr="preencoded.png"/>
          <p:cNvPicPr>
            <a:picLocks noChangeAspect="1"/>
          </p:cNvPicPr>
          <p:nvPr/>
        </p:nvPicPr>
        <p:blipFill>
          <a:blip r:embed="rId27"/>
          <a:stretch>
            <a:fillRect/>
          </a:stretch>
        </p:blipFill>
        <p:spPr>
          <a:xfrm>
            <a:off x="5318820" y="5257800"/>
            <a:ext cx="1935361" cy="904875"/>
          </a:xfrm>
          <a:prstGeom prst="rect">
            <a:avLst/>
          </a:prstGeom>
        </p:spPr>
      </p:pic>
      <p:pic>
        <p:nvPicPr>
          <p:cNvPr id="32" name="SK-3-img-31" descr="preencoded.png"/>
          <p:cNvPicPr>
            <a:picLocks noChangeAspect="1"/>
          </p:cNvPicPr>
          <p:nvPr/>
        </p:nvPicPr>
        <p:blipFill>
          <a:blip r:embed="rId28"/>
          <a:stretch>
            <a:fillRect/>
          </a:stretch>
        </p:blipFill>
        <p:spPr>
          <a:xfrm>
            <a:off x="6143625" y="5353050"/>
            <a:ext cx="285750" cy="228600"/>
          </a:xfrm>
          <a:prstGeom prst="rect">
            <a:avLst/>
          </a:prstGeom>
        </p:spPr>
      </p:pic>
      <p:pic>
        <p:nvPicPr>
          <p:cNvPr id="33" name="SK-3-img-32" descr="preencoded.png"/>
          <p:cNvPicPr>
            <a:picLocks noChangeAspect="1"/>
          </p:cNvPicPr>
          <p:nvPr/>
        </p:nvPicPr>
        <p:blipFill>
          <a:blip r:embed="rId29"/>
          <a:stretch>
            <a:fillRect/>
          </a:stretch>
        </p:blipFill>
        <p:spPr>
          <a:xfrm>
            <a:off x="7406580" y="5257800"/>
            <a:ext cx="1935510" cy="904875"/>
          </a:xfrm>
          <a:prstGeom prst="rect">
            <a:avLst/>
          </a:prstGeom>
        </p:spPr>
      </p:pic>
      <p:pic>
        <p:nvPicPr>
          <p:cNvPr id="34" name="SK-3-img-33" descr="preencoded.png"/>
          <p:cNvPicPr>
            <a:picLocks noChangeAspect="1"/>
          </p:cNvPicPr>
          <p:nvPr/>
        </p:nvPicPr>
        <p:blipFill>
          <a:blip r:embed="rId30"/>
          <a:stretch>
            <a:fillRect/>
          </a:stretch>
        </p:blipFill>
        <p:spPr>
          <a:xfrm>
            <a:off x="8231386" y="5353050"/>
            <a:ext cx="285750" cy="228600"/>
          </a:xfrm>
          <a:prstGeom prst="rect">
            <a:avLst/>
          </a:prstGeom>
        </p:spPr>
      </p:pic>
      <p:pic>
        <p:nvPicPr>
          <p:cNvPr id="35" name="SK-3-img-34" descr="preencoded.png"/>
          <p:cNvPicPr>
            <a:picLocks noChangeAspect="1"/>
          </p:cNvPicPr>
          <p:nvPr/>
        </p:nvPicPr>
        <p:blipFill>
          <a:blip r:embed="rId31"/>
          <a:stretch>
            <a:fillRect/>
          </a:stretch>
        </p:blipFill>
        <p:spPr>
          <a:xfrm>
            <a:off x="9494490" y="5257800"/>
            <a:ext cx="1935510" cy="904875"/>
          </a:xfrm>
          <a:prstGeom prst="rect">
            <a:avLst/>
          </a:prstGeom>
        </p:spPr>
      </p:pic>
      <p:pic>
        <p:nvPicPr>
          <p:cNvPr id="36" name="SK-3-img-35" descr="preencoded.png"/>
          <p:cNvPicPr>
            <a:picLocks noChangeAspect="1"/>
          </p:cNvPicPr>
          <p:nvPr/>
        </p:nvPicPr>
        <p:blipFill>
          <a:blip r:embed="rId32"/>
          <a:stretch>
            <a:fillRect/>
          </a:stretch>
        </p:blipFill>
        <p:spPr>
          <a:xfrm>
            <a:off x="10319296" y="5353050"/>
            <a:ext cx="285750" cy="228600"/>
          </a:xfrm>
          <a:prstGeom prst="rect">
            <a:avLst/>
          </a:prstGeom>
        </p:spPr>
      </p:pic>
      <p:sp>
        <p:nvSpPr>
          <p:cNvPr id="37" name="SK-3-text-36"/>
          <p:cNvSpPr/>
          <p:nvPr/>
        </p:nvSpPr>
        <p:spPr>
          <a:xfrm>
            <a:off x="647700" y="304800"/>
            <a:ext cx="3077222" cy="238125"/>
          </a:xfrm>
          <a:prstGeom prst="rect">
            <a:avLst/>
          </a:prstGeom>
          <a:noFill/>
          <a:ln/>
        </p:spPr>
        <p:txBody>
          <a:bodyPr vert="horz" wrap="square" lIns="0" tIns="0" rIns="0" bIns="0" rtlCol="0" anchor="ctr"/>
          <a:lstStyle/>
          <a:p>
            <a:pPr marL="0" indent="0">
              <a:lnSpc>
                <a:spcPts val="1575"/>
              </a:lnSpc>
              <a:buNone/>
            </a:pPr>
            <a:r>
              <a:rPr lang="en-US" sz="1050" kern="0" spc="120" dirty="0">
                <a:solidFill>
                  <a:srgbClr val="00F5FF"/>
                </a:solidFill>
              </a:rPr>
              <a:t>TECHNICAL MODULE 01</a:t>
            </a:r>
            <a:endParaRPr lang="en-US" sz="1050" dirty="0"/>
          </a:p>
        </p:txBody>
      </p:sp>
      <p:sp>
        <p:nvSpPr>
          <p:cNvPr id="38" name="SK-3-text-37"/>
          <p:cNvSpPr/>
          <p:nvPr/>
        </p:nvSpPr>
        <p:spPr>
          <a:xfrm>
            <a:off x="571500" y="619125"/>
            <a:ext cx="11049000" cy="485775"/>
          </a:xfrm>
          <a:prstGeom prst="rect">
            <a:avLst/>
          </a:prstGeom>
          <a:noFill/>
          <a:ln/>
        </p:spPr>
        <p:txBody>
          <a:bodyPr vert="horz" wrap="square" lIns="0" tIns="0" rIns="0" bIns="0" rtlCol="0" anchor="ctr"/>
          <a:lstStyle/>
          <a:p>
            <a:pPr marL="0" indent="0">
              <a:lnSpc>
                <a:spcPts val="3825"/>
              </a:lnSpc>
              <a:buNone/>
            </a:pPr>
            <a:r>
              <a:rPr lang="en-US" sz="2550" b="1" dirty="0">
                <a:solidFill>
                  <a:srgbClr val="7B61FF"/>
                </a:solidFill>
                <a:latin typeface="Noto Sans SC" pitchFamily="34" charset="0"/>
                <a:ea typeface="Noto Sans SC" pitchFamily="34" charset="-122"/>
                <a:cs typeface="Noto Sans SC" pitchFamily="34" charset="-120"/>
              </a:rPr>
              <a:t>#</a:t>
            </a:r>
            <a:r>
              <a:rPr lang="en-US" sz="2550" b="1" dirty="0">
                <a:solidFill>
                  <a:srgbClr val="FFFFFF"/>
                </a:solidFill>
                <a:latin typeface="Noto Sans SC" pitchFamily="34" charset="0"/>
                <a:ea typeface="Noto Sans SC" pitchFamily="34" charset="-122"/>
                <a:cs typeface="Noto Sans SC" pitchFamily="34" charset="-120"/>
              </a:rPr>
              <a:t>项目定位与总体简介</a:t>
            </a:r>
            <a:endParaRPr lang="en-US" sz="2550" dirty="0"/>
          </a:p>
        </p:txBody>
      </p:sp>
      <p:sp>
        <p:nvSpPr>
          <p:cNvPr id="39" name="SK-3-text-38"/>
          <p:cNvSpPr/>
          <p:nvPr/>
        </p:nvSpPr>
        <p:spPr>
          <a:xfrm>
            <a:off x="685800" y="1219200"/>
            <a:ext cx="11506200" cy="228600"/>
          </a:xfrm>
          <a:prstGeom prst="rect">
            <a:avLst/>
          </a:prstGeom>
          <a:noFill/>
          <a:ln/>
        </p:spPr>
        <p:txBody>
          <a:bodyPr vert="horz" wrap="square" lIns="0" tIns="0" rIns="0" bIns="0" rtlCol="0" anchor="ctr"/>
          <a:lstStyle/>
          <a:p>
            <a:pPr marL="0" indent="0">
              <a:lnSpc>
                <a:spcPts val="1800"/>
              </a:lnSpc>
              <a:buNone/>
            </a:pPr>
            <a:r>
              <a:rPr lang="en-US" sz="1200" dirty="0">
                <a:solidFill>
                  <a:srgbClr val="A0AEC0"/>
                </a:solidFill>
                <a:latin typeface="Noto Sans SC" pitchFamily="34" charset="0"/>
                <a:ea typeface="Noto Sans SC" pitchFamily="34" charset="-122"/>
                <a:cs typeface="Noto Sans SC" pitchFamily="34" charset="-120"/>
              </a:rPr>
              <a:t>以脑卒中医学教育为示范，融合RAG与多智能体技术，构建证据先行、过程可解释的个性化学习闭环</a:t>
            </a:r>
            <a:endParaRPr lang="en-US" sz="1200" dirty="0"/>
          </a:p>
        </p:txBody>
      </p:sp>
      <p:sp>
        <p:nvSpPr>
          <p:cNvPr id="40" name="SK-3-text-39"/>
          <p:cNvSpPr/>
          <p:nvPr/>
        </p:nvSpPr>
        <p:spPr>
          <a:xfrm>
            <a:off x="1257300" y="3929063"/>
            <a:ext cx="2619375" cy="314325"/>
          </a:xfrm>
          <a:prstGeom prst="rect">
            <a:avLst/>
          </a:prstGeom>
          <a:noFill/>
          <a:ln/>
        </p:spPr>
        <p:txBody>
          <a:bodyPr vert="horz" wrap="square" lIns="0" tIns="0" rIns="0" bIns="0" rtlCol="0" anchor="ctr"/>
          <a:lstStyle/>
          <a:p>
            <a:pPr marL="0" indent="0">
              <a:lnSpc>
                <a:spcPts val="2475"/>
              </a:lnSpc>
              <a:buNone/>
            </a:pPr>
            <a:r>
              <a:rPr lang="en-US" sz="1650" b="1" dirty="0">
                <a:solidFill>
                  <a:srgbClr val="FFFFFF"/>
                </a:solidFill>
                <a:latin typeface="Noto Sans SC" pitchFamily="34" charset="0"/>
                <a:ea typeface="Noto Sans SC" pitchFamily="34" charset="-122"/>
                <a:cs typeface="Noto Sans SC" pitchFamily="34" charset="-120"/>
              </a:rPr>
              <a:t>核心价值主张</a:t>
            </a:r>
            <a:endParaRPr lang="en-US" sz="1650" dirty="0"/>
          </a:p>
        </p:txBody>
      </p:sp>
      <p:sp>
        <p:nvSpPr>
          <p:cNvPr id="41" name="SK-3-text-40"/>
          <p:cNvSpPr/>
          <p:nvPr/>
        </p:nvSpPr>
        <p:spPr>
          <a:xfrm>
            <a:off x="876300" y="4524375"/>
            <a:ext cx="1764060" cy="214313"/>
          </a:xfrm>
          <a:prstGeom prst="rect">
            <a:avLst/>
          </a:prstGeom>
          <a:noFill/>
          <a:ln/>
        </p:spPr>
        <p:txBody>
          <a:bodyPr vert="horz" wrap="square" lIns="0" tIns="0" rIns="0" bIns="0" rtlCol="0" anchor="ctr"/>
          <a:lstStyle/>
          <a:p>
            <a:pPr marL="0" indent="0">
              <a:lnSpc>
                <a:spcPts val="1688"/>
              </a:lnSpc>
              <a:buNone/>
            </a:pPr>
            <a:r>
              <a:rPr lang="en-US" sz="1125" b="1" dirty="0">
                <a:solidFill>
                  <a:srgbClr val="00F5FF"/>
                </a:solidFill>
                <a:latin typeface="Noto Sans SC" pitchFamily="34" charset="0"/>
                <a:ea typeface="Noto Sans SC" pitchFamily="34" charset="-122"/>
                <a:cs typeface="Noto Sans SC" pitchFamily="34" charset="-120"/>
              </a:rPr>
              <a:t>证据先行</a:t>
            </a:r>
            <a:endParaRPr lang="en-US" sz="1125" dirty="0"/>
          </a:p>
        </p:txBody>
      </p:sp>
      <p:sp>
        <p:nvSpPr>
          <p:cNvPr id="42" name="SK-3-text-41"/>
          <p:cNvSpPr/>
          <p:nvPr/>
        </p:nvSpPr>
        <p:spPr>
          <a:xfrm>
            <a:off x="876300" y="4767263"/>
            <a:ext cx="1687860" cy="346472"/>
          </a:xfrm>
          <a:prstGeom prst="rect">
            <a:avLst/>
          </a:prstGeom>
          <a:noFill/>
          <a:ln/>
        </p:spPr>
        <p:txBody>
          <a:bodyPr vert="horz" wrap="square" lIns="0" tIns="0" rIns="0" bIns="0" rtlCol="0" anchor="ctr"/>
          <a:lstStyle/>
          <a:p>
            <a:pPr marL="0" indent="0">
              <a:lnSpc>
                <a:spcPts val="1365"/>
              </a:lnSpc>
              <a:buNone/>
            </a:pPr>
            <a:r>
              <a:rPr lang="en-US" sz="975" dirty="0">
                <a:solidFill>
                  <a:srgbClr val="A0AEC0"/>
                </a:solidFill>
                <a:latin typeface="Noto Sans SC" pitchFamily="34" charset="0"/>
                <a:ea typeface="Noto Sans SC" pitchFamily="34" charset="-122"/>
                <a:cs typeface="Noto Sans SC" pitchFamily="34" charset="-120"/>
              </a:rPr>
              <a:t>打破知识幻觉，生成内容必须依赖权威医学库检索。</a:t>
            </a:r>
            <a:endParaRPr lang="en-US" sz="975" dirty="0"/>
          </a:p>
        </p:txBody>
      </p:sp>
      <p:sp>
        <p:nvSpPr>
          <p:cNvPr id="43" name="SK-3-text-42"/>
          <p:cNvSpPr/>
          <p:nvPr/>
        </p:nvSpPr>
        <p:spPr>
          <a:xfrm>
            <a:off x="2907060" y="4524375"/>
            <a:ext cx="1764060" cy="214313"/>
          </a:xfrm>
          <a:prstGeom prst="rect">
            <a:avLst/>
          </a:prstGeom>
          <a:noFill/>
          <a:ln/>
        </p:spPr>
        <p:txBody>
          <a:bodyPr vert="horz" wrap="square" lIns="0" tIns="0" rIns="0" bIns="0" rtlCol="0" anchor="ctr"/>
          <a:lstStyle/>
          <a:p>
            <a:pPr marL="0" indent="0">
              <a:lnSpc>
                <a:spcPts val="1688"/>
              </a:lnSpc>
              <a:buNone/>
            </a:pPr>
            <a:r>
              <a:rPr lang="en-US" sz="1125" b="1" dirty="0">
                <a:solidFill>
                  <a:srgbClr val="00F5FF"/>
                </a:solidFill>
                <a:latin typeface="Noto Sans SC" pitchFamily="34" charset="0"/>
                <a:ea typeface="Noto Sans SC" pitchFamily="34" charset="-122"/>
                <a:cs typeface="Noto Sans SC" pitchFamily="34" charset="-120"/>
              </a:rPr>
              <a:t>过程可解释</a:t>
            </a:r>
            <a:endParaRPr lang="en-US" sz="1125" dirty="0"/>
          </a:p>
        </p:txBody>
      </p:sp>
      <p:sp>
        <p:nvSpPr>
          <p:cNvPr id="44" name="SK-3-text-43"/>
          <p:cNvSpPr/>
          <p:nvPr/>
        </p:nvSpPr>
        <p:spPr>
          <a:xfrm>
            <a:off x="2907060" y="4767263"/>
            <a:ext cx="1687860" cy="346472"/>
          </a:xfrm>
          <a:prstGeom prst="rect">
            <a:avLst/>
          </a:prstGeom>
          <a:noFill/>
          <a:ln/>
        </p:spPr>
        <p:txBody>
          <a:bodyPr vert="horz" wrap="square" lIns="0" tIns="0" rIns="0" bIns="0" rtlCol="0" anchor="ctr"/>
          <a:lstStyle/>
          <a:p>
            <a:pPr marL="0" indent="0">
              <a:lnSpc>
                <a:spcPts val="1365"/>
              </a:lnSpc>
              <a:buNone/>
            </a:pPr>
            <a:r>
              <a:rPr lang="en-US" sz="975" dirty="0">
                <a:solidFill>
                  <a:srgbClr val="A0AEC0"/>
                </a:solidFill>
                <a:latin typeface="Noto Sans SC" pitchFamily="34" charset="0"/>
                <a:ea typeface="Noto Sans SC" pitchFamily="34" charset="-122"/>
                <a:cs typeface="Noto Sans SC" pitchFamily="34" charset="-120"/>
              </a:rPr>
              <a:t>实时展示推理思考步骤，培养学生批判性思维。</a:t>
            </a:r>
            <a:endParaRPr lang="en-US" sz="975" dirty="0"/>
          </a:p>
        </p:txBody>
      </p:sp>
      <p:sp>
        <p:nvSpPr>
          <p:cNvPr id="45" name="SK-3-text-44"/>
          <p:cNvSpPr/>
          <p:nvPr/>
        </p:nvSpPr>
        <p:spPr>
          <a:xfrm>
            <a:off x="876300" y="5399484"/>
            <a:ext cx="1764060" cy="214313"/>
          </a:xfrm>
          <a:prstGeom prst="rect">
            <a:avLst/>
          </a:prstGeom>
          <a:noFill/>
          <a:ln/>
        </p:spPr>
        <p:txBody>
          <a:bodyPr vert="horz" wrap="square" lIns="0" tIns="0" rIns="0" bIns="0" rtlCol="0" anchor="ctr"/>
          <a:lstStyle/>
          <a:p>
            <a:pPr marL="0" indent="0">
              <a:lnSpc>
                <a:spcPts val="1688"/>
              </a:lnSpc>
              <a:buNone/>
            </a:pPr>
            <a:r>
              <a:rPr lang="en-US" sz="1125" b="1" dirty="0">
                <a:solidFill>
                  <a:srgbClr val="00F5FF"/>
                </a:solidFill>
                <a:latin typeface="Noto Sans SC" pitchFamily="34" charset="0"/>
                <a:ea typeface="Noto Sans SC" pitchFamily="34" charset="-122"/>
                <a:cs typeface="Noto Sans SC" pitchFamily="34" charset="-120"/>
              </a:rPr>
              <a:t>结果可验证</a:t>
            </a:r>
            <a:endParaRPr lang="en-US" sz="1125" dirty="0"/>
          </a:p>
        </p:txBody>
      </p:sp>
      <p:sp>
        <p:nvSpPr>
          <p:cNvPr id="46" name="SK-3-text-45"/>
          <p:cNvSpPr/>
          <p:nvPr/>
        </p:nvSpPr>
        <p:spPr>
          <a:xfrm>
            <a:off x="876300" y="5642372"/>
            <a:ext cx="1687860" cy="346472"/>
          </a:xfrm>
          <a:prstGeom prst="rect">
            <a:avLst/>
          </a:prstGeom>
          <a:noFill/>
          <a:ln/>
        </p:spPr>
        <p:txBody>
          <a:bodyPr vert="horz" wrap="square" lIns="0" tIns="0" rIns="0" bIns="0" rtlCol="0" anchor="ctr"/>
          <a:lstStyle/>
          <a:p>
            <a:pPr marL="0" indent="0">
              <a:lnSpc>
                <a:spcPts val="1365"/>
              </a:lnSpc>
              <a:buNone/>
            </a:pPr>
            <a:r>
              <a:rPr lang="en-US" sz="975" dirty="0">
                <a:solidFill>
                  <a:srgbClr val="A0AEC0"/>
                </a:solidFill>
                <a:latin typeface="Noto Sans SC" pitchFamily="34" charset="0"/>
                <a:ea typeface="Noto Sans SC" pitchFamily="34" charset="-122"/>
                <a:cs typeface="Noto Sans SC" pitchFamily="34" charset="-120"/>
              </a:rPr>
              <a:t>所有知识点附带文献溯源及页码，支持精准查证。</a:t>
            </a:r>
            <a:endParaRPr lang="en-US" sz="975" dirty="0"/>
          </a:p>
        </p:txBody>
      </p:sp>
      <p:sp>
        <p:nvSpPr>
          <p:cNvPr id="47" name="SK-3-text-46"/>
          <p:cNvSpPr/>
          <p:nvPr/>
        </p:nvSpPr>
        <p:spPr>
          <a:xfrm>
            <a:off x="2907060" y="5399484"/>
            <a:ext cx="1764060" cy="214313"/>
          </a:xfrm>
          <a:prstGeom prst="rect">
            <a:avLst/>
          </a:prstGeom>
          <a:noFill/>
          <a:ln/>
        </p:spPr>
        <p:txBody>
          <a:bodyPr vert="horz" wrap="square" lIns="0" tIns="0" rIns="0" bIns="0" rtlCol="0" anchor="ctr"/>
          <a:lstStyle/>
          <a:p>
            <a:pPr marL="0" indent="0">
              <a:lnSpc>
                <a:spcPts val="1688"/>
              </a:lnSpc>
              <a:buNone/>
            </a:pPr>
            <a:r>
              <a:rPr lang="en-US" sz="1125" b="1" dirty="0">
                <a:solidFill>
                  <a:srgbClr val="00F5FF"/>
                </a:solidFill>
                <a:latin typeface="Noto Sans SC" pitchFamily="34" charset="0"/>
                <a:ea typeface="Noto Sans SC" pitchFamily="34" charset="-122"/>
                <a:cs typeface="Noto Sans SC" pitchFamily="34" charset="-120"/>
              </a:rPr>
              <a:t>质量可管控</a:t>
            </a:r>
            <a:endParaRPr lang="en-US" sz="1125" dirty="0"/>
          </a:p>
        </p:txBody>
      </p:sp>
      <p:sp>
        <p:nvSpPr>
          <p:cNvPr id="48" name="SK-3-text-47"/>
          <p:cNvSpPr/>
          <p:nvPr/>
        </p:nvSpPr>
        <p:spPr>
          <a:xfrm>
            <a:off x="2907060" y="5642372"/>
            <a:ext cx="1687860" cy="346472"/>
          </a:xfrm>
          <a:prstGeom prst="rect">
            <a:avLst/>
          </a:prstGeom>
          <a:noFill/>
          <a:ln/>
        </p:spPr>
        <p:txBody>
          <a:bodyPr vert="horz" wrap="square" lIns="0" tIns="0" rIns="0" bIns="0" rtlCol="0" anchor="ctr"/>
          <a:lstStyle/>
          <a:p>
            <a:pPr marL="0" indent="0">
              <a:lnSpc>
                <a:spcPts val="1365"/>
              </a:lnSpc>
              <a:buNone/>
            </a:pPr>
            <a:r>
              <a:rPr lang="en-US" sz="975" dirty="0">
                <a:solidFill>
                  <a:srgbClr val="A0AEC0"/>
                </a:solidFill>
                <a:latin typeface="Noto Sans SC" pitchFamily="34" charset="0"/>
                <a:ea typeface="Noto Sans SC" pitchFamily="34" charset="-122"/>
                <a:cs typeface="Noto Sans SC" pitchFamily="34" charset="-120"/>
              </a:rPr>
              <a:t>多智能体辩论与仲裁，确保医学专业性与有效性。</a:t>
            </a:r>
            <a:endParaRPr lang="en-US" sz="975" dirty="0"/>
          </a:p>
        </p:txBody>
      </p:sp>
      <p:sp>
        <p:nvSpPr>
          <p:cNvPr id="49" name="SK-3-text-48"/>
          <p:cNvSpPr/>
          <p:nvPr/>
        </p:nvSpPr>
        <p:spPr>
          <a:xfrm>
            <a:off x="5814120" y="1785938"/>
            <a:ext cx="2619375" cy="314325"/>
          </a:xfrm>
          <a:prstGeom prst="rect">
            <a:avLst/>
          </a:prstGeom>
          <a:noFill/>
          <a:ln/>
        </p:spPr>
        <p:txBody>
          <a:bodyPr vert="horz" wrap="square" lIns="0" tIns="0" rIns="0" bIns="0" rtlCol="0" anchor="ctr"/>
          <a:lstStyle/>
          <a:p>
            <a:pPr marL="0" indent="0">
              <a:lnSpc>
                <a:spcPts val="2475"/>
              </a:lnSpc>
              <a:buNone/>
            </a:pPr>
            <a:r>
              <a:rPr lang="en-US" sz="1650" b="1" dirty="0">
                <a:solidFill>
                  <a:srgbClr val="FFFFFF"/>
                </a:solidFill>
                <a:latin typeface="Noto Sans SC" pitchFamily="34" charset="0"/>
                <a:ea typeface="Noto Sans SC" pitchFamily="34" charset="-122"/>
                <a:cs typeface="Noto Sans SC" pitchFamily="34" charset="-120"/>
              </a:rPr>
              <a:t>核心技术融合</a:t>
            </a:r>
            <a:endParaRPr lang="en-US" sz="1650" dirty="0"/>
          </a:p>
        </p:txBody>
      </p:sp>
      <p:sp>
        <p:nvSpPr>
          <p:cNvPr id="50" name="SK-3-text-49"/>
          <p:cNvSpPr/>
          <p:nvPr/>
        </p:nvSpPr>
        <p:spPr>
          <a:xfrm>
            <a:off x="5490270" y="2343150"/>
            <a:ext cx="994348" cy="209550"/>
          </a:xfrm>
          <a:prstGeom prst="rect">
            <a:avLst/>
          </a:prstGeom>
          <a:noFill/>
          <a:ln/>
        </p:spPr>
        <p:txBody>
          <a:bodyPr vert="horz" wrap="none" lIns="0" tIns="0" rIns="0" bIns="0" rtlCol="0" anchor="ctr"/>
          <a:lstStyle/>
          <a:p>
            <a:pPr marL="0" indent="0">
              <a:lnSpc>
                <a:spcPts val="1350"/>
              </a:lnSpc>
              <a:buNone/>
            </a:pPr>
            <a:r>
              <a:rPr lang="en-US" sz="900" dirty="0">
                <a:solidFill>
                  <a:srgbClr val="7B61FF"/>
                </a:solidFill>
              </a:rPr>
              <a:t>RAG 2.0</a:t>
            </a:r>
            <a:endParaRPr lang="en-US" sz="900" dirty="0"/>
          </a:p>
        </p:txBody>
      </p:sp>
      <p:sp>
        <p:nvSpPr>
          <p:cNvPr id="51" name="SK-3-text-50"/>
          <p:cNvSpPr/>
          <p:nvPr/>
        </p:nvSpPr>
        <p:spPr>
          <a:xfrm>
            <a:off x="6128445" y="2343150"/>
            <a:ext cx="6063555" cy="200025"/>
          </a:xfrm>
          <a:prstGeom prst="rect">
            <a:avLst/>
          </a:prstGeom>
          <a:noFill/>
          <a:ln/>
        </p:spPr>
        <p:txBody>
          <a:bodyPr vert="horz" wrap="square" lIns="0" tIns="0" rIns="0" bIns="0" rtlCol="0" anchor="ctr"/>
          <a:lstStyle/>
          <a:p>
            <a:pPr marL="0" indent="0">
              <a:lnSpc>
                <a:spcPts val="1575"/>
              </a:lnSpc>
              <a:buNone/>
            </a:pPr>
            <a:r>
              <a:rPr lang="en-US" sz="1125" dirty="0">
                <a:solidFill>
                  <a:srgbClr val="A0AEC0"/>
                </a:solidFill>
                <a:latin typeface="Noto Sans SC" pitchFamily="34" charset="0"/>
                <a:ea typeface="Noto Sans SC" pitchFamily="34" charset="-122"/>
                <a:cs typeface="Noto Sans SC" pitchFamily="34" charset="-120"/>
              </a:rPr>
              <a:t>混合检索 (BM25 + ChromaDB) + gte-rerank 重排 + QA 自动衍生引擎</a:t>
            </a:r>
            <a:endParaRPr lang="en-US" sz="1125" dirty="0"/>
          </a:p>
        </p:txBody>
      </p:sp>
      <p:sp>
        <p:nvSpPr>
          <p:cNvPr id="52" name="SK-3-text-51"/>
          <p:cNvSpPr/>
          <p:nvPr/>
        </p:nvSpPr>
        <p:spPr>
          <a:xfrm>
            <a:off x="5490270" y="2743200"/>
            <a:ext cx="1381532" cy="209550"/>
          </a:xfrm>
          <a:prstGeom prst="rect">
            <a:avLst/>
          </a:prstGeom>
          <a:noFill/>
          <a:ln/>
        </p:spPr>
        <p:txBody>
          <a:bodyPr vert="horz" wrap="none" lIns="0" tIns="0" rIns="0" bIns="0" rtlCol="0" anchor="ctr"/>
          <a:lstStyle/>
          <a:p>
            <a:pPr marL="0" indent="0">
              <a:lnSpc>
                <a:spcPts val="1350"/>
              </a:lnSpc>
              <a:buNone/>
            </a:pPr>
            <a:r>
              <a:rPr lang="en-US" sz="900" dirty="0">
                <a:solidFill>
                  <a:srgbClr val="7B61FF"/>
                </a:solidFill>
              </a:rPr>
              <a:t>Multi-Agent</a:t>
            </a:r>
            <a:endParaRPr lang="en-US" sz="900" dirty="0"/>
          </a:p>
        </p:txBody>
      </p:sp>
      <p:sp>
        <p:nvSpPr>
          <p:cNvPr id="53" name="SK-3-text-52"/>
          <p:cNvSpPr/>
          <p:nvPr/>
        </p:nvSpPr>
        <p:spPr>
          <a:xfrm>
            <a:off x="6395145" y="2743200"/>
            <a:ext cx="5796855" cy="200025"/>
          </a:xfrm>
          <a:prstGeom prst="rect">
            <a:avLst/>
          </a:prstGeom>
          <a:noFill/>
          <a:ln/>
        </p:spPr>
        <p:txBody>
          <a:bodyPr vert="horz" wrap="square" lIns="0" tIns="0" rIns="0" bIns="0" rtlCol="0" anchor="ctr"/>
          <a:lstStyle/>
          <a:p>
            <a:pPr marL="0" indent="0">
              <a:lnSpc>
                <a:spcPts val="1575"/>
              </a:lnSpc>
              <a:buNone/>
            </a:pPr>
            <a:r>
              <a:rPr lang="en-US" sz="1125" dirty="0">
                <a:solidFill>
                  <a:srgbClr val="A0AEC0"/>
                </a:solidFill>
                <a:latin typeface="Noto Sans SC" pitchFamily="34" charset="0"/>
                <a:ea typeface="Noto Sans SC" pitchFamily="34" charset="-122"/>
                <a:cs typeface="Noto Sans SC" pitchFamily="34" charset="-120"/>
              </a:rPr>
              <a:t>基于 LangGraph 编排 8 个专业智能体，实现意图分流与自愈式反思</a:t>
            </a:r>
            <a:endParaRPr lang="en-US" sz="1125" dirty="0"/>
          </a:p>
        </p:txBody>
      </p:sp>
      <p:sp>
        <p:nvSpPr>
          <p:cNvPr id="54" name="SK-3-text-53"/>
          <p:cNvSpPr/>
          <p:nvPr/>
        </p:nvSpPr>
        <p:spPr>
          <a:xfrm>
            <a:off x="5490270" y="3143250"/>
            <a:ext cx="1922585" cy="209550"/>
          </a:xfrm>
          <a:prstGeom prst="rect">
            <a:avLst/>
          </a:prstGeom>
          <a:noFill/>
          <a:ln/>
        </p:spPr>
        <p:txBody>
          <a:bodyPr vert="horz" wrap="none" lIns="0" tIns="0" rIns="0" bIns="0" rtlCol="0" anchor="ctr"/>
          <a:lstStyle/>
          <a:p>
            <a:pPr marL="0" indent="0">
              <a:lnSpc>
                <a:spcPts val="1350"/>
              </a:lnSpc>
              <a:buNone/>
            </a:pPr>
            <a:r>
              <a:rPr lang="en-US" sz="900" dirty="0">
                <a:solidFill>
                  <a:srgbClr val="7B61FF"/>
                </a:solidFill>
              </a:rPr>
              <a:t>Dynamic Profile</a:t>
            </a:r>
            <a:endParaRPr lang="en-US" sz="900" dirty="0"/>
          </a:p>
        </p:txBody>
      </p:sp>
      <p:sp>
        <p:nvSpPr>
          <p:cNvPr id="55" name="SK-3-text-54"/>
          <p:cNvSpPr/>
          <p:nvPr/>
        </p:nvSpPr>
        <p:spPr>
          <a:xfrm>
            <a:off x="6661845" y="3143250"/>
            <a:ext cx="5530155" cy="200025"/>
          </a:xfrm>
          <a:prstGeom prst="rect">
            <a:avLst/>
          </a:prstGeom>
          <a:noFill/>
          <a:ln/>
        </p:spPr>
        <p:txBody>
          <a:bodyPr vert="horz" wrap="square" lIns="0" tIns="0" rIns="0" bIns="0" rtlCol="0" anchor="ctr"/>
          <a:lstStyle/>
          <a:p>
            <a:pPr marL="0" indent="0">
              <a:lnSpc>
                <a:spcPts val="1575"/>
              </a:lnSpc>
              <a:buNone/>
            </a:pPr>
            <a:r>
              <a:rPr lang="en-US" sz="1125" dirty="0">
                <a:solidFill>
                  <a:srgbClr val="A0AEC0"/>
                </a:solidFill>
                <a:latin typeface="Noto Sans SC" pitchFamily="34" charset="0"/>
                <a:ea typeface="Noto Sans SC" pitchFamily="34" charset="-122"/>
                <a:cs typeface="Noto Sans SC" pitchFamily="34" charset="-120"/>
              </a:rPr>
              <a:t>8 维度动态画像（知识、风格、目标、易错点等），随学随新</a:t>
            </a:r>
            <a:endParaRPr lang="en-US" sz="1125" dirty="0"/>
          </a:p>
        </p:txBody>
      </p:sp>
      <p:sp>
        <p:nvSpPr>
          <p:cNvPr id="56" name="SK-3-text-55"/>
          <p:cNvSpPr/>
          <p:nvPr/>
        </p:nvSpPr>
        <p:spPr>
          <a:xfrm>
            <a:off x="5490270" y="3543300"/>
            <a:ext cx="1247078" cy="209550"/>
          </a:xfrm>
          <a:prstGeom prst="rect">
            <a:avLst/>
          </a:prstGeom>
          <a:noFill/>
          <a:ln/>
        </p:spPr>
        <p:txBody>
          <a:bodyPr vert="horz" wrap="none" lIns="0" tIns="0" rIns="0" bIns="0" rtlCol="0" anchor="ctr"/>
          <a:lstStyle/>
          <a:p>
            <a:pPr marL="0" indent="0">
              <a:lnSpc>
                <a:spcPts val="1350"/>
              </a:lnSpc>
              <a:buNone/>
            </a:pPr>
            <a:r>
              <a:rPr lang="en-US" sz="900" dirty="0">
                <a:solidFill>
                  <a:srgbClr val="7B61FF"/>
                </a:solidFill>
              </a:rPr>
              <a:t>Multimodal</a:t>
            </a:r>
            <a:endParaRPr lang="en-US" sz="900" dirty="0"/>
          </a:p>
        </p:txBody>
      </p:sp>
      <p:sp>
        <p:nvSpPr>
          <p:cNvPr id="57" name="SK-3-text-56"/>
          <p:cNvSpPr/>
          <p:nvPr/>
        </p:nvSpPr>
        <p:spPr>
          <a:xfrm>
            <a:off x="6328470" y="3543300"/>
            <a:ext cx="5863530" cy="200025"/>
          </a:xfrm>
          <a:prstGeom prst="rect">
            <a:avLst/>
          </a:prstGeom>
          <a:noFill/>
          <a:ln/>
        </p:spPr>
        <p:txBody>
          <a:bodyPr vert="horz" wrap="square" lIns="0" tIns="0" rIns="0" bIns="0" rtlCol="0" anchor="ctr"/>
          <a:lstStyle/>
          <a:p>
            <a:pPr marL="0" indent="0">
              <a:lnSpc>
                <a:spcPts val="1575"/>
              </a:lnSpc>
              <a:buNone/>
            </a:pPr>
            <a:r>
              <a:rPr lang="en-US" sz="1125" dirty="0">
                <a:solidFill>
                  <a:srgbClr val="A0AEC0"/>
                </a:solidFill>
                <a:latin typeface="Noto Sans SC" pitchFamily="34" charset="0"/>
                <a:ea typeface="Noto Sans SC" pitchFamily="34" charset="-122"/>
                <a:cs typeface="Noto Sans SC" pitchFamily="34" charset="-120"/>
              </a:rPr>
              <a:t>qwen-vl-max 深度分析医学影像（CT、检验报告）及 ASPECTS 评分</a:t>
            </a:r>
            <a:endParaRPr lang="en-US" sz="1125" dirty="0"/>
          </a:p>
        </p:txBody>
      </p:sp>
      <p:sp>
        <p:nvSpPr>
          <p:cNvPr id="58" name="SK-3-text-57"/>
          <p:cNvSpPr/>
          <p:nvPr/>
        </p:nvSpPr>
        <p:spPr>
          <a:xfrm>
            <a:off x="5490270" y="3943350"/>
            <a:ext cx="979842" cy="209550"/>
          </a:xfrm>
          <a:prstGeom prst="rect">
            <a:avLst/>
          </a:prstGeom>
          <a:noFill/>
          <a:ln/>
        </p:spPr>
        <p:txBody>
          <a:bodyPr vert="horz" wrap="none" lIns="0" tIns="0" rIns="0" bIns="0" rtlCol="0" anchor="ctr"/>
          <a:lstStyle/>
          <a:p>
            <a:pPr marL="0" indent="0">
              <a:lnSpc>
                <a:spcPts val="1350"/>
              </a:lnSpc>
              <a:buNone/>
            </a:pPr>
            <a:r>
              <a:rPr lang="en-US" sz="900" dirty="0">
                <a:solidFill>
                  <a:srgbClr val="7B61FF"/>
                </a:solidFill>
              </a:rPr>
              <a:t>Evidence</a:t>
            </a:r>
            <a:endParaRPr lang="en-US" sz="900" dirty="0"/>
          </a:p>
        </p:txBody>
      </p:sp>
      <p:sp>
        <p:nvSpPr>
          <p:cNvPr id="59" name="SK-3-text-58"/>
          <p:cNvSpPr/>
          <p:nvPr/>
        </p:nvSpPr>
        <p:spPr>
          <a:xfrm>
            <a:off x="6195120" y="3943350"/>
            <a:ext cx="5996880" cy="200025"/>
          </a:xfrm>
          <a:prstGeom prst="rect">
            <a:avLst/>
          </a:prstGeom>
          <a:noFill/>
          <a:ln/>
        </p:spPr>
        <p:txBody>
          <a:bodyPr vert="horz" wrap="square" lIns="0" tIns="0" rIns="0" bIns="0" rtlCol="0" anchor="ctr"/>
          <a:lstStyle/>
          <a:p>
            <a:pPr marL="0" indent="0">
              <a:lnSpc>
                <a:spcPts val="1575"/>
              </a:lnSpc>
              <a:buNone/>
            </a:pPr>
            <a:r>
              <a:rPr lang="en-US" sz="1125" dirty="0">
                <a:solidFill>
                  <a:srgbClr val="A0AEC0"/>
                </a:solidFill>
                <a:latin typeface="Noto Sans SC" pitchFamily="34" charset="0"/>
                <a:ea typeface="Noto Sans SC" pitchFamily="34" charset="-122"/>
                <a:cs typeface="Noto Sans SC" pitchFamily="34" charset="-120"/>
              </a:rPr>
              <a:t>PubMed 国际文献检索，支持 8 级证据等级排序与权威指南溯源</a:t>
            </a:r>
            <a:endParaRPr lang="en-US" sz="1125" dirty="0"/>
          </a:p>
        </p:txBody>
      </p:sp>
      <p:sp>
        <p:nvSpPr>
          <p:cNvPr id="60" name="SK-3-text-59"/>
          <p:cNvSpPr/>
          <p:nvPr/>
        </p:nvSpPr>
        <p:spPr>
          <a:xfrm>
            <a:off x="5814120" y="4757738"/>
            <a:ext cx="2619375" cy="314325"/>
          </a:xfrm>
          <a:prstGeom prst="rect">
            <a:avLst/>
          </a:prstGeom>
          <a:noFill/>
          <a:ln/>
        </p:spPr>
        <p:txBody>
          <a:bodyPr vert="horz" wrap="square" lIns="0" tIns="0" rIns="0" bIns="0" rtlCol="0" anchor="ctr"/>
          <a:lstStyle/>
          <a:p>
            <a:pPr marL="0" indent="0">
              <a:lnSpc>
                <a:spcPts val="2475"/>
              </a:lnSpc>
              <a:buNone/>
            </a:pPr>
            <a:r>
              <a:rPr lang="en-US" sz="1650" b="1" dirty="0">
                <a:solidFill>
                  <a:srgbClr val="FFFFFF"/>
                </a:solidFill>
                <a:latin typeface="Noto Sans SC" pitchFamily="34" charset="0"/>
                <a:ea typeface="Noto Sans SC" pitchFamily="34" charset="-122"/>
                <a:cs typeface="Noto Sans SC" pitchFamily="34" charset="-120"/>
              </a:rPr>
              <a:t>目标用户群体</a:t>
            </a:r>
            <a:endParaRPr lang="en-US" sz="1650" dirty="0"/>
          </a:p>
        </p:txBody>
      </p:sp>
      <p:sp>
        <p:nvSpPr>
          <p:cNvPr id="61" name="SK-3-text-60"/>
          <p:cNvSpPr/>
          <p:nvPr/>
        </p:nvSpPr>
        <p:spPr>
          <a:xfrm>
            <a:off x="5395020" y="5638800"/>
            <a:ext cx="1782961" cy="228600"/>
          </a:xfrm>
          <a:prstGeom prst="rect">
            <a:avLst/>
          </a:prstGeom>
          <a:noFill/>
          <a:ln/>
        </p:spPr>
        <p:txBody>
          <a:bodyPr vert="horz" wrap="square" lIns="0" tIns="0" rIns="0" bIns="0" rtlCol="0" anchor="ctr"/>
          <a:lstStyle/>
          <a:p>
            <a:pPr marL="0" indent="0" algn="ctr">
              <a:lnSpc>
                <a:spcPts val="1800"/>
              </a:lnSpc>
              <a:buNone/>
            </a:pPr>
            <a:r>
              <a:rPr lang="en-US" sz="1200" b="1" dirty="0">
                <a:solidFill>
                  <a:srgbClr val="FFFFFF"/>
                </a:solidFill>
                <a:latin typeface="Noto Sans SC" pitchFamily="34" charset="0"/>
                <a:ea typeface="Noto Sans SC" pitchFamily="34" charset="-122"/>
                <a:cs typeface="Noto Sans SC" pitchFamily="34" charset="-120"/>
              </a:rPr>
              <a:t>高校学生</a:t>
            </a:r>
            <a:endParaRPr lang="en-US" sz="1200" dirty="0"/>
          </a:p>
        </p:txBody>
      </p:sp>
      <p:sp>
        <p:nvSpPr>
          <p:cNvPr id="62" name="SK-3-text-61"/>
          <p:cNvSpPr/>
          <p:nvPr/>
        </p:nvSpPr>
        <p:spPr>
          <a:xfrm>
            <a:off x="5395020" y="5895975"/>
            <a:ext cx="1782961" cy="171450"/>
          </a:xfrm>
          <a:prstGeom prst="rect">
            <a:avLst/>
          </a:prstGeom>
          <a:noFill/>
          <a:ln/>
        </p:spPr>
        <p:txBody>
          <a:bodyPr vert="horz" wrap="square" lIns="0" tIns="0" rIns="0" bIns="0" rtlCol="0" anchor="ctr"/>
          <a:lstStyle/>
          <a:p>
            <a:pPr marL="0" indent="0" algn="ctr">
              <a:lnSpc>
                <a:spcPts val="1350"/>
              </a:lnSpc>
              <a:buNone/>
            </a:pPr>
            <a:r>
              <a:rPr lang="en-US" sz="900" dirty="0">
                <a:solidFill>
                  <a:srgbClr val="718096"/>
                </a:solidFill>
                <a:latin typeface="Noto Sans SC" pitchFamily="34" charset="0"/>
                <a:ea typeface="Noto Sans SC" pitchFamily="34" charset="-122"/>
                <a:cs typeface="Noto Sans SC" pitchFamily="34" charset="-120"/>
              </a:rPr>
              <a:t>千人千面学习体验</a:t>
            </a:r>
            <a:endParaRPr lang="en-US" sz="900" dirty="0"/>
          </a:p>
        </p:txBody>
      </p:sp>
      <p:sp>
        <p:nvSpPr>
          <p:cNvPr id="63" name="SK-3-text-62"/>
          <p:cNvSpPr/>
          <p:nvPr/>
        </p:nvSpPr>
        <p:spPr>
          <a:xfrm>
            <a:off x="7482780" y="5638800"/>
            <a:ext cx="1783110" cy="228600"/>
          </a:xfrm>
          <a:prstGeom prst="rect">
            <a:avLst/>
          </a:prstGeom>
          <a:noFill/>
          <a:ln/>
        </p:spPr>
        <p:txBody>
          <a:bodyPr vert="horz" wrap="square" lIns="0" tIns="0" rIns="0" bIns="0" rtlCol="0" anchor="ctr"/>
          <a:lstStyle/>
          <a:p>
            <a:pPr marL="0" indent="0" algn="ctr">
              <a:lnSpc>
                <a:spcPts val="1800"/>
              </a:lnSpc>
              <a:buNone/>
            </a:pPr>
            <a:r>
              <a:rPr lang="en-US" sz="1200" b="1" dirty="0">
                <a:solidFill>
                  <a:srgbClr val="FFFFFF"/>
                </a:solidFill>
                <a:latin typeface="Noto Sans SC" pitchFamily="34" charset="0"/>
                <a:ea typeface="Noto Sans SC" pitchFamily="34" charset="-122"/>
                <a:cs typeface="Noto Sans SC" pitchFamily="34" charset="-120"/>
              </a:rPr>
              <a:t>高校教师</a:t>
            </a:r>
            <a:endParaRPr lang="en-US" sz="1200" dirty="0"/>
          </a:p>
        </p:txBody>
      </p:sp>
      <p:sp>
        <p:nvSpPr>
          <p:cNvPr id="64" name="SK-3-text-63"/>
          <p:cNvSpPr/>
          <p:nvPr/>
        </p:nvSpPr>
        <p:spPr>
          <a:xfrm>
            <a:off x="7482780" y="5895975"/>
            <a:ext cx="1783110" cy="171450"/>
          </a:xfrm>
          <a:prstGeom prst="rect">
            <a:avLst/>
          </a:prstGeom>
          <a:noFill/>
          <a:ln/>
        </p:spPr>
        <p:txBody>
          <a:bodyPr vert="horz" wrap="square" lIns="0" tIns="0" rIns="0" bIns="0" rtlCol="0" anchor="ctr"/>
          <a:lstStyle/>
          <a:p>
            <a:pPr marL="0" indent="0" algn="ctr">
              <a:lnSpc>
                <a:spcPts val="1350"/>
              </a:lnSpc>
              <a:buNone/>
            </a:pPr>
            <a:r>
              <a:rPr lang="en-US" sz="900" dirty="0">
                <a:solidFill>
                  <a:srgbClr val="718096"/>
                </a:solidFill>
                <a:latin typeface="Noto Sans SC" pitchFamily="34" charset="0"/>
                <a:ea typeface="Noto Sans SC" pitchFamily="34" charset="-122"/>
                <a:cs typeface="Noto Sans SC" pitchFamily="34" charset="-120"/>
              </a:rPr>
              <a:t>快速生成适配资源</a:t>
            </a:r>
            <a:endParaRPr lang="en-US" sz="900" dirty="0"/>
          </a:p>
        </p:txBody>
      </p:sp>
      <p:sp>
        <p:nvSpPr>
          <p:cNvPr id="65" name="SK-3-text-64"/>
          <p:cNvSpPr/>
          <p:nvPr/>
        </p:nvSpPr>
        <p:spPr>
          <a:xfrm>
            <a:off x="9570690" y="5638800"/>
            <a:ext cx="1783110" cy="228600"/>
          </a:xfrm>
          <a:prstGeom prst="rect">
            <a:avLst/>
          </a:prstGeom>
          <a:noFill/>
          <a:ln/>
        </p:spPr>
        <p:txBody>
          <a:bodyPr vert="horz" wrap="square" lIns="0" tIns="0" rIns="0" bIns="0" rtlCol="0" anchor="ctr"/>
          <a:lstStyle/>
          <a:p>
            <a:pPr marL="0" indent="0" algn="ctr">
              <a:lnSpc>
                <a:spcPts val="1800"/>
              </a:lnSpc>
              <a:buNone/>
            </a:pPr>
            <a:r>
              <a:rPr lang="en-US" sz="1200" b="1" dirty="0">
                <a:solidFill>
                  <a:srgbClr val="FFFFFF"/>
                </a:solidFill>
                <a:latin typeface="Noto Sans SC" pitchFamily="34" charset="0"/>
                <a:ea typeface="Noto Sans SC" pitchFamily="34" charset="-122"/>
                <a:cs typeface="Noto Sans SC" pitchFamily="34" charset="-120"/>
              </a:rPr>
              <a:t>医学生</a:t>
            </a:r>
            <a:endParaRPr lang="en-US" sz="1200" dirty="0"/>
          </a:p>
        </p:txBody>
      </p:sp>
      <p:sp>
        <p:nvSpPr>
          <p:cNvPr id="66" name="SK-3-text-65"/>
          <p:cNvSpPr/>
          <p:nvPr/>
        </p:nvSpPr>
        <p:spPr>
          <a:xfrm>
            <a:off x="9570690" y="5895975"/>
            <a:ext cx="1783110" cy="171450"/>
          </a:xfrm>
          <a:prstGeom prst="rect">
            <a:avLst/>
          </a:prstGeom>
          <a:noFill/>
          <a:ln/>
        </p:spPr>
        <p:txBody>
          <a:bodyPr vert="horz" wrap="square" lIns="0" tIns="0" rIns="0" bIns="0" rtlCol="0" anchor="ctr"/>
          <a:lstStyle/>
          <a:p>
            <a:pPr marL="0" indent="0" algn="ctr">
              <a:lnSpc>
                <a:spcPts val="1350"/>
              </a:lnSpc>
              <a:buNone/>
            </a:pPr>
            <a:r>
              <a:rPr lang="en-US" sz="900" dirty="0">
                <a:solidFill>
                  <a:srgbClr val="718096"/>
                </a:solidFill>
                <a:latin typeface="Noto Sans SC" pitchFamily="34" charset="0"/>
                <a:ea typeface="Noto Sans SC" pitchFamily="34" charset="-122"/>
                <a:cs typeface="Noto Sans SC" pitchFamily="34" charset="-120"/>
              </a:rPr>
              <a:t>多模态与循证支持</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SK-4-img-1" descr="preencoded.png"/>
          <p:cNvPicPr>
            <a:picLocks noChangeAspect="1"/>
          </p:cNvPicPr>
          <p:nvPr/>
        </p:nvPicPr>
        <p:blipFill>
          <a:blip r:embed="rId3"/>
          <a:stretch>
            <a:fillRect/>
          </a:stretch>
        </p:blipFill>
        <p:spPr>
          <a:xfrm>
            <a:off x="0" y="0"/>
            <a:ext cx="12192000" cy="6858000"/>
          </a:xfrm>
          <a:prstGeom prst="rect">
            <a:avLst/>
          </a:prstGeom>
        </p:spPr>
      </p:pic>
      <p:pic>
        <p:nvPicPr>
          <p:cNvPr id="3" name="SK-4-img-2" descr="preencoded.png"/>
          <p:cNvPicPr>
            <a:picLocks noChangeAspect="1"/>
          </p:cNvPicPr>
          <p:nvPr/>
        </p:nvPicPr>
        <p:blipFill>
          <a:blip r:embed="rId4"/>
          <a:stretch>
            <a:fillRect/>
          </a:stretch>
        </p:blipFill>
        <p:spPr>
          <a:xfrm>
            <a:off x="0" y="0"/>
            <a:ext cx="12192000" cy="6858000"/>
          </a:xfrm>
          <a:prstGeom prst="rect">
            <a:avLst/>
          </a:prstGeom>
        </p:spPr>
      </p:pic>
      <p:pic>
        <p:nvPicPr>
          <p:cNvPr id="4" name="SK-4-img-3" descr="preencoded.png"/>
          <p:cNvPicPr>
            <a:picLocks noChangeAspect="1"/>
          </p:cNvPicPr>
          <p:nvPr/>
        </p:nvPicPr>
        <p:blipFill>
          <a:blip r:embed="rId5"/>
          <a:stretch>
            <a:fillRect/>
          </a:stretch>
        </p:blipFill>
        <p:spPr>
          <a:xfrm>
            <a:off x="571500" y="133350"/>
            <a:ext cx="1962150" cy="238125"/>
          </a:xfrm>
          <a:prstGeom prst="rect">
            <a:avLst/>
          </a:prstGeom>
        </p:spPr>
      </p:pic>
      <p:pic>
        <p:nvPicPr>
          <p:cNvPr id="5" name="SK-4-img-4" descr="preencoded.png"/>
          <p:cNvPicPr>
            <a:picLocks noChangeAspect="1"/>
          </p:cNvPicPr>
          <p:nvPr/>
        </p:nvPicPr>
        <p:blipFill>
          <a:blip r:embed="rId6"/>
          <a:stretch>
            <a:fillRect/>
          </a:stretch>
        </p:blipFill>
        <p:spPr>
          <a:xfrm>
            <a:off x="2647950" y="247650"/>
            <a:ext cx="8972550" cy="9525"/>
          </a:xfrm>
          <a:prstGeom prst="rect">
            <a:avLst/>
          </a:prstGeom>
        </p:spPr>
      </p:pic>
      <p:pic>
        <p:nvPicPr>
          <p:cNvPr id="6" name="SK-4-img-5" descr="preencoded.png"/>
          <p:cNvPicPr>
            <a:picLocks noChangeAspect="1"/>
          </p:cNvPicPr>
          <p:nvPr/>
        </p:nvPicPr>
        <p:blipFill>
          <a:blip r:embed="rId7"/>
          <a:stretch>
            <a:fillRect/>
          </a:stretch>
        </p:blipFill>
        <p:spPr>
          <a:xfrm>
            <a:off x="571500" y="1143000"/>
            <a:ext cx="38100" cy="38100"/>
          </a:xfrm>
          <a:prstGeom prst="rect">
            <a:avLst/>
          </a:prstGeom>
        </p:spPr>
      </p:pic>
      <p:pic>
        <p:nvPicPr>
          <p:cNvPr id="7" name="SK-4-img-6" descr="preencoded.png"/>
          <p:cNvPicPr>
            <a:picLocks noChangeAspect="1"/>
          </p:cNvPicPr>
          <p:nvPr/>
        </p:nvPicPr>
        <p:blipFill>
          <a:blip r:embed="rId8"/>
          <a:stretch>
            <a:fillRect/>
          </a:stretch>
        </p:blipFill>
        <p:spPr>
          <a:xfrm>
            <a:off x="4686300" y="1914525"/>
            <a:ext cx="3352800" cy="857250"/>
          </a:xfrm>
          <a:prstGeom prst="rect">
            <a:avLst/>
          </a:prstGeom>
        </p:spPr>
      </p:pic>
      <p:pic>
        <p:nvPicPr>
          <p:cNvPr id="8" name="SK-4-img-7" descr="preencoded.png"/>
          <p:cNvPicPr>
            <a:picLocks noChangeAspect="1"/>
          </p:cNvPicPr>
          <p:nvPr/>
        </p:nvPicPr>
        <p:blipFill>
          <a:blip r:embed="rId9"/>
          <a:stretch>
            <a:fillRect/>
          </a:stretch>
        </p:blipFill>
        <p:spPr>
          <a:xfrm>
            <a:off x="4800600" y="1971675"/>
            <a:ext cx="342900" cy="342900"/>
          </a:xfrm>
          <a:prstGeom prst="rect">
            <a:avLst/>
          </a:prstGeom>
        </p:spPr>
      </p:pic>
      <p:pic>
        <p:nvPicPr>
          <p:cNvPr id="9" name="SK-4-img-8" descr="preencoded.png"/>
          <p:cNvPicPr>
            <a:picLocks noChangeAspect="1"/>
          </p:cNvPicPr>
          <p:nvPr/>
        </p:nvPicPr>
        <p:blipFill>
          <a:blip r:embed="rId10"/>
          <a:stretch>
            <a:fillRect/>
          </a:stretch>
        </p:blipFill>
        <p:spPr>
          <a:xfrm>
            <a:off x="4870847" y="2061270"/>
            <a:ext cx="202406" cy="163711"/>
          </a:xfrm>
          <a:prstGeom prst="rect">
            <a:avLst/>
          </a:prstGeom>
        </p:spPr>
      </p:pic>
      <p:pic>
        <p:nvPicPr>
          <p:cNvPr id="10" name="SK-4-img-9" descr="preencoded.png"/>
          <p:cNvPicPr>
            <a:picLocks noChangeAspect="1"/>
          </p:cNvPicPr>
          <p:nvPr/>
        </p:nvPicPr>
        <p:blipFill>
          <a:blip r:embed="rId11"/>
          <a:stretch>
            <a:fillRect/>
          </a:stretch>
        </p:blipFill>
        <p:spPr>
          <a:xfrm>
            <a:off x="8267700" y="1914525"/>
            <a:ext cx="3352800" cy="857250"/>
          </a:xfrm>
          <a:prstGeom prst="rect">
            <a:avLst/>
          </a:prstGeom>
        </p:spPr>
      </p:pic>
      <p:pic>
        <p:nvPicPr>
          <p:cNvPr id="11" name="SK-4-img-10" descr="preencoded.png"/>
          <p:cNvPicPr>
            <a:picLocks noChangeAspect="1"/>
          </p:cNvPicPr>
          <p:nvPr/>
        </p:nvPicPr>
        <p:blipFill>
          <a:blip r:embed="rId12"/>
          <a:stretch>
            <a:fillRect/>
          </a:stretch>
        </p:blipFill>
        <p:spPr>
          <a:xfrm>
            <a:off x="11163300" y="1971675"/>
            <a:ext cx="342900" cy="342900"/>
          </a:xfrm>
          <a:prstGeom prst="rect">
            <a:avLst/>
          </a:prstGeom>
        </p:spPr>
      </p:pic>
      <p:pic>
        <p:nvPicPr>
          <p:cNvPr id="12" name="SK-4-img-11" descr="preencoded.png"/>
          <p:cNvPicPr>
            <a:picLocks noChangeAspect="1"/>
          </p:cNvPicPr>
          <p:nvPr/>
        </p:nvPicPr>
        <p:blipFill>
          <a:blip r:embed="rId13"/>
          <a:stretch>
            <a:fillRect/>
          </a:stretch>
        </p:blipFill>
        <p:spPr>
          <a:xfrm>
            <a:off x="11233547" y="2061270"/>
            <a:ext cx="202406" cy="163711"/>
          </a:xfrm>
          <a:prstGeom prst="rect">
            <a:avLst/>
          </a:prstGeom>
        </p:spPr>
      </p:pic>
      <p:pic>
        <p:nvPicPr>
          <p:cNvPr id="13" name="SK-4-img-12" descr="preencoded.png"/>
          <p:cNvPicPr>
            <a:picLocks noChangeAspect="1"/>
          </p:cNvPicPr>
          <p:nvPr/>
        </p:nvPicPr>
        <p:blipFill>
          <a:blip r:embed="rId8"/>
          <a:stretch>
            <a:fillRect/>
          </a:stretch>
        </p:blipFill>
        <p:spPr>
          <a:xfrm>
            <a:off x="4686300" y="2886075"/>
            <a:ext cx="3352800" cy="857250"/>
          </a:xfrm>
          <a:prstGeom prst="rect">
            <a:avLst/>
          </a:prstGeom>
        </p:spPr>
      </p:pic>
      <p:pic>
        <p:nvPicPr>
          <p:cNvPr id="14" name="SK-4-img-13" descr="preencoded.png"/>
          <p:cNvPicPr>
            <a:picLocks noChangeAspect="1"/>
          </p:cNvPicPr>
          <p:nvPr/>
        </p:nvPicPr>
        <p:blipFill>
          <a:blip r:embed="rId9"/>
          <a:stretch>
            <a:fillRect/>
          </a:stretch>
        </p:blipFill>
        <p:spPr>
          <a:xfrm>
            <a:off x="4800600" y="2943225"/>
            <a:ext cx="342900" cy="342900"/>
          </a:xfrm>
          <a:prstGeom prst="rect">
            <a:avLst/>
          </a:prstGeom>
        </p:spPr>
      </p:pic>
      <p:pic>
        <p:nvPicPr>
          <p:cNvPr id="15" name="SK-4-img-14" descr="preencoded.png"/>
          <p:cNvPicPr>
            <a:picLocks noChangeAspect="1"/>
          </p:cNvPicPr>
          <p:nvPr/>
        </p:nvPicPr>
        <p:blipFill>
          <a:blip r:embed="rId14"/>
          <a:stretch>
            <a:fillRect/>
          </a:stretch>
        </p:blipFill>
        <p:spPr>
          <a:xfrm>
            <a:off x="4870847" y="3032820"/>
            <a:ext cx="202406" cy="163711"/>
          </a:xfrm>
          <a:prstGeom prst="rect">
            <a:avLst/>
          </a:prstGeom>
        </p:spPr>
      </p:pic>
      <p:pic>
        <p:nvPicPr>
          <p:cNvPr id="16" name="SK-4-img-15" descr="preencoded.png"/>
          <p:cNvPicPr>
            <a:picLocks noChangeAspect="1"/>
          </p:cNvPicPr>
          <p:nvPr/>
        </p:nvPicPr>
        <p:blipFill>
          <a:blip r:embed="rId11"/>
          <a:stretch>
            <a:fillRect/>
          </a:stretch>
        </p:blipFill>
        <p:spPr>
          <a:xfrm>
            <a:off x="8267700" y="2886075"/>
            <a:ext cx="3352800" cy="857250"/>
          </a:xfrm>
          <a:prstGeom prst="rect">
            <a:avLst/>
          </a:prstGeom>
        </p:spPr>
      </p:pic>
      <p:pic>
        <p:nvPicPr>
          <p:cNvPr id="17" name="SK-4-img-16" descr="preencoded.png"/>
          <p:cNvPicPr>
            <a:picLocks noChangeAspect="1"/>
          </p:cNvPicPr>
          <p:nvPr/>
        </p:nvPicPr>
        <p:blipFill>
          <a:blip r:embed="rId12"/>
          <a:stretch>
            <a:fillRect/>
          </a:stretch>
        </p:blipFill>
        <p:spPr>
          <a:xfrm>
            <a:off x="11163300" y="2943225"/>
            <a:ext cx="342900" cy="342900"/>
          </a:xfrm>
          <a:prstGeom prst="rect">
            <a:avLst/>
          </a:prstGeom>
        </p:spPr>
      </p:pic>
      <p:pic>
        <p:nvPicPr>
          <p:cNvPr id="18" name="SK-4-img-17" descr="preencoded.png"/>
          <p:cNvPicPr>
            <a:picLocks noChangeAspect="1"/>
          </p:cNvPicPr>
          <p:nvPr/>
        </p:nvPicPr>
        <p:blipFill>
          <a:blip r:embed="rId15"/>
          <a:stretch>
            <a:fillRect/>
          </a:stretch>
        </p:blipFill>
        <p:spPr>
          <a:xfrm>
            <a:off x="11233547" y="3032820"/>
            <a:ext cx="202406" cy="163711"/>
          </a:xfrm>
          <a:prstGeom prst="rect">
            <a:avLst/>
          </a:prstGeom>
        </p:spPr>
      </p:pic>
      <p:pic>
        <p:nvPicPr>
          <p:cNvPr id="19" name="SK-4-img-18" descr="preencoded.png"/>
          <p:cNvPicPr>
            <a:picLocks noChangeAspect="1"/>
          </p:cNvPicPr>
          <p:nvPr/>
        </p:nvPicPr>
        <p:blipFill>
          <a:blip r:embed="rId8"/>
          <a:stretch>
            <a:fillRect/>
          </a:stretch>
        </p:blipFill>
        <p:spPr>
          <a:xfrm>
            <a:off x="4686300" y="3857625"/>
            <a:ext cx="3352800" cy="857250"/>
          </a:xfrm>
          <a:prstGeom prst="rect">
            <a:avLst/>
          </a:prstGeom>
        </p:spPr>
      </p:pic>
      <p:pic>
        <p:nvPicPr>
          <p:cNvPr id="20" name="SK-4-img-19" descr="preencoded.png"/>
          <p:cNvPicPr>
            <a:picLocks noChangeAspect="1"/>
          </p:cNvPicPr>
          <p:nvPr/>
        </p:nvPicPr>
        <p:blipFill>
          <a:blip r:embed="rId9"/>
          <a:stretch>
            <a:fillRect/>
          </a:stretch>
        </p:blipFill>
        <p:spPr>
          <a:xfrm>
            <a:off x="4800600" y="3914775"/>
            <a:ext cx="342900" cy="342900"/>
          </a:xfrm>
          <a:prstGeom prst="rect">
            <a:avLst/>
          </a:prstGeom>
        </p:spPr>
      </p:pic>
      <p:pic>
        <p:nvPicPr>
          <p:cNvPr id="21" name="SK-4-img-20" descr="preencoded.png"/>
          <p:cNvPicPr>
            <a:picLocks noChangeAspect="1"/>
          </p:cNvPicPr>
          <p:nvPr/>
        </p:nvPicPr>
        <p:blipFill>
          <a:blip r:embed="rId16"/>
          <a:stretch>
            <a:fillRect/>
          </a:stretch>
        </p:blipFill>
        <p:spPr>
          <a:xfrm>
            <a:off x="4870847" y="4004370"/>
            <a:ext cx="202406" cy="163711"/>
          </a:xfrm>
          <a:prstGeom prst="rect">
            <a:avLst/>
          </a:prstGeom>
        </p:spPr>
      </p:pic>
      <p:pic>
        <p:nvPicPr>
          <p:cNvPr id="22" name="SK-4-img-21" descr="preencoded.png"/>
          <p:cNvPicPr>
            <a:picLocks noChangeAspect="1"/>
          </p:cNvPicPr>
          <p:nvPr/>
        </p:nvPicPr>
        <p:blipFill>
          <a:blip r:embed="rId11"/>
          <a:stretch>
            <a:fillRect/>
          </a:stretch>
        </p:blipFill>
        <p:spPr>
          <a:xfrm>
            <a:off x="8267700" y="3857625"/>
            <a:ext cx="3352800" cy="857250"/>
          </a:xfrm>
          <a:prstGeom prst="rect">
            <a:avLst/>
          </a:prstGeom>
        </p:spPr>
      </p:pic>
      <p:pic>
        <p:nvPicPr>
          <p:cNvPr id="23" name="SK-4-img-22" descr="preencoded.png"/>
          <p:cNvPicPr>
            <a:picLocks noChangeAspect="1"/>
          </p:cNvPicPr>
          <p:nvPr/>
        </p:nvPicPr>
        <p:blipFill>
          <a:blip r:embed="rId12"/>
          <a:stretch>
            <a:fillRect/>
          </a:stretch>
        </p:blipFill>
        <p:spPr>
          <a:xfrm>
            <a:off x="11163300" y="3914775"/>
            <a:ext cx="342900" cy="342900"/>
          </a:xfrm>
          <a:prstGeom prst="rect">
            <a:avLst/>
          </a:prstGeom>
        </p:spPr>
      </p:pic>
      <p:pic>
        <p:nvPicPr>
          <p:cNvPr id="24" name="SK-4-img-23" descr="preencoded.png"/>
          <p:cNvPicPr>
            <a:picLocks noChangeAspect="1"/>
          </p:cNvPicPr>
          <p:nvPr/>
        </p:nvPicPr>
        <p:blipFill>
          <a:blip r:embed="rId17"/>
          <a:stretch>
            <a:fillRect/>
          </a:stretch>
        </p:blipFill>
        <p:spPr>
          <a:xfrm>
            <a:off x="11233547" y="4004370"/>
            <a:ext cx="202406" cy="163711"/>
          </a:xfrm>
          <a:prstGeom prst="rect">
            <a:avLst/>
          </a:prstGeom>
        </p:spPr>
      </p:pic>
      <p:pic>
        <p:nvPicPr>
          <p:cNvPr id="28" name="SK-4-img-27" descr="preencoded.png"/>
          <p:cNvPicPr>
            <a:picLocks noChangeAspect="1"/>
          </p:cNvPicPr>
          <p:nvPr/>
        </p:nvPicPr>
        <p:blipFill>
          <a:blip r:embed="rId18"/>
          <a:stretch>
            <a:fillRect/>
          </a:stretch>
        </p:blipFill>
        <p:spPr>
          <a:xfrm>
            <a:off x="8267700" y="4829175"/>
            <a:ext cx="3352800" cy="857250"/>
          </a:xfrm>
          <a:prstGeom prst="rect">
            <a:avLst/>
          </a:prstGeom>
        </p:spPr>
      </p:pic>
      <p:pic>
        <p:nvPicPr>
          <p:cNvPr id="29" name="SK-4-img-28" descr="preencoded.png"/>
          <p:cNvPicPr>
            <a:picLocks noChangeAspect="1"/>
          </p:cNvPicPr>
          <p:nvPr/>
        </p:nvPicPr>
        <p:blipFill>
          <a:blip r:embed="rId12"/>
          <a:stretch>
            <a:fillRect/>
          </a:stretch>
        </p:blipFill>
        <p:spPr>
          <a:xfrm>
            <a:off x="11163300" y="4886325"/>
            <a:ext cx="342900" cy="342900"/>
          </a:xfrm>
          <a:prstGeom prst="rect">
            <a:avLst/>
          </a:prstGeom>
        </p:spPr>
      </p:pic>
      <p:pic>
        <p:nvPicPr>
          <p:cNvPr id="30" name="SK-4-img-29" descr="preencoded.png"/>
          <p:cNvPicPr>
            <a:picLocks noChangeAspect="1"/>
          </p:cNvPicPr>
          <p:nvPr/>
        </p:nvPicPr>
        <p:blipFill>
          <a:blip r:embed="rId19"/>
          <a:stretch>
            <a:fillRect/>
          </a:stretch>
        </p:blipFill>
        <p:spPr>
          <a:xfrm>
            <a:off x="11233547" y="4975920"/>
            <a:ext cx="202406" cy="163711"/>
          </a:xfrm>
          <a:prstGeom prst="rect">
            <a:avLst/>
          </a:prstGeom>
        </p:spPr>
      </p:pic>
      <p:pic>
        <p:nvPicPr>
          <p:cNvPr id="31" name="SK-4-img-30" descr="preencoded.png"/>
          <p:cNvPicPr>
            <a:picLocks noChangeAspect="1"/>
          </p:cNvPicPr>
          <p:nvPr/>
        </p:nvPicPr>
        <p:blipFill>
          <a:blip r:embed="rId20"/>
          <a:stretch>
            <a:fillRect/>
          </a:stretch>
        </p:blipFill>
        <p:spPr>
          <a:xfrm>
            <a:off x="571500" y="6457950"/>
            <a:ext cx="11049000" cy="376238"/>
          </a:xfrm>
          <a:prstGeom prst="rect">
            <a:avLst/>
          </a:prstGeom>
        </p:spPr>
      </p:pic>
      <p:pic>
        <p:nvPicPr>
          <p:cNvPr id="32" name="SK-4-img-31" descr="preencoded.png"/>
          <p:cNvPicPr>
            <a:picLocks noChangeAspect="1"/>
          </p:cNvPicPr>
          <p:nvPr/>
        </p:nvPicPr>
        <p:blipFill>
          <a:blip r:embed="rId21"/>
          <a:stretch>
            <a:fillRect/>
          </a:stretch>
        </p:blipFill>
        <p:spPr>
          <a:xfrm>
            <a:off x="7362825" y="6496050"/>
            <a:ext cx="2533650" cy="300038"/>
          </a:xfrm>
          <a:prstGeom prst="rect">
            <a:avLst/>
          </a:prstGeom>
        </p:spPr>
      </p:pic>
      <p:sp>
        <p:nvSpPr>
          <p:cNvPr id="33" name="SK-4-text-32"/>
          <p:cNvSpPr/>
          <p:nvPr/>
        </p:nvSpPr>
        <p:spPr>
          <a:xfrm>
            <a:off x="647700" y="133350"/>
            <a:ext cx="3077222" cy="238125"/>
          </a:xfrm>
          <a:prstGeom prst="rect">
            <a:avLst/>
          </a:prstGeom>
          <a:noFill/>
          <a:ln/>
        </p:spPr>
        <p:txBody>
          <a:bodyPr vert="horz" wrap="square" lIns="0" tIns="0" rIns="0" bIns="0" rtlCol="0" anchor="ctr"/>
          <a:lstStyle/>
          <a:p>
            <a:pPr marL="0" indent="0">
              <a:lnSpc>
                <a:spcPts val="1575"/>
              </a:lnSpc>
              <a:buNone/>
            </a:pPr>
            <a:r>
              <a:rPr lang="en-US" sz="1050" kern="0" spc="120" dirty="0">
                <a:solidFill>
                  <a:srgbClr val="00F5FF"/>
                </a:solidFill>
              </a:rPr>
              <a:t>TECHNICAL MODULE 04</a:t>
            </a:r>
            <a:endParaRPr lang="en-US" sz="1050" dirty="0"/>
          </a:p>
        </p:txBody>
      </p:sp>
      <p:sp>
        <p:nvSpPr>
          <p:cNvPr id="34" name="SK-4-text-33"/>
          <p:cNvSpPr/>
          <p:nvPr/>
        </p:nvSpPr>
        <p:spPr>
          <a:xfrm>
            <a:off x="571500" y="447675"/>
            <a:ext cx="11049000" cy="485775"/>
          </a:xfrm>
          <a:prstGeom prst="rect">
            <a:avLst/>
          </a:prstGeom>
          <a:noFill/>
          <a:ln/>
        </p:spPr>
        <p:txBody>
          <a:bodyPr vert="horz" wrap="square" lIns="0" tIns="0" rIns="0" bIns="0" rtlCol="0" anchor="ctr"/>
          <a:lstStyle/>
          <a:p>
            <a:pPr marL="0" indent="0">
              <a:lnSpc>
                <a:spcPts val="3825"/>
              </a:lnSpc>
              <a:buNone/>
            </a:pPr>
            <a:r>
              <a:rPr lang="en-US" sz="2550" b="1" dirty="0">
                <a:solidFill>
                  <a:srgbClr val="7B61FF"/>
                </a:solidFill>
                <a:latin typeface="Noto Sans SC" pitchFamily="34" charset="0"/>
                <a:ea typeface="Noto Sans SC" pitchFamily="34" charset="-122"/>
                <a:cs typeface="Noto Sans SC" pitchFamily="34" charset="-120"/>
              </a:rPr>
              <a:t>#</a:t>
            </a:r>
            <a:r>
              <a:rPr lang="en-US" sz="2550" b="1" dirty="0" err="1">
                <a:solidFill>
                  <a:srgbClr val="FFFFFF"/>
                </a:solidFill>
                <a:latin typeface="Noto Sans SC" pitchFamily="34" charset="0"/>
                <a:ea typeface="Noto Sans SC" pitchFamily="34" charset="-122"/>
                <a:cs typeface="Noto Sans SC" pitchFamily="34" charset="-120"/>
              </a:rPr>
              <a:t>系统七大功能模块全景图</a:t>
            </a:r>
            <a:endParaRPr lang="en-US" sz="2550" dirty="0"/>
          </a:p>
        </p:txBody>
      </p:sp>
      <p:sp>
        <p:nvSpPr>
          <p:cNvPr id="35" name="SK-4-text-34"/>
          <p:cNvSpPr/>
          <p:nvPr/>
        </p:nvSpPr>
        <p:spPr>
          <a:xfrm>
            <a:off x="685800" y="1047750"/>
            <a:ext cx="11049000" cy="228600"/>
          </a:xfrm>
          <a:prstGeom prst="rect">
            <a:avLst/>
          </a:prstGeom>
          <a:noFill/>
          <a:ln/>
        </p:spPr>
        <p:txBody>
          <a:bodyPr vert="horz" wrap="square" lIns="0" tIns="0" rIns="0" bIns="0" rtlCol="0" anchor="ctr"/>
          <a:lstStyle/>
          <a:p>
            <a:pPr marL="0" indent="0">
              <a:lnSpc>
                <a:spcPts val="1800"/>
              </a:lnSpc>
              <a:buNone/>
            </a:pPr>
            <a:r>
              <a:rPr lang="en-US" sz="1200" dirty="0">
                <a:solidFill>
                  <a:srgbClr val="A0AEC0"/>
                </a:solidFill>
                <a:latin typeface="Noto Sans SC" pitchFamily="34" charset="0"/>
                <a:ea typeface="Noto Sans SC" pitchFamily="34" charset="-122"/>
                <a:cs typeface="Noto Sans SC" pitchFamily="34" charset="-120"/>
              </a:rPr>
              <a:t>画像、资源、辅导、路径、评估、多模态、循证、代码八维闭环体系</a:t>
            </a:r>
            <a:endParaRPr lang="en-US" sz="1200" dirty="0"/>
          </a:p>
        </p:txBody>
      </p:sp>
      <p:sp>
        <p:nvSpPr>
          <p:cNvPr id="36" name="SK-4-text-35"/>
          <p:cNvSpPr/>
          <p:nvPr/>
        </p:nvSpPr>
        <p:spPr>
          <a:xfrm>
            <a:off x="876300" y="1333500"/>
            <a:ext cx="10325100" cy="4933950"/>
          </a:xfrm>
          <a:prstGeom prst="rect">
            <a:avLst/>
          </a:prstGeom>
          <a:noFill/>
          <a:ln/>
        </p:spPr>
        <p:txBody>
          <a:bodyPr vert="horz" wrap="square" lIns="0" tIns="0" rIns="0" bIns="0" rtlCol="0" anchor="ctr"/>
          <a:lstStyle/>
          <a:p>
            <a:pPr marL="0" indent="0">
              <a:lnSpc>
                <a:spcPts val="38850"/>
              </a:lnSpc>
              <a:buNone/>
            </a:pPr>
            <a:r>
              <a:rPr lang="en-US" altLang="zh-CN" sz="38850" b="1" dirty="0">
                <a:solidFill>
                  <a:srgbClr val="7B61FF">
                    <a:alpha val="8000"/>
                  </a:srgbClr>
                </a:solidFill>
                <a:latin typeface="Noto Sans SC" pitchFamily="34" charset="0"/>
                <a:ea typeface="Noto Sans SC" pitchFamily="34" charset="-122"/>
                <a:cs typeface="Noto Sans SC" pitchFamily="34" charset="-120"/>
              </a:rPr>
              <a:t>7</a:t>
            </a:r>
            <a:endParaRPr lang="en-US" sz="38850" dirty="0"/>
          </a:p>
        </p:txBody>
      </p:sp>
      <p:sp>
        <p:nvSpPr>
          <p:cNvPr id="37" name="SK-4-text-36"/>
          <p:cNvSpPr/>
          <p:nvPr/>
        </p:nvSpPr>
        <p:spPr>
          <a:xfrm>
            <a:off x="5257800" y="2000250"/>
            <a:ext cx="1619250" cy="285750"/>
          </a:xfrm>
          <a:prstGeom prst="rect">
            <a:avLst/>
          </a:prstGeom>
          <a:noFill/>
          <a:ln/>
        </p:spPr>
        <p:txBody>
          <a:bodyPr vert="horz" wrap="square" lIns="0" tIns="0" rIns="0" bIns="0" rtlCol="0" anchor="ctr"/>
          <a:lstStyle/>
          <a:p>
            <a:pPr marL="0" indent="0">
              <a:lnSpc>
                <a:spcPts val="2250"/>
              </a:lnSpc>
              <a:buNone/>
            </a:pPr>
            <a:r>
              <a:rPr lang="en-US" sz="1500" b="1" dirty="0">
                <a:solidFill>
                  <a:srgbClr val="FFFFFF"/>
                </a:solidFill>
                <a:latin typeface="Noto Sans SC" pitchFamily="34" charset="0"/>
                <a:ea typeface="Noto Sans SC" pitchFamily="34" charset="-122"/>
                <a:cs typeface="Noto Sans SC" pitchFamily="34" charset="-120"/>
              </a:rPr>
              <a:t>学习画像</a:t>
            </a:r>
            <a:endParaRPr lang="en-US" sz="1500" dirty="0"/>
          </a:p>
        </p:txBody>
      </p:sp>
      <p:sp>
        <p:nvSpPr>
          <p:cNvPr id="38" name="SK-4-text-37"/>
          <p:cNvSpPr/>
          <p:nvPr/>
        </p:nvSpPr>
        <p:spPr>
          <a:xfrm>
            <a:off x="4800600" y="2343150"/>
            <a:ext cx="3124200" cy="371475"/>
          </a:xfrm>
          <a:prstGeom prst="rect">
            <a:avLst/>
          </a:prstGeom>
          <a:noFill/>
          <a:ln/>
        </p:spPr>
        <p:txBody>
          <a:bodyPr vert="horz" wrap="square" lIns="0" tIns="0" rIns="0" bIns="0" rtlCol="0" anchor="ctr"/>
          <a:lstStyle/>
          <a:p>
            <a:pPr marL="0" indent="0">
              <a:lnSpc>
                <a:spcPts val="1463"/>
              </a:lnSpc>
              <a:buNone/>
            </a:pPr>
            <a:r>
              <a:rPr lang="en-US" sz="975" dirty="0">
                <a:solidFill>
                  <a:srgbClr val="A0AEC0"/>
                </a:solidFill>
                <a:latin typeface="Noto Sans SC" pitchFamily="34" charset="0"/>
                <a:ea typeface="Noto Sans SC" pitchFamily="34" charset="-122"/>
                <a:cs typeface="Noto Sans SC" pitchFamily="34" charset="-120"/>
              </a:rPr>
              <a:t>8维度动态画像，自然语言对话自主构建，随学随新实时更新。</a:t>
            </a:r>
            <a:endParaRPr lang="en-US" sz="975" dirty="0"/>
          </a:p>
        </p:txBody>
      </p:sp>
      <p:sp>
        <p:nvSpPr>
          <p:cNvPr id="39" name="SK-4-text-38"/>
          <p:cNvSpPr/>
          <p:nvPr/>
        </p:nvSpPr>
        <p:spPr>
          <a:xfrm>
            <a:off x="10191750" y="2000250"/>
            <a:ext cx="857250" cy="285750"/>
          </a:xfrm>
          <a:prstGeom prst="rect">
            <a:avLst/>
          </a:prstGeom>
          <a:noFill/>
          <a:ln/>
        </p:spPr>
        <p:txBody>
          <a:bodyPr vert="horz" wrap="square" lIns="0" tIns="0" rIns="0" bIns="0" rtlCol="0" anchor="ctr"/>
          <a:lstStyle/>
          <a:p>
            <a:pPr marL="0" indent="0" algn="r">
              <a:lnSpc>
                <a:spcPts val="2250"/>
              </a:lnSpc>
              <a:buNone/>
            </a:pPr>
            <a:r>
              <a:rPr lang="en-US" sz="1500" b="1" dirty="0">
                <a:solidFill>
                  <a:srgbClr val="FFFFFF"/>
                </a:solidFill>
                <a:latin typeface="Noto Sans SC" pitchFamily="34" charset="0"/>
                <a:ea typeface="Noto Sans SC" pitchFamily="34" charset="-122"/>
                <a:cs typeface="Noto Sans SC" pitchFamily="34" charset="-120"/>
              </a:rPr>
              <a:t>资源生成</a:t>
            </a:r>
            <a:endParaRPr lang="en-US" sz="1500" dirty="0"/>
          </a:p>
        </p:txBody>
      </p:sp>
      <p:sp>
        <p:nvSpPr>
          <p:cNvPr id="40" name="SK-4-text-39"/>
          <p:cNvSpPr/>
          <p:nvPr/>
        </p:nvSpPr>
        <p:spPr>
          <a:xfrm>
            <a:off x="8382000" y="2343150"/>
            <a:ext cx="3124200" cy="371475"/>
          </a:xfrm>
          <a:prstGeom prst="rect">
            <a:avLst/>
          </a:prstGeom>
          <a:noFill/>
          <a:ln/>
        </p:spPr>
        <p:txBody>
          <a:bodyPr vert="horz" wrap="square" lIns="0" tIns="0" rIns="0" bIns="0" rtlCol="0" anchor="ctr"/>
          <a:lstStyle/>
          <a:p>
            <a:pPr marL="0" indent="0" algn="r">
              <a:lnSpc>
                <a:spcPts val="1463"/>
              </a:lnSpc>
              <a:buNone/>
            </a:pPr>
            <a:r>
              <a:rPr lang="en-US" sz="975" dirty="0">
                <a:solidFill>
                  <a:srgbClr val="A0AEC0"/>
                </a:solidFill>
                <a:latin typeface="Noto Sans SC" pitchFamily="34" charset="0"/>
                <a:ea typeface="Noto Sans SC" pitchFamily="34" charset="-122"/>
                <a:cs typeface="Noto Sans SC" pitchFamily="34" charset="-120"/>
              </a:rPr>
              <a:t>7类学习资源生成，8智能体辩论-仲裁机制，确保专业度与个性化。</a:t>
            </a:r>
            <a:endParaRPr lang="en-US" sz="975" dirty="0"/>
          </a:p>
        </p:txBody>
      </p:sp>
      <p:sp>
        <p:nvSpPr>
          <p:cNvPr id="41" name="SK-4-text-40"/>
          <p:cNvSpPr/>
          <p:nvPr/>
        </p:nvSpPr>
        <p:spPr>
          <a:xfrm>
            <a:off x="5257800" y="2971800"/>
            <a:ext cx="1619250" cy="285750"/>
          </a:xfrm>
          <a:prstGeom prst="rect">
            <a:avLst/>
          </a:prstGeom>
          <a:noFill/>
          <a:ln/>
        </p:spPr>
        <p:txBody>
          <a:bodyPr vert="horz" wrap="square" lIns="0" tIns="0" rIns="0" bIns="0" rtlCol="0" anchor="ctr"/>
          <a:lstStyle/>
          <a:p>
            <a:pPr marL="0" indent="0">
              <a:lnSpc>
                <a:spcPts val="2250"/>
              </a:lnSpc>
              <a:buNone/>
            </a:pPr>
            <a:r>
              <a:rPr lang="en-US" sz="1500" b="1" dirty="0">
                <a:solidFill>
                  <a:srgbClr val="FFFFFF"/>
                </a:solidFill>
                <a:latin typeface="Noto Sans SC" pitchFamily="34" charset="0"/>
                <a:ea typeface="Noto Sans SC" pitchFamily="34" charset="-122"/>
                <a:cs typeface="Noto Sans SC" pitchFamily="34" charset="-120"/>
              </a:rPr>
              <a:t>智能辅导</a:t>
            </a:r>
            <a:endParaRPr lang="en-US" sz="1500" dirty="0"/>
          </a:p>
        </p:txBody>
      </p:sp>
      <p:sp>
        <p:nvSpPr>
          <p:cNvPr id="42" name="SK-4-text-41"/>
          <p:cNvSpPr/>
          <p:nvPr/>
        </p:nvSpPr>
        <p:spPr>
          <a:xfrm>
            <a:off x="4800600" y="3314700"/>
            <a:ext cx="3124200" cy="371475"/>
          </a:xfrm>
          <a:prstGeom prst="rect">
            <a:avLst/>
          </a:prstGeom>
          <a:noFill/>
          <a:ln/>
        </p:spPr>
        <p:txBody>
          <a:bodyPr vert="horz" wrap="square" lIns="0" tIns="0" rIns="0" bIns="0" rtlCol="0" anchor="ctr"/>
          <a:lstStyle/>
          <a:p>
            <a:pPr marL="0" indent="0">
              <a:lnSpc>
                <a:spcPts val="1463"/>
              </a:lnSpc>
              <a:buNone/>
            </a:pPr>
            <a:r>
              <a:rPr lang="en-US" sz="975" dirty="0">
                <a:solidFill>
                  <a:srgbClr val="A0AEC0"/>
                </a:solidFill>
                <a:latin typeface="Noto Sans SC" pitchFamily="34" charset="0"/>
                <a:ea typeface="Noto Sans SC" pitchFamily="34" charset="-122"/>
                <a:cs typeface="Noto Sans SC" pitchFamily="34" charset="-120"/>
              </a:rPr>
              <a:t>流式Thinking推理展示，多模态影像解析，透明化批判性思维引导。</a:t>
            </a:r>
            <a:endParaRPr lang="en-US" sz="975" dirty="0"/>
          </a:p>
        </p:txBody>
      </p:sp>
      <p:sp>
        <p:nvSpPr>
          <p:cNvPr id="43" name="SK-4-text-42"/>
          <p:cNvSpPr/>
          <p:nvPr/>
        </p:nvSpPr>
        <p:spPr>
          <a:xfrm>
            <a:off x="10191750" y="2971800"/>
            <a:ext cx="857250" cy="285750"/>
          </a:xfrm>
          <a:prstGeom prst="rect">
            <a:avLst/>
          </a:prstGeom>
          <a:noFill/>
          <a:ln/>
        </p:spPr>
        <p:txBody>
          <a:bodyPr vert="horz" wrap="square" lIns="0" tIns="0" rIns="0" bIns="0" rtlCol="0" anchor="ctr"/>
          <a:lstStyle/>
          <a:p>
            <a:pPr marL="0" indent="0" algn="r">
              <a:lnSpc>
                <a:spcPts val="2250"/>
              </a:lnSpc>
              <a:buNone/>
            </a:pPr>
            <a:r>
              <a:rPr lang="en-US" sz="1500" b="1" dirty="0">
                <a:solidFill>
                  <a:srgbClr val="FFFFFF"/>
                </a:solidFill>
                <a:latin typeface="Noto Sans SC" pitchFamily="34" charset="0"/>
                <a:ea typeface="Noto Sans SC" pitchFamily="34" charset="-122"/>
                <a:cs typeface="Noto Sans SC" pitchFamily="34" charset="-120"/>
              </a:rPr>
              <a:t>路径规划</a:t>
            </a:r>
            <a:endParaRPr lang="en-US" sz="1500" dirty="0"/>
          </a:p>
        </p:txBody>
      </p:sp>
      <p:sp>
        <p:nvSpPr>
          <p:cNvPr id="44" name="SK-4-text-43"/>
          <p:cNvSpPr/>
          <p:nvPr/>
        </p:nvSpPr>
        <p:spPr>
          <a:xfrm>
            <a:off x="8382000" y="3314700"/>
            <a:ext cx="3124200" cy="371475"/>
          </a:xfrm>
          <a:prstGeom prst="rect">
            <a:avLst/>
          </a:prstGeom>
          <a:noFill/>
          <a:ln/>
        </p:spPr>
        <p:txBody>
          <a:bodyPr vert="horz" wrap="square" lIns="0" tIns="0" rIns="0" bIns="0" rtlCol="0" anchor="ctr"/>
          <a:lstStyle/>
          <a:p>
            <a:pPr marL="0" indent="0" algn="r">
              <a:lnSpc>
                <a:spcPts val="1463"/>
              </a:lnSpc>
              <a:buNone/>
            </a:pPr>
            <a:r>
              <a:rPr lang="en-US" sz="975" dirty="0">
                <a:solidFill>
                  <a:srgbClr val="A0AEC0"/>
                </a:solidFill>
                <a:latin typeface="Noto Sans SC" pitchFamily="34" charset="0"/>
                <a:ea typeface="Noto Sans SC" pitchFamily="34" charset="-122"/>
                <a:cs typeface="Noto Sans SC" pitchFamily="34" charset="-120"/>
              </a:rPr>
              <a:t>5-15步梯度式学习路径，前置依赖校验，支持3种类型动态调整。</a:t>
            </a:r>
            <a:endParaRPr lang="en-US" sz="975" dirty="0"/>
          </a:p>
        </p:txBody>
      </p:sp>
      <p:sp>
        <p:nvSpPr>
          <p:cNvPr id="45" name="SK-4-text-44"/>
          <p:cNvSpPr/>
          <p:nvPr/>
        </p:nvSpPr>
        <p:spPr>
          <a:xfrm>
            <a:off x="5257800" y="3943350"/>
            <a:ext cx="1619250" cy="285750"/>
          </a:xfrm>
          <a:prstGeom prst="rect">
            <a:avLst/>
          </a:prstGeom>
          <a:noFill/>
          <a:ln/>
        </p:spPr>
        <p:txBody>
          <a:bodyPr vert="horz" wrap="square" lIns="0" tIns="0" rIns="0" bIns="0" rtlCol="0" anchor="ctr"/>
          <a:lstStyle/>
          <a:p>
            <a:pPr marL="0" indent="0">
              <a:lnSpc>
                <a:spcPts val="2250"/>
              </a:lnSpc>
              <a:buNone/>
            </a:pPr>
            <a:r>
              <a:rPr lang="en-US" sz="1500" b="1" dirty="0">
                <a:solidFill>
                  <a:srgbClr val="FFFFFF"/>
                </a:solidFill>
                <a:latin typeface="Noto Sans SC" pitchFamily="34" charset="0"/>
                <a:ea typeface="Noto Sans SC" pitchFamily="34" charset="-122"/>
                <a:cs typeface="Noto Sans SC" pitchFamily="34" charset="-120"/>
              </a:rPr>
              <a:t>效果评估</a:t>
            </a:r>
            <a:endParaRPr lang="en-US" sz="1500" dirty="0"/>
          </a:p>
        </p:txBody>
      </p:sp>
      <p:sp>
        <p:nvSpPr>
          <p:cNvPr id="46" name="SK-4-text-45"/>
          <p:cNvSpPr/>
          <p:nvPr/>
        </p:nvSpPr>
        <p:spPr>
          <a:xfrm>
            <a:off x="4800600" y="4286250"/>
            <a:ext cx="3124200" cy="371475"/>
          </a:xfrm>
          <a:prstGeom prst="rect">
            <a:avLst/>
          </a:prstGeom>
          <a:noFill/>
          <a:ln/>
        </p:spPr>
        <p:txBody>
          <a:bodyPr vert="horz" wrap="square" lIns="0" tIns="0" rIns="0" bIns="0" rtlCol="0" anchor="ctr"/>
          <a:lstStyle/>
          <a:p>
            <a:pPr marL="0" indent="0">
              <a:lnSpc>
                <a:spcPts val="1463"/>
              </a:lnSpc>
              <a:buNone/>
            </a:pPr>
            <a:r>
              <a:rPr lang="en-US" sz="975" dirty="0">
                <a:solidFill>
                  <a:srgbClr val="A0AEC0"/>
                </a:solidFill>
                <a:latin typeface="Noto Sans SC" pitchFamily="34" charset="0"/>
                <a:ea typeface="Noto Sans SC" pitchFamily="34" charset="-122"/>
                <a:cs typeface="Noto Sans SC" pitchFamily="34" charset="-120"/>
              </a:rPr>
              <a:t>5维度量化评估，知识点树状热力图，反馈驱动画像与路径迭代。</a:t>
            </a:r>
            <a:endParaRPr lang="en-US" sz="975" dirty="0"/>
          </a:p>
        </p:txBody>
      </p:sp>
      <p:sp>
        <p:nvSpPr>
          <p:cNvPr id="47" name="SK-4-text-46"/>
          <p:cNvSpPr/>
          <p:nvPr/>
        </p:nvSpPr>
        <p:spPr>
          <a:xfrm>
            <a:off x="10001250" y="3943350"/>
            <a:ext cx="1047750" cy="285750"/>
          </a:xfrm>
          <a:prstGeom prst="rect">
            <a:avLst/>
          </a:prstGeom>
          <a:noFill/>
          <a:ln/>
        </p:spPr>
        <p:txBody>
          <a:bodyPr vert="horz" wrap="square" lIns="0" tIns="0" rIns="0" bIns="0" rtlCol="0" anchor="ctr"/>
          <a:lstStyle/>
          <a:p>
            <a:pPr marL="0" indent="0" algn="r">
              <a:lnSpc>
                <a:spcPts val="2250"/>
              </a:lnSpc>
              <a:buNone/>
            </a:pPr>
            <a:r>
              <a:rPr lang="en-US" sz="1500" b="1" dirty="0">
                <a:solidFill>
                  <a:srgbClr val="FFFFFF"/>
                </a:solidFill>
                <a:latin typeface="Noto Sans SC" pitchFamily="34" charset="0"/>
                <a:ea typeface="Noto Sans SC" pitchFamily="34" charset="-122"/>
                <a:cs typeface="Noto Sans SC" pitchFamily="34" charset="-120"/>
              </a:rPr>
              <a:t>多模态分析</a:t>
            </a:r>
            <a:endParaRPr lang="en-US" sz="1500" dirty="0"/>
          </a:p>
        </p:txBody>
      </p:sp>
      <p:sp>
        <p:nvSpPr>
          <p:cNvPr id="48" name="SK-4-text-47"/>
          <p:cNvSpPr/>
          <p:nvPr/>
        </p:nvSpPr>
        <p:spPr>
          <a:xfrm>
            <a:off x="8382000" y="4286250"/>
            <a:ext cx="3124200" cy="371475"/>
          </a:xfrm>
          <a:prstGeom prst="rect">
            <a:avLst/>
          </a:prstGeom>
          <a:noFill/>
          <a:ln/>
        </p:spPr>
        <p:txBody>
          <a:bodyPr vert="horz" wrap="square" lIns="0" tIns="0" rIns="0" bIns="0" rtlCol="0" anchor="ctr"/>
          <a:lstStyle/>
          <a:p>
            <a:pPr marL="0" indent="0" algn="r">
              <a:lnSpc>
                <a:spcPts val="1463"/>
              </a:lnSpc>
              <a:buNone/>
            </a:pPr>
            <a:r>
              <a:rPr lang="en-US" sz="975" dirty="0">
                <a:solidFill>
                  <a:srgbClr val="A0AEC0"/>
                </a:solidFill>
                <a:latin typeface="Noto Sans SC" pitchFamily="34" charset="0"/>
                <a:ea typeface="Noto Sans SC" pitchFamily="34" charset="-122"/>
                <a:cs typeface="Noto Sans SC" pitchFamily="34" charset="-120"/>
              </a:rPr>
              <a:t>qwen-vl-max 驱动，医学影像与检验报告自动识别，多图联合深度分析。</a:t>
            </a:r>
            <a:endParaRPr lang="en-US" sz="975" dirty="0"/>
          </a:p>
        </p:txBody>
      </p:sp>
      <p:sp>
        <p:nvSpPr>
          <p:cNvPr id="51" name="SK-4-text-50"/>
          <p:cNvSpPr/>
          <p:nvPr/>
        </p:nvSpPr>
        <p:spPr>
          <a:xfrm>
            <a:off x="10191750" y="4914900"/>
            <a:ext cx="857250" cy="285750"/>
          </a:xfrm>
          <a:prstGeom prst="rect">
            <a:avLst/>
          </a:prstGeom>
          <a:noFill/>
          <a:ln/>
        </p:spPr>
        <p:txBody>
          <a:bodyPr vert="horz" wrap="square" lIns="0" tIns="0" rIns="0" bIns="0" rtlCol="0" anchor="ctr"/>
          <a:lstStyle/>
          <a:p>
            <a:pPr marL="0" indent="0" algn="r">
              <a:lnSpc>
                <a:spcPts val="2250"/>
              </a:lnSpc>
              <a:buNone/>
            </a:pPr>
            <a:r>
              <a:rPr lang="en-US" sz="1500" b="1" dirty="0">
                <a:solidFill>
                  <a:srgbClr val="FFFFFF"/>
                </a:solidFill>
                <a:latin typeface="Noto Sans SC" pitchFamily="34" charset="0"/>
                <a:ea typeface="Noto Sans SC" pitchFamily="34" charset="-122"/>
                <a:cs typeface="Noto Sans SC" pitchFamily="34" charset="-120"/>
              </a:rPr>
              <a:t>代码辅助</a:t>
            </a:r>
            <a:endParaRPr lang="en-US" sz="1500" dirty="0"/>
          </a:p>
        </p:txBody>
      </p:sp>
      <p:sp>
        <p:nvSpPr>
          <p:cNvPr id="52" name="SK-4-text-51"/>
          <p:cNvSpPr/>
          <p:nvPr/>
        </p:nvSpPr>
        <p:spPr>
          <a:xfrm>
            <a:off x="8382000" y="5257800"/>
            <a:ext cx="3124200" cy="371475"/>
          </a:xfrm>
          <a:prstGeom prst="rect">
            <a:avLst/>
          </a:prstGeom>
          <a:noFill/>
          <a:ln/>
        </p:spPr>
        <p:txBody>
          <a:bodyPr vert="horz" wrap="square" lIns="0" tIns="0" rIns="0" bIns="0" rtlCol="0" anchor="ctr"/>
          <a:lstStyle/>
          <a:p>
            <a:pPr marL="0" indent="0" algn="r">
              <a:lnSpc>
                <a:spcPts val="1463"/>
              </a:lnSpc>
              <a:buNone/>
            </a:pPr>
            <a:r>
              <a:rPr lang="en-US" sz="975" dirty="0">
                <a:solidFill>
                  <a:srgbClr val="A0AEC0"/>
                </a:solidFill>
                <a:latin typeface="Noto Sans SC" pitchFamily="34" charset="0"/>
                <a:ea typeface="Noto Sans SC" pitchFamily="34" charset="-122"/>
                <a:cs typeface="Noto Sans SC" pitchFamily="34" charset="-120"/>
              </a:rPr>
              <a:t>医学编程实操案例，内置代码执行沙箱，实现理论与实操深度融合。</a:t>
            </a:r>
            <a:endParaRPr lang="en-US" sz="975" dirty="0"/>
          </a:p>
        </p:txBody>
      </p:sp>
      <p:sp>
        <p:nvSpPr>
          <p:cNvPr id="53" name="SK-4-text-52"/>
          <p:cNvSpPr/>
          <p:nvPr/>
        </p:nvSpPr>
        <p:spPr>
          <a:xfrm>
            <a:off x="2295525" y="6496050"/>
            <a:ext cx="900113" cy="300038"/>
          </a:xfrm>
          <a:prstGeom prst="rect">
            <a:avLst/>
          </a:prstGeom>
          <a:noFill/>
          <a:ln/>
        </p:spPr>
        <p:txBody>
          <a:bodyPr vert="horz" wrap="square" lIns="0" tIns="0" rIns="0" bIns="0" rtlCol="0" anchor="ctr"/>
          <a:lstStyle/>
          <a:p>
            <a:pPr marL="0" indent="0">
              <a:lnSpc>
                <a:spcPts val="2363"/>
              </a:lnSpc>
              <a:buNone/>
            </a:pPr>
            <a:r>
              <a:rPr lang="en-US" sz="1575" b="1" dirty="0">
                <a:solidFill>
                  <a:srgbClr val="00F5FF"/>
                </a:solidFill>
              </a:rPr>
              <a:t>08</a:t>
            </a:r>
            <a:endParaRPr lang="en-US" sz="1575" dirty="0"/>
          </a:p>
        </p:txBody>
      </p:sp>
      <p:sp>
        <p:nvSpPr>
          <p:cNvPr id="54" name="SK-4-text-53"/>
          <p:cNvSpPr/>
          <p:nvPr/>
        </p:nvSpPr>
        <p:spPr>
          <a:xfrm>
            <a:off x="2619375" y="6567488"/>
            <a:ext cx="1459230" cy="157163"/>
          </a:xfrm>
          <a:prstGeom prst="rect">
            <a:avLst/>
          </a:prstGeom>
          <a:noFill/>
          <a:ln/>
        </p:spPr>
        <p:txBody>
          <a:bodyPr vert="horz" wrap="square" lIns="0" tIns="0" rIns="0" bIns="0" rtlCol="0" anchor="ctr"/>
          <a:lstStyle/>
          <a:p>
            <a:pPr marL="0" indent="0">
              <a:lnSpc>
                <a:spcPts val="1238"/>
              </a:lnSpc>
              <a:buNone/>
            </a:pPr>
            <a:r>
              <a:rPr lang="en-US" sz="825" kern="0" spc="60" dirty="0">
                <a:solidFill>
                  <a:srgbClr val="718096"/>
                </a:solidFill>
                <a:latin typeface="Noto Sans SC" pitchFamily="34" charset="0"/>
                <a:ea typeface="Noto Sans SC" pitchFamily="34" charset="-122"/>
                <a:cs typeface="Noto Sans SC" pitchFamily="34" charset="-120"/>
              </a:rPr>
              <a:t>CORE AGENTS</a:t>
            </a:r>
            <a:endParaRPr lang="en-US" sz="825" dirty="0"/>
          </a:p>
        </p:txBody>
      </p:sp>
      <p:sp>
        <p:nvSpPr>
          <p:cNvPr id="55" name="SK-4-text-54"/>
          <p:cNvSpPr/>
          <p:nvPr/>
        </p:nvSpPr>
        <p:spPr>
          <a:xfrm>
            <a:off x="3848100" y="6496050"/>
            <a:ext cx="900113" cy="300038"/>
          </a:xfrm>
          <a:prstGeom prst="rect">
            <a:avLst/>
          </a:prstGeom>
          <a:noFill/>
          <a:ln/>
        </p:spPr>
        <p:txBody>
          <a:bodyPr vert="horz" wrap="square" lIns="0" tIns="0" rIns="0" bIns="0" rtlCol="0" anchor="ctr"/>
          <a:lstStyle/>
          <a:p>
            <a:pPr marL="0" indent="0">
              <a:lnSpc>
                <a:spcPts val="2363"/>
              </a:lnSpc>
              <a:buNone/>
            </a:pPr>
            <a:r>
              <a:rPr lang="en-US" sz="1575" b="1" dirty="0">
                <a:solidFill>
                  <a:srgbClr val="00F5FF"/>
                </a:solidFill>
              </a:rPr>
              <a:t>07</a:t>
            </a:r>
            <a:endParaRPr lang="en-US" sz="1575" dirty="0"/>
          </a:p>
        </p:txBody>
      </p:sp>
      <p:sp>
        <p:nvSpPr>
          <p:cNvPr id="56" name="SK-4-text-55"/>
          <p:cNvSpPr/>
          <p:nvPr/>
        </p:nvSpPr>
        <p:spPr>
          <a:xfrm>
            <a:off x="4171950" y="6567488"/>
            <a:ext cx="1836420" cy="157163"/>
          </a:xfrm>
          <a:prstGeom prst="rect">
            <a:avLst/>
          </a:prstGeom>
          <a:noFill/>
          <a:ln/>
        </p:spPr>
        <p:txBody>
          <a:bodyPr vert="horz" wrap="square" lIns="0" tIns="0" rIns="0" bIns="0" rtlCol="0" anchor="ctr"/>
          <a:lstStyle/>
          <a:p>
            <a:pPr marL="0" indent="0">
              <a:lnSpc>
                <a:spcPts val="1238"/>
              </a:lnSpc>
              <a:buNone/>
            </a:pPr>
            <a:r>
              <a:rPr lang="en-US" sz="825" kern="0" spc="60" dirty="0">
                <a:solidFill>
                  <a:srgbClr val="718096"/>
                </a:solidFill>
                <a:latin typeface="Noto Sans SC" pitchFamily="34" charset="0"/>
                <a:ea typeface="Noto Sans SC" pitchFamily="34" charset="-122"/>
                <a:cs typeface="Noto Sans SC" pitchFamily="34" charset="-120"/>
              </a:rPr>
              <a:t>RESOURCE TYPES</a:t>
            </a:r>
            <a:endParaRPr lang="en-US" sz="825" dirty="0"/>
          </a:p>
        </p:txBody>
      </p:sp>
      <p:sp>
        <p:nvSpPr>
          <p:cNvPr id="57" name="SK-4-text-56"/>
          <p:cNvSpPr/>
          <p:nvPr/>
        </p:nvSpPr>
        <p:spPr>
          <a:xfrm>
            <a:off x="5619750" y="6496050"/>
            <a:ext cx="900113" cy="300038"/>
          </a:xfrm>
          <a:prstGeom prst="rect">
            <a:avLst/>
          </a:prstGeom>
          <a:noFill/>
          <a:ln/>
        </p:spPr>
        <p:txBody>
          <a:bodyPr vert="horz" wrap="square" lIns="0" tIns="0" rIns="0" bIns="0" rtlCol="0" anchor="ctr"/>
          <a:lstStyle/>
          <a:p>
            <a:pPr marL="0" indent="0">
              <a:lnSpc>
                <a:spcPts val="2363"/>
              </a:lnSpc>
              <a:buNone/>
            </a:pPr>
            <a:r>
              <a:rPr lang="en-US" sz="1575" b="1" dirty="0">
                <a:solidFill>
                  <a:srgbClr val="00F5FF"/>
                </a:solidFill>
              </a:rPr>
              <a:t>05</a:t>
            </a:r>
            <a:endParaRPr lang="en-US" sz="1575" dirty="0"/>
          </a:p>
        </p:txBody>
      </p:sp>
      <p:sp>
        <p:nvSpPr>
          <p:cNvPr id="58" name="SK-4-text-57"/>
          <p:cNvSpPr/>
          <p:nvPr/>
        </p:nvSpPr>
        <p:spPr>
          <a:xfrm>
            <a:off x="5943600" y="6567488"/>
            <a:ext cx="1836420" cy="157163"/>
          </a:xfrm>
          <a:prstGeom prst="rect">
            <a:avLst/>
          </a:prstGeom>
          <a:noFill/>
          <a:ln/>
        </p:spPr>
        <p:txBody>
          <a:bodyPr vert="horz" wrap="square" lIns="0" tIns="0" rIns="0" bIns="0" rtlCol="0" anchor="ctr"/>
          <a:lstStyle/>
          <a:p>
            <a:pPr marL="0" indent="0">
              <a:lnSpc>
                <a:spcPts val="1238"/>
              </a:lnSpc>
              <a:buNone/>
            </a:pPr>
            <a:r>
              <a:rPr lang="en-US" sz="825" kern="0" spc="60" dirty="0">
                <a:solidFill>
                  <a:srgbClr val="718096"/>
                </a:solidFill>
                <a:latin typeface="Noto Sans SC" pitchFamily="34" charset="0"/>
                <a:ea typeface="Noto Sans SC" pitchFamily="34" charset="-122"/>
                <a:cs typeface="Noto Sans SC" pitchFamily="34" charset="-120"/>
              </a:rPr>
              <a:t>ASSESS METRICS</a:t>
            </a:r>
            <a:endParaRPr lang="en-US" sz="825" dirty="0"/>
          </a:p>
        </p:txBody>
      </p:sp>
      <p:sp>
        <p:nvSpPr>
          <p:cNvPr id="59" name="SK-4-text-58"/>
          <p:cNvSpPr/>
          <p:nvPr/>
        </p:nvSpPr>
        <p:spPr>
          <a:xfrm>
            <a:off x="7743825" y="6567488"/>
            <a:ext cx="3973830" cy="157163"/>
          </a:xfrm>
          <a:prstGeom prst="rect">
            <a:avLst/>
          </a:prstGeom>
          <a:noFill/>
          <a:ln/>
        </p:spPr>
        <p:txBody>
          <a:bodyPr vert="horz" wrap="square" lIns="0" tIns="0" rIns="0" bIns="0" rtlCol="0" anchor="ctr"/>
          <a:lstStyle/>
          <a:p>
            <a:pPr marL="0" indent="0">
              <a:lnSpc>
                <a:spcPts val="1238"/>
              </a:lnSpc>
              <a:buNone/>
            </a:pPr>
            <a:r>
              <a:rPr lang="en-US" sz="825" kern="0" spc="60" dirty="0">
                <a:solidFill>
                  <a:srgbClr val="00F5FF"/>
                </a:solidFill>
                <a:latin typeface="Noto Sans SC" pitchFamily="34" charset="0"/>
                <a:ea typeface="Noto Sans SC" pitchFamily="34" charset="-122"/>
                <a:cs typeface="Noto Sans SC" pitchFamily="34" charset="-120"/>
              </a:rPr>
              <a:t>FULL LIFE CYCLE PERSONALIZATION</a:t>
            </a:r>
            <a:endParaRPr lang="en-US" sz="825"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SK-5-img-1" descr="preencoded.png"/>
          <p:cNvPicPr>
            <a:picLocks noChangeAspect="1"/>
          </p:cNvPicPr>
          <p:nvPr/>
        </p:nvPicPr>
        <p:blipFill>
          <a:blip r:embed="rId3"/>
          <a:stretch>
            <a:fillRect/>
          </a:stretch>
        </p:blipFill>
        <p:spPr>
          <a:xfrm>
            <a:off x="0" y="0"/>
            <a:ext cx="12192000" cy="6858000"/>
          </a:xfrm>
          <a:prstGeom prst="rect">
            <a:avLst/>
          </a:prstGeom>
        </p:spPr>
      </p:pic>
      <p:pic>
        <p:nvPicPr>
          <p:cNvPr id="3" name="SK-5-img-2" descr="preencoded.png"/>
          <p:cNvPicPr>
            <a:picLocks noChangeAspect="1"/>
          </p:cNvPicPr>
          <p:nvPr/>
        </p:nvPicPr>
        <p:blipFill>
          <a:blip r:embed="rId4"/>
          <a:stretch>
            <a:fillRect/>
          </a:stretch>
        </p:blipFill>
        <p:spPr>
          <a:xfrm>
            <a:off x="0" y="0"/>
            <a:ext cx="12192000" cy="6858000"/>
          </a:xfrm>
          <a:prstGeom prst="rect">
            <a:avLst/>
          </a:prstGeom>
        </p:spPr>
      </p:pic>
      <p:pic>
        <p:nvPicPr>
          <p:cNvPr id="4" name="SK-5-img-3" descr="preencoded.png"/>
          <p:cNvPicPr>
            <a:picLocks noChangeAspect="1"/>
          </p:cNvPicPr>
          <p:nvPr/>
        </p:nvPicPr>
        <p:blipFill>
          <a:blip r:embed="rId5"/>
          <a:stretch>
            <a:fillRect/>
          </a:stretch>
        </p:blipFill>
        <p:spPr>
          <a:xfrm>
            <a:off x="571500" y="381000"/>
            <a:ext cx="1962150" cy="238125"/>
          </a:xfrm>
          <a:prstGeom prst="rect">
            <a:avLst/>
          </a:prstGeom>
        </p:spPr>
      </p:pic>
      <p:pic>
        <p:nvPicPr>
          <p:cNvPr id="5" name="SK-5-img-4" descr="preencoded.png"/>
          <p:cNvPicPr>
            <a:picLocks noChangeAspect="1"/>
          </p:cNvPicPr>
          <p:nvPr/>
        </p:nvPicPr>
        <p:blipFill>
          <a:blip r:embed="rId6"/>
          <a:stretch>
            <a:fillRect/>
          </a:stretch>
        </p:blipFill>
        <p:spPr>
          <a:xfrm>
            <a:off x="2647950" y="495300"/>
            <a:ext cx="8972550" cy="9525"/>
          </a:xfrm>
          <a:prstGeom prst="rect">
            <a:avLst/>
          </a:prstGeom>
        </p:spPr>
      </p:pic>
      <p:pic>
        <p:nvPicPr>
          <p:cNvPr id="6" name="SK-5-img-5" descr="preencoded.png"/>
          <p:cNvPicPr>
            <a:picLocks noChangeAspect="1"/>
          </p:cNvPicPr>
          <p:nvPr/>
        </p:nvPicPr>
        <p:blipFill>
          <a:blip r:embed="rId7"/>
          <a:stretch>
            <a:fillRect/>
          </a:stretch>
        </p:blipFill>
        <p:spPr>
          <a:xfrm>
            <a:off x="571500" y="1390650"/>
            <a:ext cx="38100" cy="38100"/>
          </a:xfrm>
          <a:prstGeom prst="rect">
            <a:avLst/>
          </a:prstGeom>
        </p:spPr>
      </p:pic>
      <p:pic>
        <p:nvPicPr>
          <p:cNvPr id="7" name="SK-5-img-6" descr="preencoded.png"/>
          <p:cNvPicPr>
            <a:picLocks noChangeAspect="1"/>
          </p:cNvPicPr>
          <p:nvPr/>
        </p:nvPicPr>
        <p:blipFill>
          <a:blip r:embed="rId8"/>
          <a:stretch>
            <a:fillRect/>
          </a:stretch>
        </p:blipFill>
        <p:spPr>
          <a:xfrm>
            <a:off x="571500" y="2360414"/>
            <a:ext cx="238125" cy="190500"/>
          </a:xfrm>
          <a:prstGeom prst="rect">
            <a:avLst/>
          </a:prstGeom>
        </p:spPr>
      </p:pic>
      <p:pic>
        <p:nvPicPr>
          <p:cNvPr id="8" name="SK-5-img-7" descr="preencoded.png"/>
          <p:cNvPicPr>
            <a:picLocks noChangeAspect="1"/>
          </p:cNvPicPr>
          <p:nvPr/>
        </p:nvPicPr>
        <p:blipFill>
          <a:blip r:embed="rId9"/>
          <a:stretch>
            <a:fillRect/>
          </a:stretch>
        </p:blipFill>
        <p:spPr>
          <a:xfrm>
            <a:off x="571500" y="2750939"/>
            <a:ext cx="3188940" cy="696218"/>
          </a:xfrm>
          <a:prstGeom prst="rect">
            <a:avLst/>
          </a:prstGeom>
        </p:spPr>
      </p:pic>
      <p:pic>
        <p:nvPicPr>
          <p:cNvPr id="9" name="SK-5-img-8" descr="preencoded.png"/>
          <p:cNvPicPr>
            <a:picLocks noChangeAspect="1"/>
          </p:cNvPicPr>
          <p:nvPr/>
        </p:nvPicPr>
        <p:blipFill>
          <a:blip r:embed="rId10"/>
          <a:stretch>
            <a:fillRect/>
          </a:stretch>
        </p:blipFill>
        <p:spPr>
          <a:xfrm>
            <a:off x="685800" y="2865239"/>
            <a:ext cx="381000" cy="381000"/>
          </a:xfrm>
          <a:prstGeom prst="rect">
            <a:avLst/>
          </a:prstGeom>
        </p:spPr>
      </p:pic>
      <p:pic>
        <p:nvPicPr>
          <p:cNvPr id="10" name="SK-5-img-9" descr="preencoded.png"/>
          <p:cNvPicPr>
            <a:picLocks noChangeAspect="1"/>
          </p:cNvPicPr>
          <p:nvPr/>
        </p:nvPicPr>
        <p:blipFill>
          <a:blip r:embed="rId11"/>
          <a:stretch>
            <a:fillRect/>
          </a:stretch>
        </p:blipFill>
        <p:spPr>
          <a:xfrm>
            <a:off x="769144" y="2968079"/>
            <a:ext cx="214313" cy="175320"/>
          </a:xfrm>
          <a:prstGeom prst="rect">
            <a:avLst/>
          </a:prstGeom>
        </p:spPr>
      </p:pic>
      <p:pic>
        <p:nvPicPr>
          <p:cNvPr id="11" name="SK-5-img-10" descr="preencoded.png"/>
          <p:cNvPicPr>
            <a:picLocks noChangeAspect="1"/>
          </p:cNvPicPr>
          <p:nvPr/>
        </p:nvPicPr>
        <p:blipFill>
          <a:blip r:embed="rId9"/>
          <a:stretch>
            <a:fillRect/>
          </a:stretch>
        </p:blipFill>
        <p:spPr>
          <a:xfrm>
            <a:off x="3874740" y="2750939"/>
            <a:ext cx="3188940" cy="696218"/>
          </a:xfrm>
          <a:prstGeom prst="rect">
            <a:avLst/>
          </a:prstGeom>
        </p:spPr>
      </p:pic>
      <p:pic>
        <p:nvPicPr>
          <p:cNvPr id="12" name="SK-5-img-11" descr="preencoded.png"/>
          <p:cNvPicPr>
            <a:picLocks noChangeAspect="1"/>
          </p:cNvPicPr>
          <p:nvPr/>
        </p:nvPicPr>
        <p:blipFill>
          <a:blip r:embed="rId10"/>
          <a:stretch>
            <a:fillRect/>
          </a:stretch>
        </p:blipFill>
        <p:spPr>
          <a:xfrm>
            <a:off x="3989040" y="2865239"/>
            <a:ext cx="381000" cy="381000"/>
          </a:xfrm>
          <a:prstGeom prst="rect">
            <a:avLst/>
          </a:prstGeom>
        </p:spPr>
      </p:pic>
      <p:pic>
        <p:nvPicPr>
          <p:cNvPr id="13" name="SK-5-img-12" descr="preencoded.png"/>
          <p:cNvPicPr>
            <a:picLocks noChangeAspect="1"/>
          </p:cNvPicPr>
          <p:nvPr/>
        </p:nvPicPr>
        <p:blipFill>
          <a:blip r:embed="rId12"/>
          <a:stretch>
            <a:fillRect/>
          </a:stretch>
        </p:blipFill>
        <p:spPr>
          <a:xfrm>
            <a:off x="4072384" y="2968079"/>
            <a:ext cx="214313" cy="175320"/>
          </a:xfrm>
          <a:prstGeom prst="rect">
            <a:avLst/>
          </a:prstGeom>
        </p:spPr>
      </p:pic>
      <p:pic>
        <p:nvPicPr>
          <p:cNvPr id="14" name="SK-5-img-13" descr="preencoded.png"/>
          <p:cNvPicPr>
            <a:picLocks noChangeAspect="1"/>
          </p:cNvPicPr>
          <p:nvPr/>
        </p:nvPicPr>
        <p:blipFill>
          <a:blip r:embed="rId9"/>
          <a:stretch>
            <a:fillRect/>
          </a:stretch>
        </p:blipFill>
        <p:spPr>
          <a:xfrm>
            <a:off x="571500" y="3561457"/>
            <a:ext cx="3188940" cy="696218"/>
          </a:xfrm>
          <a:prstGeom prst="rect">
            <a:avLst/>
          </a:prstGeom>
        </p:spPr>
      </p:pic>
      <p:pic>
        <p:nvPicPr>
          <p:cNvPr id="15" name="SK-5-img-14" descr="preencoded.png"/>
          <p:cNvPicPr>
            <a:picLocks noChangeAspect="1"/>
          </p:cNvPicPr>
          <p:nvPr/>
        </p:nvPicPr>
        <p:blipFill>
          <a:blip r:embed="rId10"/>
          <a:stretch>
            <a:fillRect/>
          </a:stretch>
        </p:blipFill>
        <p:spPr>
          <a:xfrm>
            <a:off x="685800" y="3675757"/>
            <a:ext cx="381000" cy="381000"/>
          </a:xfrm>
          <a:prstGeom prst="rect">
            <a:avLst/>
          </a:prstGeom>
        </p:spPr>
      </p:pic>
      <p:pic>
        <p:nvPicPr>
          <p:cNvPr id="16" name="SK-5-img-15" descr="preencoded.png"/>
          <p:cNvPicPr>
            <a:picLocks noChangeAspect="1"/>
          </p:cNvPicPr>
          <p:nvPr/>
        </p:nvPicPr>
        <p:blipFill>
          <a:blip r:embed="rId13"/>
          <a:stretch>
            <a:fillRect/>
          </a:stretch>
        </p:blipFill>
        <p:spPr>
          <a:xfrm>
            <a:off x="769144" y="3778597"/>
            <a:ext cx="214313" cy="175320"/>
          </a:xfrm>
          <a:prstGeom prst="rect">
            <a:avLst/>
          </a:prstGeom>
        </p:spPr>
      </p:pic>
      <p:pic>
        <p:nvPicPr>
          <p:cNvPr id="17" name="SK-5-img-16" descr="preencoded.png"/>
          <p:cNvPicPr>
            <a:picLocks noChangeAspect="1"/>
          </p:cNvPicPr>
          <p:nvPr/>
        </p:nvPicPr>
        <p:blipFill>
          <a:blip r:embed="rId9"/>
          <a:stretch>
            <a:fillRect/>
          </a:stretch>
        </p:blipFill>
        <p:spPr>
          <a:xfrm>
            <a:off x="3874740" y="3561457"/>
            <a:ext cx="3188940" cy="696218"/>
          </a:xfrm>
          <a:prstGeom prst="rect">
            <a:avLst/>
          </a:prstGeom>
        </p:spPr>
      </p:pic>
      <p:pic>
        <p:nvPicPr>
          <p:cNvPr id="18" name="SK-5-img-17" descr="preencoded.png"/>
          <p:cNvPicPr>
            <a:picLocks noChangeAspect="1"/>
          </p:cNvPicPr>
          <p:nvPr/>
        </p:nvPicPr>
        <p:blipFill>
          <a:blip r:embed="rId10"/>
          <a:stretch>
            <a:fillRect/>
          </a:stretch>
        </p:blipFill>
        <p:spPr>
          <a:xfrm>
            <a:off x="3989040" y="3675757"/>
            <a:ext cx="381000" cy="381000"/>
          </a:xfrm>
          <a:prstGeom prst="rect">
            <a:avLst/>
          </a:prstGeom>
        </p:spPr>
      </p:pic>
      <p:pic>
        <p:nvPicPr>
          <p:cNvPr id="19" name="SK-5-img-18" descr="preencoded.png"/>
          <p:cNvPicPr>
            <a:picLocks noChangeAspect="1"/>
          </p:cNvPicPr>
          <p:nvPr/>
        </p:nvPicPr>
        <p:blipFill>
          <a:blip r:embed="rId14"/>
          <a:stretch>
            <a:fillRect/>
          </a:stretch>
        </p:blipFill>
        <p:spPr>
          <a:xfrm>
            <a:off x="4072384" y="3778597"/>
            <a:ext cx="214313" cy="175320"/>
          </a:xfrm>
          <a:prstGeom prst="rect">
            <a:avLst/>
          </a:prstGeom>
        </p:spPr>
      </p:pic>
      <p:pic>
        <p:nvPicPr>
          <p:cNvPr id="20" name="SK-5-img-19" descr="preencoded.png"/>
          <p:cNvPicPr>
            <a:picLocks noChangeAspect="1"/>
          </p:cNvPicPr>
          <p:nvPr/>
        </p:nvPicPr>
        <p:blipFill>
          <a:blip r:embed="rId9"/>
          <a:stretch>
            <a:fillRect/>
          </a:stretch>
        </p:blipFill>
        <p:spPr>
          <a:xfrm>
            <a:off x="571500" y="4371975"/>
            <a:ext cx="3188940" cy="696218"/>
          </a:xfrm>
          <a:prstGeom prst="rect">
            <a:avLst/>
          </a:prstGeom>
        </p:spPr>
      </p:pic>
      <p:pic>
        <p:nvPicPr>
          <p:cNvPr id="21" name="SK-5-img-20" descr="preencoded.png"/>
          <p:cNvPicPr>
            <a:picLocks noChangeAspect="1"/>
          </p:cNvPicPr>
          <p:nvPr/>
        </p:nvPicPr>
        <p:blipFill>
          <a:blip r:embed="rId15"/>
          <a:stretch>
            <a:fillRect/>
          </a:stretch>
        </p:blipFill>
        <p:spPr>
          <a:xfrm>
            <a:off x="685800" y="4486275"/>
            <a:ext cx="381000" cy="381000"/>
          </a:xfrm>
          <a:prstGeom prst="rect">
            <a:avLst/>
          </a:prstGeom>
        </p:spPr>
      </p:pic>
      <p:pic>
        <p:nvPicPr>
          <p:cNvPr id="22" name="SK-5-img-21" descr="preencoded.png"/>
          <p:cNvPicPr>
            <a:picLocks noChangeAspect="1"/>
          </p:cNvPicPr>
          <p:nvPr/>
        </p:nvPicPr>
        <p:blipFill>
          <a:blip r:embed="rId16"/>
          <a:stretch>
            <a:fillRect/>
          </a:stretch>
        </p:blipFill>
        <p:spPr>
          <a:xfrm>
            <a:off x="769144" y="4589115"/>
            <a:ext cx="214313" cy="175320"/>
          </a:xfrm>
          <a:prstGeom prst="rect">
            <a:avLst/>
          </a:prstGeom>
        </p:spPr>
      </p:pic>
      <p:pic>
        <p:nvPicPr>
          <p:cNvPr id="23" name="SK-5-img-22" descr="preencoded.png"/>
          <p:cNvPicPr>
            <a:picLocks noChangeAspect="1"/>
          </p:cNvPicPr>
          <p:nvPr/>
        </p:nvPicPr>
        <p:blipFill>
          <a:blip r:embed="rId9"/>
          <a:stretch>
            <a:fillRect/>
          </a:stretch>
        </p:blipFill>
        <p:spPr>
          <a:xfrm>
            <a:off x="3874740" y="4371975"/>
            <a:ext cx="3188940" cy="696218"/>
          </a:xfrm>
          <a:prstGeom prst="rect">
            <a:avLst/>
          </a:prstGeom>
        </p:spPr>
      </p:pic>
      <p:pic>
        <p:nvPicPr>
          <p:cNvPr id="24" name="SK-5-img-23" descr="preencoded.png"/>
          <p:cNvPicPr>
            <a:picLocks noChangeAspect="1"/>
          </p:cNvPicPr>
          <p:nvPr/>
        </p:nvPicPr>
        <p:blipFill>
          <a:blip r:embed="rId17"/>
          <a:stretch>
            <a:fillRect/>
          </a:stretch>
        </p:blipFill>
        <p:spPr>
          <a:xfrm>
            <a:off x="3989040" y="4486275"/>
            <a:ext cx="381000" cy="381000"/>
          </a:xfrm>
          <a:prstGeom prst="rect">
            <a:avLst/>
          </a:prstGeom>
        </p:spPr>
      </p:pic>
      <p:pic>
        <p:nvPicPr>
          <p:cNvPr id="25" name="SK-5-img-24" descr="preencoded.png"/>
          <p:cNvPicPr>
            <a:picLocks noChangeAspect="1"/>
          </p:cNvPicPr>
          <p:nvPr/>
        </p:nvPicPr>
        <p:blipFill>
          <a:blip r:embed="rId18"/>
          <a:stretch>
            <a:fillRect/>
          </a:stretch>
        </p:blipFill>
        <p:spPr>
          <a:xfrm>
            <a:off x="4072384" y="4589115"/>
            <a:ext cx="214313" cy="175320"/>
          </a:xfrm>
          <a:prstGeom prst="rect">
            <a:avLst/>
          </a:prstGeom>
        </p:spPr>
      </p:pic>
      <p:pic>
        <p:nvPicPr>
          <p:cNvPr id="26" name="SK-5-img-25" descr="preencoded.png"/>
          <p:cNvPicPr>
            <a:picLocks noChangeAspect="1"/>
          </p:cNvPicPr>
          <p:nvPr/>
        </p:nvPicPr>
        <p:blipFill>
          <a:blip r:embed="rId9"/>
          <a:stretch>
            <a:fillRect/>
          </a:stretch>
        </p:blipFill>
        <p:spPr>
          <a:xfrm>
            <a:off x="571500" y="5182493"/>
            <a:ext cx="3188940" cy="696218"/>
          </a:xfrm>
          <a:prstGeom prst="rect">
            <a:avLst/>
          </a:prstGeom>
        </p:spPr>
      </p:pic>
      <p:pic>
        <p:nvPicPr>
          <p:cNvPr id="27" name="SK-5-img-26" descr="preencoded.png"/>
          <p:cNvPicPr>
            <a:picLocks noChangeAspect="1"/>
          </p:cNvPicPr>
          <p:nvPr/>
        </p:nvPicPr>
        <p:blipFill>
          <a:blip r:embed="rId10"/>
          <a:stretch>
            <a:fillRect/>
          </a:stretch>
        </p:blipFill>
        <p:spPr>
          <a:xfrm>
            <a:off x="685800" y="5296793"/>
            <a:ext cx="381000" cy="381000"/>
          </a:xfrm>
          <a:prstGeom prst="rect">
            <a:avLst/>
          </a:prstGeom>
        </p:spPr>
      </p:pic>
      <p:pic>
        <p:nvPicPr>
          <p:cNvPr id="28" name="SK-5-img-27" descr="preencoded.png"/>
          <p:cNvPicPr>
            <a:picLocks noChangeAspect="1"/>
          </p:cNvPicPr>
          <p:nvPr/>
        </p:nvPicPr>
        <p:blipFill>
          <a:blip r:embed="rId19"/>
          <a:stretch>
            <a:fillRect/>
          </a:stretch>
        </p:blipFill>
        <p:spPr>
          <a:xfrm>
            <a:off x="769144" y="5399633"/>
            <a:ext cx="214313" cy="175320"/>
          </a:xfrm>
          <a:prstGeom prst="rect">
            <a:avLst/>
          </a:prstGeom>
        </p:spPr>
      </p:pic>
      <p:pic>
        <p:nvPicPr>
          <p:cNvPr id="29" name="SK-5-img-28" descr="preencoded.png"/>
          <p:cNvPicPr>
            <a:picLocks noChangeAspect="1"/>
          </p:cNvPicPr>
          <p:nvPr/>
        </p:nvPicPr>
        <p:blipFill>
          <a:blip r:embed="rId9"/>
          <a:stretch>
            <a:fillRect/>
          </a:stretch>
        </p:blipFill>
        <p:spPr>
          <a:xfrm>
            <a:off x="3874740" y="5182493"/>
            <a:ext cx="3188940" cy="696218"/>
          </a:xfrm>
          <a:prstGeom prst="rect">
            <a:avLst/>
          </a:prstGeom>
        </p:spPr>
      </p:pic>
      <p:pic>
        <p:nvPicPr>
          <p:cNvPr id="30" name="SK-5-img-29" descr="preencoded.png"/>
          <p:cNvPicPr>
            <a:picLocks noChangeAspect="1"/>
          </p:cNvPicPr>
          <p:nvPr/>
        </p:nvPicPr>
        <p:blipFill>
          <a:blip r:embed="rId10"/>
          <a:stretch>
            <a:fillRect/>
          </a:stretch>
        </p:blipFill>
        <p:spPr>
          <a:xfrm>
            <a:off x="3989040" y="5296793"/>
            <a:ext cx="381000" cy="381000"/>
          </a:xfrm>
          <a:prstGeom prst="rect">
            <a:avLst/>
          </a:prstGeom>
        </p:spPr>
      </p:pic>
      <p:pic>
        <p:nvPicPr>
          <p:cNvPr id="31" name="SK-5-img-30" descr="preencoded.png"/>
          <p:cNvPicPr>
            <a:picLocks noChangeAspect="1"/>
          </p:cNvPicPr>
          <p:nvPr/>
        </p:nvPicPr>
        <p:blipFill>
          <a:blip r:embed="rId20"/>
          <a:stretch>
            <a:fillRect/>
          </a:stretch>
        </p:blipFill>
        <p:spPr>
          <a:xfrm>
            <a:off x="4072384" y="5399633"/>
            <a:ext cx="214313" cy="175320"/>
          </a:xfrm>
          <a:prstGeom prst="rect">
            <a:avLst/>
          </a:prstGeom>
        </p:spPr>
      </p:pic>
      <p:pic>
        <p:nvPicPr>
          <p:cNvPr id="32" name="SK-5-img-31" descr="preencoded.png"/>
          <p:cNvPicPr>
            <a:picLocks noChangeAspect="1"/>
          </p:cNvPicPr>
          <p:nvPr/>
        </p:nvPicPr>
        <p:blipFill>
          <a:blip r:embed="rId21"/>
          <a:stretch>
            <a:fillRect/>
          </a:stretch>
        </p:blipFill>
        <p:spPr>
          <a:xfrm>
            <a:off x="7292280" y="1781175"/>
            <a:ext cx="190500" cy="152400"/>
          </a:xfrm>
          <a:prstGeom prst="rect">
            <a:avLst/>
          </a:prstGeom>
        </p:spPr>
      </p:pic>
      <p:pic>
        <p:nvPicPr>
          <p:cNvPr id="33" name="SK-5-img-32" descr="preencoded.png"/>
          <p:cNvPicPr>
            <a:picLocks noChangeAspect="1"/>
          </p:cNvPicPr>
          <p:nvPr/>
        </p:nvPicPr>
        <p:blipFill>
          <a:blip r:embed="rId22"/>
          <a:stretch>
            <a:fillRect/>
          </a:stretch>
        </p:blipFill>
        <p:spPr>
          <a:xfrm>
            <a:off x="7292280" y="2190750"/>
            <a:ext cx="4328220" cy="1098500"/>
          </a:xfrm>
          <a:prstGeom prst="rect">
            <a:avLst/>
          </a:prstGeom>
        </p:spPr>
      </p:pic>
      <p:pic>
        <p:nvPicPr>
          <p:cNvPr id="34" name="SK-5-img-33" descr="preencoded.png"/>
          <p:cNvPicPr>
            <a:picLocks noChangeAspect="1"/>
          </p:cNvPicPr>
          <p:nvPr/>
        </p:nvPicPr>
        <p:blipFill>
          <a:blip r:embed="rId22"/>
          <a:stretch>
            <a:fillRect/>
          </a:stretch>
        </p:blipFill>
        <p:spPr>
          <a:xfrm>
            <a:off x="7292280" y="3403550"/>
            <a:ext cx="4328220" cy="1098500"/>
          </a:xfrm>
          <a:prstGeom prst="rect">
            <a:avLst/>
          </a:prstGeom>
        </p:spPr>
      </p:pic>
      <p:pic>
        <p:nvPicPr>
          <p:cNvPr id="35" name="SK-5-img-34" descr="preencoded.png"/>
          <p:cNvPicPr>
            <a:picLocks noChangeAspect="1"/>
          </p:cNvPicPr>
          <p:nvPr/>
        </p:nvPicPr>
        <p:blipFill>
          <a:blip r:embed="rId22"/>
          <a:stretch>
            <a:fillRect/>
          </a:stretch>
        </p:blipFill>
        <p:spPr>
          <a:xfrm>
            <a:off x="7292280" y="4616351"/>
            <a:ext cx="4328220" cy="1098500"/>
          </a:xfrm>
          <a:prstGeom prst="rect">
            <a:avLst/>
          </a:prstGeom>
        </p:spPr>
      </p:pic>
      <p:pic>
        <p:nvPicPr>
          <p:cNvPr id="36" name="SK-5-img-35" descr="preencoded.png"/>
          <p:cNvPicPr>
            <a:picLocks noChangeAspect="1"/>
          </p:cNvPicPr>
          <p:nvPr/>
        </p:nvPicPr>
        <p:blipFill>
          <a:blip r:embed="rId23"/>
          <a:stretch>
            <a:fillRect/>
          </a:stretch>
        </p:blipFill>
        <p:spPr>
          <a:xfrm>
            <a:off x="7292280" y="5981700"/>
            <a:ext cx="952500" cy="209550"/>
          </a:xfrm>
          <a:prstGeom prst="rect">
            <a:avLst/>
          </a:prstGeom>
        </p:spPr>
      </p:pic>
      <p:pic>
        <p:nvPicPr>
          <p:cNvPr id="37" name="SK-5-img-36" descr="preencoded.png"/>
          <p:cNvPicPr>
            <a:picLocks noChangeAspect="1"/>
          </p:cNvPicPr>
          <p:nvPr/>
        </p:nvPicPr>
        <p:blipFill>
          <a:blip r:embed="rId24"/>
          <a:stretch>
            <a:fillRect/>
          </a:stretch>
        </p:blipFill>
        <p:spPr>
          <a:xfrm>
            <a:off x="8320980" y="5981700"/>
            <a:ext cx="885825" cy="209550"/>
          </a:xfrm>
          <a:prstGeom prst="rect">
            <a:avLst/>
          </a:prstGeom>
        </p:spPr>
      </p:pic>
      <p:pic>
        <p:nvPicPr>
          <p:cNvPr id="38" name="SK-5-img-37" descr="preencoded.png"/>
          <p:cNvPicPr>
            <a:picLocks noChangeAspect="1"/>
          </p:cNvPicPr>
          <p:nvPr/>
        </p:nvPicPr>
        <p:blipFill>
          <a:blip r:embed="rId25"/>
          <a:stretch>
            <a:fillRect/>
          </a:stretch>
        </p:blipFill>
        <p:spPr>
          <a:xfrm>
            <a:off x="9283005" y="5981700"/>
            <a:ext cx="1352550" cy="209550"/>
          </a:xfrm>
          <a:prstGeom prst="rect">
            <a:avLst/>
          </a:prstGeom>
        </p:spPr>
      </p:pic>
      <p:pic>
        <p:nvPicPr>
          <p:cNvPr id="39" name="SK-5-img-38" descr="preencoded.png"/>
          <p:cNvPicPr>
            <a:picLocks noChangeAspect="1"/>
          </p:cNvPicPr>
          <p:nvPr/>
        </p:nvPicPr>
        <p:blipFill>
          <a:blip r:embed="rId26"/>
          <a:stretch>
            <a:fillRect/>
          </a:stretch>
        </p:blipFill>
        <p:spPr>
          <a:xfrm>
            <a:off x="7292280" y="6267450"/>
            <a:ext cx="1152525" cy="209550"/>
          </a:xfrm>
          <a:prstGeom prst="rect">
            <a:avLst/>
          </a:prstGeom>
        </p:spPr>
      </p:pic>
      <p:sp>
        <p:nvSpPr>
          <p:cNvPr id="40" name="SK-5-text-39"/>
          <p:cNvSpPr/>
          <p:nvPr/>
        </p:nvSpPr>
        <p:spPr>
          <a:xfrm>
            <a:off x="647700" y="381000"/>
            <a:ext cx="3077222" cy="238125"/>
          </a:xfrm>
          <a:prstGeom prst="rect">
            <a:avLst/>
          </a:prstGeom>
          <a:noFill/>
          <a:ln/>
        </p:spPr>
        <p:txBody>
          <a:bodyPr vert="horz" wrap="square" lIns="0" tIns="0" rIns="0" bIns="0" rtlCol="0" anchor="ctr"/>
          <a:lstStyle/>
          <a:p>
            <a:pPr marL="0" indent="0">
              <a:lnSpc>
                <a:spcPts val="1575"/>
              </a:lnSpc>
              <a:buNone/>
            </a:pPr>
            <a:r>
              <a:rPr lang="en-US" sz="1050" kern="0" spc="120" dirty="0">
                <a:solidFill>
                  <a:srgbClr val="00F5FF"/>
                </a:solidFill>
              </a:rPr>
              <a:t>TECHNICAL MODULE 01</a:t>
            </a:r>
            <a:endParaRPr lang="en-US" sz="1050" dirty="0"/>
          </a:p>
        </p:txBody>
      </p:sp>
      <p:sp>
        <p:nvSpPr>
          <p:cNvPr id="41" name="SK-5-text-40"/>
          <p:cNvSpPr/>
          <p:nvPr/>
        </p:nvSpPr>
        <p:spPr>
          <a:xfrm>
            <a:off x="571500" y="695325"/>
            <a:ext cx="11049000" cy="485775"/>
          </a:xfrm>
          <a:prstGeom prst="rect">
            <a:avLst/>
          </a:prstGeom>
          <a:noFill/>
          <a:ln/>
        </p:spPr>
        <p:txBody>
          <a:bodyPr vert="horz" wrap="square" lIns="0" tIns="0" rIns="0" bIns="0" rtlCol="0" anchor="ctr"/>
          <a:lstStyle/>
          <a:p>
            <a:pPr marL="0" indent="0">
              <a:lnSpc>
                <a:spcPts val="3825"/>
              </a:lnSpc>
              <a:buNone/>
            </a:pPr>
            <a:r>
              <a:rPr lang="en-US" sz="2550" b="1" dirty="0">
                <a:solidFill>
                  <a:srgbClr val="7B61FF"/>
                </a:solidFill>
                <a:latin typeface="Noto Sans SC" pitchFamily="34" charset="0"/>
                <a:ea typeface="Noto Sans SC" pitchFamily="34" charset="-122"/>
                <a:cs typeface="Noto Sans SC" pitchFamily="34" charset="-120"/>
              </a:rPr>
              <a:t>#</a:t>
            </a:r>
            <a:r>
              <a:rPr lang="en-US" sz="2550" b="1" dirty="0">
                <a:solidFill>
                  <a:srgbClr val="FFFFFF"/>
                </a:solidFill>
                <a:latin typeface="Noto Sans SC" pitchFamily="34" charset="0"/>
                <a:ea typeface="Noto Sans SC" pitchFamily="34" charset="-122"/>
                <a:cs typeface="Noto Sans SC" pitchFamily="34" charset="-120"/>
              </a:rPr>
              <a:t>模块一：对话式学习画像自主构建</a:t>
            </a:r>
            <a:endParaRPr lang="en-US" sz="2550" dirty="0"/>
          </a:p>
        </p:txBody>
      </p:sp>
      <p:sp>
        <p:nvSpPr>
          <p:cNvPr id="42" name="SK-5-text-41"/>
          <p:cNvSpPr/>
          <p:nvPr/>
        </p:nvSpPr>
        <p:spPr>
          <a:xfrm>
            <a:off x="685800" y="1295400"/>
            <a:ext cx="11506200" cy="228600"/>
          </a:xfrm>
          <a:prstGeom prst="rect">
            <a:avLst/>
          </a:prstGeom>
          <a:noFill/>
          <a:ln/>
        </p:spPr>
        <p:txBody>
          <a:bodyPr vert="horz" wrap="square" lIns="0" tIns="0" rIns="0" bIns="0" rtlCol="0" anchor="ctr"/>
          <a:lstStyle/>
          <a:p>
            <a:pPr marL="0" indent="0">
              <a:lnSpc>
                <a:spcPts val="1800"/>
              </a:lnSpc>
              <a:buNone/>
            </a:pPr>
            <a:r>
              <a:rPr lang="en-US" sz="1200" dirty="0">
                <a:solidFill>
                  <a:srgbClr val="A0AEC0"/>
                </a:solidFill>
                <a:latin typeface="Noto Sans SC" pitchFamily="34" charset="0"/>
                <a:ea typeface="Noto Sans SC" pitchFamily="34" charset="-122"/>
                <a:cs typeface="Noto Sans SC" pitchFamily="34" charset="-120"/>
              </a:rPr>
              <a:t>通过自然语言对话动态构建8维度结构化画像，支持特征自动抽取与随学随新的动态更新机制。</a:t>
            </a:r>
            <a:endParaRPr lang="en-US" sz="1200" dirty="0"/>
          </a:p>
        </p:txBody>
      </p:sp>
      <p:sp>
        <p:nvSpPr>
          <p:cNvPr id="43" name="SK-5-text-42"/>
          <p:cNvSpPr/>
          <p:nvPr/>
        </p:nvSpPr>
        <p:spPr>
          <a:xfrm>
            <a:off x="885825" y="2312789"/>
            <a:ext cx="6492180" cy="285750"/>
          </a:xfrm>
          <a:prstGeom prst="rect">
            <a:avLst/>
          </a:prstGeom>
          <a:noFill/>
          <a:ln/>
        </p:spPr>
        <p:txBody>
          <a:bodyPr vert="horz" wrap="square" lIns="0" tIns="0" rIns="0" bIns="0" rtlCol="0" anchor="ctr"/>
          <a:lstStyle/>
          <a:p>
            <a:pPr marL="0" indent="0">
              <a:lnSpc>
                <a:spcPts val="2250"/>
              </a:lnSpc>
              <a:buNone/>
            </a:pPr>
            <a:r>
              <a:rPr lang="en-US" sz="1500" b="1" dirty="0">
                <a:solidFill>
                  <a:srgbClr val="00F5FF"/>
                </a:solidFill>
                <a:latin typeface="Noto Sans SC" pitchFamily="34" charset="0"/>
                <a:ea typeface="Noto Sans SC" pitchFamily="34" charset="-122"/>
                <a:cs typeface="Noto Sans SC" pitchFamily="34" charset="-120"/>
              </a:rPr>
              <a:t>8维度动态数字画像</a:t>
            </a:r>
            <a:endParaRPr lang="en-US" sz="1500" dirty="0"/>
          </a:p>
        </p:txBody>
      </p:sp>
      <p:sp>
        <p:nvSpPr>
          <p:cNvPr id="44" name="SK-5-text-43"/>
          <p:cNvSpPr/>
          <p:nvPr/>
        </p:nvSpPr>
        <p:spPr>
          <a:xfrm>
            <a:off x="1181100" y="2865239"/>
            <a:ext cx="2214563" cy="242888"/>
          </a:xfrm>
          <a:prstGeom prst="rect">
            <a:avLst/>
          </a:prstGeom>
          <a:noFill/>
          <a:ln/>
        </p:spPr>
        <p:txBody>
          <a:bodyPr vert="horz" wrap="square" lIns="0" tIns="0" rIns="0" bIns="0" rtlCol="0" anchor="ctr"/>
          <a:lstStyle/>
          <a:p>
            <a:pPr marL="0" indent="0">
              <a:lnSpc>
                <a:spcPts val="1913"/>
              </a:lnSpc>
              <a:buNone/>
            </a:pPr>
            <a:r>
              <a:rPr lang="en-US" sz="1275" b="1" dirty="0">
                <a:solidFill>
                  <a:srgbClr val="FFFFFF"/>
                </a:solidFill>
                <a:latin typeface="Noto Sans SC" pitchFamily="34" charset="0"/>
                <a:ea typeface="Noto Sans SC" pitchFamily="34" charset="-122"/>
                <a:cs typeface="Noto Sans SC" pitchFamily="34" charset="-120"/>
              </a:rPr>
              <a:t>知识基础</a:t>
            </a:r>
            <a:endParaRPr lang="en-US" sz="1275" dirty="0"/>
          </a:p>
        </p:txBody>
      </p:sp>
      <p:sp>
        <p:nvSpPr>
          <p:cNvPr id="45" name="SK-5-text-44"/>
          <p:cNvSpPr/>
          <p:nvPr/>
        </p:nvSpPr>
        <p:spPr>
          <a:xfrm>
            <a:off x="1181100" y="3146227"/>
            <a:ext cx="4130040" cy="186630"/>
          </a:xfrm>
          <a:prstGeom prst="rect">
            <a:avLst/>
          </a:prstGeom>
          <a:noFill/>
          <a:ln/>
        </p:spPr>
        <p:txBody>
          <a:bodyPr vert="horz" wrap="square" lIns="0" tIns="0" rIns="0" bIns="0" rtlCol="0" anchor="ctr"/>
          <a:lstStyle/>
          <a:p>
            <a:pPr marL="0" indent="0">
              <a:lnSpc>
                <a:spcPts val="1470"/>
              </a:lnSpc>
              <a:buNone/>
            </a:pPr>
            <a:r>
              <a:rPr lang="en-US" sz="1050" dirty="0">
                <a:solidFill>
                  <a:srgbClr val="718096"/>
                </a:solidFill>
                <a:latin typeface="Noto Sans SC" pitchFamily="34" charset="0"/>
                <a:ea typeface="Noto Sans SC" pitchFamily="34" charset="-122"/>
                <a:cs typeface="Noto Sans SC" pitchFamily="34" charset="-120"/>
              </a:rPr>
              <a:t>当前专业、已掌握知识点、薄弱环节</a:t>
            </a:r>
            <a:endParaRPr lang="en-US" sz="1050" dirty="0"/>
          </a:p>
        </p:txBody>
      </p:sp>
      <p:sp>
        <p:nvSpPr>
          <p:cNvPr id="46" name="SK-5-text-45"/>
          <p:cNvSpPr/>
          <p:nvPr/>
        </p:nvSpPr>
        <p:spPr>
          <a:xfrm>
            <a:off x="4484340" y="2865239"/>
            <a:ext cx="1776413" cy="242888"/>
          </a:xfrm>
          <a:prstGeom prst="rect">
            <a:avLst/>
          </a:prstGeom>
          <a:noFill/>
          <a:ln/>
        </p:spPr>
        <p:txBody>
          <a:bodyPr vert="horz" wrap="square" lIns="0" tIns="0" rIns="0" bIns="0" rtlCol="0" anchor="ctr"/>
          <a:lstStyle/>
          <a:p>
            <a:pPr marL="0" indent="0">
              <a:lnSpc>
                <a:spcPts val="1913"/>
              </a:lnSpc>
              <a:buNone/>
            </a:pPr>
            <a:r>
              <a:rPr lang="en-US" sz="1275" b="1" dirty="0">
                <a:solidFill>
                  <a:srgbClr val="FFFFFF"/>
                </a:solidFill>
                <a:latin typeface="Noto Sans SC" pitchFamily="34" charset="0"/>
                <a:ea typeface="Noto Sans SC" pitchFamily="34" charset="-122"/>
                <a:cs typeface="Noto Sans SC" pitchFamily="34" charset="-120"/>
              </a:rPr>
              <a:t>认知风格</a:t>
            </a:r>
            <a:endParaRPr lang="en-US" sz="1275" dirty="0"/>
          </a:p>
        </p:txBody>
      </p:sp>
      <p:sp>
        <p:nvSpPr>
          <p:cNvPr id="47" name="SK-5-text-46"/>
          <p:cNvSpPr/>
          <p:nvPr/>
        </p:nvSpPr>
        <p:spPr>
          <a:xfrm>
            <a:off x="4484340" y="3146227"/>
            <a:ext cx="3596640" cy="186630"/>
          </a:xfrm>
          <a:prstGeom prst="rect">
            <a:avLst/>
          </a:prstGeom>
          <a:noFill/>
          <a:ln/>
        </p:spPr>
        <p:txBody>
          <a:bodyPr vert="horz" wrap="square" lIns="0" tIns="0" rIns="0" bIns="0" rtlCol="0" anchor="ctr"/>
          <a:lstStyle/>
          <a:p>
            <a:pPr marL="0" indent="0">
              <a:lnSpc>
                <a:spcPts val="1470"/>
              </a:lnSpc>
              <a:buNone/>
            </a:pPr>
            <a:r>
              <a:rPr lang="en-US" sz="1050" dirty="0">
                <a:solidFill>
                  <a:srgbClr val="718096"/>
                </a:solidFill>
                <a:latin typeface="Noto Sans SC" pitchFamily="34" charset="0"/>
                <a:ea typeface="Noto Sans SC" pitchFamily="34" charset="-122"/>
                <a:cs typeface="Noto Sans SC" pitchFamily="34" charset="-120"/>
              </a:rPr>
              <a:t>视觉/听觉/动手型等学习偏好</a:t>
            </a:r>
            <a:endParaRPr lang="en-US" sz="1050" dirty="0"/>
          </a:p>
        </p:txBody>
      </p:sp>
      <p:sp>
        <p:nvSpPr>
          <p:cNvPr id="48" name="SK-5-text-47"/>
          <p:cNvSpPr/>
          <p:nvPr/>
        </p:nvSpPr>
        <p:spPr>
          <a:xfrm>
            <a:off x="1181100" y="3675757"/>
            <a:ext cx="1814513" cy="242888"/>
          </a:xfrm>
          <a:prstGeom prst="rect">
            <a:avLst/>
          </a:prstGeom>
          <a:noFill/>
          <a:ln/>
        </p:spPr>
        <p:txBody>
          <a:bodyPr vert="horz" wrap="square" lIns="0" tIns="0" rIns="0" bIns="0" rtlCol="0" anchor="ctr"/>
          <a:lstStyle/>
          <a:p>
            <a:pPr marL="0" indent="0">
              <a:lnSpc>
                <a:spcPts val="1913"/>
              </a:lnSpc>
              <a:buNone/>
            </a:pPr>
            <a:r>
              <a:rPr lang="en-US" sz="1275" b="1" dirty="0">
                <a:solidFill>
                  <a:srgbClr val="FFFFFF"/>
                </a:solidFill>
                <a:latin typeface="Noto Sans SC" pitchFamily="34" charset="0"/>
                <a:ea typeface="Noto Sans SC" pitchFamily="34" charset="-122"/>
                <a:cs typeface="Noto Sans SC" pitchFamily="34" charset="-120"/>
              </a:rPr>
              <a:t>学习目标</a:t>
            </a:r>
            <a:endParaRPr lang="en-US" sz="1275" dirty="0"/>
          </a:p>
        </p:txBody>
      </p:sp>
      <p:sp>
        <p:nvSpPr>
          <p:cNvPr id="49" name="SK-5-text-48"/>
          <p:cNvSpPr/>
          <p:nvPr/>
        </p:nvSpPr>
        <p:spPr>
          <a:xfrm>
            <a:off x="1181100" y="3956745"/>
            <a:ext cx="3543300" cy="186630"/>
          </a:xfrm>
          <a:prstGeom prst="rect">
            <a:avLst/>
          </a:prstGeom>
          <a:noFill/>
          <a:ln/>
        </p:spPr>
        <p:txBody>
          <a:bodyPr vert="horz" wrap="square" lIns="0" tIns="0" rIns="0" bIns="0" rtlCol="0" anchor="ctr"/>
          <a:lstStyle/>
          <a:p>
            <a:pPr marL="0" indent="0">
              <a:lnSpc>
                <a:spcPts val="1470"/>
              </a:lnSpc>
              <a:buNone/>
            </a:pPr>
            <a:r>
              <a:rPr lang="en-US" sz="1050" dirty="0">
                <a:solidFill>
                  <a:srgbClr val="718096"/>
                </a:solidFill>
                <a:latin typeface="Noto Sans SC" pitchFamily="34" charset="0"/>
                <a:ea typeface="Noto Sans SC" pitchFamily="34" charset="-122"/>
                <a:cs typeface="Noto Sans SC" pitchFamily="34" charset="-120"/>
              </a:rPr>
              <a:t>短期目标设定与长期职业规划</a:t>
            </a:r>
            <a:endParaRPr lang="en-US" sz="1050" dirty="0"/>
          </a:p>
        </p:txBody>
      </p:sp>
      <p:sp>
        <p:nvSpPr>
          <p:cNvPr id="50" name="SK-5-text-49"/>
          <p:cNvSpPr/>
          <p:nvPr/>
        </p:nvSpPr>
        <p:spPr>
          <a:xfrm>
            <a:off x="4484340" y="3675757"/>
            <a:ext cx="1814513" cy="242888"/>
          </a:xfrm>
          <a:prstGeom prst="rect">
            <a:avLst/>
          </a:prstGeom>
          <a:noFill/>
          <a:ln/>
        </p:spPr>
        <p:txBody>
          <a:bodyPr vert="horz" wrap="square" lIns="0" tIns="0" rIns="0" bIns="0" rtlCol="0" anchor="ctr"/>
          <a:lstStyle/>
          <a:p>
            <a:pPr marL="0" indent="0">
              <a:lnSpc>
                <a:spcPts val="1913"/>
              </a:lnSpc>
              <a:buNone/>
            </a:pPr>
            <a:r>
              <a:rPr lang="en-US" sz="1275" b="1" dirty="0">
                <a:solidFill>
                  <a:srgbClr val="FFFFFF"/>
                </a:solidFill>
                <a:latin typeface="Noto Sans SC" pitchFamily="34" charset="0"/>
                <a:ea typeface="Noto Sans SC" pitchFamily="34" charset="-122"/>
                <a:cs typeface="Noto Sans SC" pitchFamily="34" charset="-120"/>
              </a:rPr>
              <a:t>易错模式</a:t>
            </a:r>
            <a:endParaRPr lang="en-US" sz="1275" dirty="0"/>
          </a:p>
        </p:txBody>
      </p:sp>
      <p:sp>
        <p:nvSpPr>
          <p:cNvPr id="51" name="SK-5-text-50"/>
          <p:cNvSpPr/>
          <p:nvPr/>
        </p:nvSpPr>
        <p:spPr>
          <a:xfrm>
            <a:off x="4484340" y="3956745"/>
            <a:ext cx="3543300" cy="186630"/>
          </a:xfrm>
          <a:prstGeom prst="rect">
            <a:avLst/>
          </a:prstGeom>
          <a:noFill/>
          <a:ln/>
        </p:spPr>
        <p:txBody>
          <a:bodyPr vert="horz" wrap="square" lIns="0" tIns="0" rIns="0" bIns="0" rtlCol="0" anchor="ctr"/>
          <a:lstStyle/>
          <a:p>
            <a:pPr marL="0" indent="0">
              <a:lnSpc>
                <a:spcPts val="1470"/>
              </a:lnSpc>
              <a:buNone/>
            </a:pPr>
            <a:r>
              <a:rPr lang="en-US" sz="1050" dirty="0">
                <a:solidFill>
                  <a:srgbClr val="718096"/>
                </a:solidFill>
                <a:latin typeface="Noto Sans SC" pitchFamily="34" charset="0"/>
                <a:ea typeface="Noto Sans SC" pitchFamily="34" charset="-122"/>
                <a:cs typeface="Noto Sans SC" pitchFamily="34" charset="-120"/>
              </a:rPr>
              <a:t>常见错误逻辑与特定知识盲区</a:t>
            </a:r>
            <a:endParaRPr lang="en-US" sz="1050" dirty="0"/>
          </a:p>
        </p:txBody>
      </p:sp>
      <p:sp>
        <p:nvSpPr>
          <p:cNvPr id="52" name="SK-5-text-51"/>
          <p:cNvSpPr/>
          <p:nvPr/>
        </p:nvSpPr>
        <p:spPr>
          <a:xfrm>
            <a:off x="1181100" y="4486275"/>
            <a:ext cx="1814513" cy="242888"/>
          </a:xfrm>
          <a:prstGeom prst="rect">
            <a:avLst/>
          </a:prstGeom>
          <a:noFill/>
          <a:ln/>
        </p:spPr>
        <p:txBody>
          <a:bodyPr vert="horz" wrap="square" lIns="0" tIns="0" rIns="0" bIns="0" rtlCol="0" anchor="ctr"/>
          <a:lstStyle/>
          <a:p>
            <a:pPr marL="0" indent="0">
              <a:lnSpc>
                <a:spcPts val="1913"/>
              </a:lnSpc>
              <a:buNone/>
            </a:pPr>
            <a:r>
              <a:rPr lang="en-US" sz="1275" b="1" dirty="0">
                <a:solidFill>
                  <a:srgbClr val="FFFFFF"/>
                </a:solidFill>
                <a:latin typeface="Noto Sans SC" pitchFamily="34" charset="0"/>
                <a:ea typeface="Noto Sans SC" pitchFamily="34" charset="-122"/>
                <a:cs typeface="Noto Sans SC" pitchFamily="34" charset="-120"/>
              </a:rPr>
              <a:t>学习节奏</a:t>
            </a:r>
            <a:endParaRPr lang="en-US" sz="1275" dirty="0"/>
          </a:p>
        </p:txBody>
      </p:sp>
      <p:sp>
        <p:nvSpPr>
          <p:cNvPr id="53" name="SK-5-text-52"/>
          <p:cNvSpPr/>
          <p:nvPr/>
        </p:nvSpPr>
        <p:spPr>
          <a:xfrm>
            <a:off x="1181100" y="4767263"/>
            <a:ext cx="3543300" cy="186630"/>
          </a:xfrm>
          <a:prstGeom prst="rect">
            <a:avLst/>
          </a:prstGeom>
          <a:noFill/>
          <a:ln/>
        </p:spPr>
        <p:txBody>
          <a:bodyPr vert="horz" wrap="square" lIns="0" tIns="0" rIns="0" bIns="0" rtlCol="0" anchor="ctr"/>
          <a:lstStyle/>
          <a:p>
            <a:pPr marL="0" indent="0">
              <a:lnSpc>
                <a:spcPts val="1470"/>
              </a:lnSpc>
              <a:buNone/>
            </a:pPr>
            <a:r>
              <a:rPr lang="en-US" sz="1050" dirty="0">
                <a:solidFill>
                  <a:srgbClr val="718096"/>
                </a:solidFill>
                <a:latin typeface="Noto Sans SC" pitchFamily="34" charset="0"/>
                <a:ea typeface="Noto Sans SC" pitchFamily="34" charset="-122"/>
                <a:cs typeface="Noto Sans SC" pitchFamily="34" charset="-120"/>
              </a:rPr>
              <a:t>每周投入时长与偏好学习时段</a:t>
            </a:r>
            <a:endParaRPr lang="en-US" sz="1050" dirty="0"/>
          </a:p>
        </p:txBody>
      </p:sp>
      <p:sp>
        <p:nvSpPr>
          <p:cNvPr id="54" name="SK-5-text-53"/>
          <p:cNvSpPr/>
          <p:nvPr/>
        </p:nvSpPr>
        <p:spPr>
          <a:xfrm>
            <a:off x="4484340" y="4486275"/>
            <a:ext cx="1824038" cy="242888"/>
          </a:xfrm>
          <a:prstGeom prst="rect">
            <a:avLst/>
          </a:prstGeom>
          <a:noFill/>
          <a:ln/>
        </p:spPr>
        <p:txBody>
          <a:bodyPr vert="horz" wrap="square" lIns="0" tIns="0" rIns="0" bIns="0" rtlCol="0" anchor="ctr"/>
          <a:lstStyle/>
          <a:p>
            <a:pPr marL="0" indent="0">
              <a:lnSpc>
                <a:spcPts val="1913"/>
              </a:lnSpc>
              <a:buNone/>
            </a:pPr>
            <a:r>
              <a:rPr lang="en-US" sz="1275" b="1" dirty="0">
                <a:solidFill>
                  <a:srgbClr val="FFFFFF"/>
                </a:solidFill>
                <a:latin typeface="Noto Sans SC" pitchFamily="34" charset="0"/>
                <a:ea typeface="Noto Sans SC" pitchFamily="34" charset="-122"/>
                <a:cs typeface="Noto Sans SC" pitchFamily="34" charset="-120"/>
              </a:rPr>
              <a:t>资源偏好</a:t>
            </a:r>
            <a:endParaRPr lang="en-US" sz="1275" dirty="0"/>
          </a:p>
        </p:txBody>
      </p:sp>
      <p:sp>
        <p:nvSpPr>
          <p:cNvPr id="55" name="SK-5-text-54"/>
          <p:cNvSpPr/>
          <p:nvPr/>
        </p:nvSpPr>
        <p:spPr>
          <a:xfrm>
            <a:off x="4484340" y="4767263"/>
            <a:ext cx="3756660" cy="186630"/>
          </a:xfrm>
          <a:prstGeom prst="rect">
            <a:avLst/>
          </a:prstGeom>
          <a:noFill/>
          <a:ln/>
        </p:spPr>
        <p:txBody>
          <a:bodyPr vert="horz" wrap="square" lIns="0" tIns="0" rIns="0" bIns="0" rtlCol="0" anchor="ctr"/>
          <a:lstStyle/>
          <a:p>
            <a:pPr marL="0" indent="0">
              <a:lnSpc>
                <a:spcPts val="1470"/>
              </a:lnSpc>
              <a:buNone/>
            </a:pPr>
            <a:r>
              <a:rPr lang="en-US" sz="1050" dirty="0">
                <a:solidFill>
                  <a:srgbClr val="718096"/>
                </a:solidFill>
                <a:latin typeface="Noto Sans SC" pitchFamily="34" charset="0"/>
                <a:ea typeface="Noto Sans SC" pitchFamily="34" charset="-122"/>
                <a:cs typeface="Noto Sans SC" pitchFamily="34" charset="-120"/>
              </a:rPr>
              <a:t>文档/视频/代码/图解偏好类型</a:t>
            </a:r>
            <a:endParaRPr lang="en-US" sz="1050" dirty="0"/>
          </a:p>
        </p:txBody>
      </p:sp>
      <p:sp>
        <p:nvSpPr>
          <p:cNvPr id="56" name="SK-5-text-55"/>
          <p:cNvSpPr/>
          <p:nvPr/>
        </p:nvSpPr>
        <p:spPr>
          <a:xfrm>
            <a:off x="1181100" y="5296793"/>
            <a:ext cx="1814513" cy="242888"/>
          </a:xfrm>
          <a:prstGeom prst="rect">
            <a:avLst/>
          </a:prstGeom>
          <a:noFill/>
          <a:ln/>
        </p:spPr>
        <p:txBody>
          <a:bodyPr vert="horz" wrap="square" lIns="0" tIns="0" rIns="0" bIns="0" rtlCol="0" anchor="ctr"/>
          <a:lstStyle/>
          <a:p>
            <a:pPr marL="0" indent="0">
              <a:lnSpc>
                <a:spcPts val="1913"/>
              </a:lnSpc>
              <a:buNone/>
            </a:pPr>
            <a:r>
              <a:rPr lang="en-US" sz="1275" b="1" dirty="0">
                <a:solidFill>
                  <a:srgbClr val="FFFFFF"/>
                </a:solidFill>
                <a:latin typeface="Noto Sans SC" pitchFamily="34" charset="0"/>
                <a:ea typeface="Noto Sans SC" pitchFamily="34" charset="-122"/>
                <a:cs typeface="Noto Sans SC" pitchFamily="34" charset="-120"/>
              </a:rPr>
              <a:t>临床经验</a:t>
            </a:r>
            <a:endParaRPr lang="en-US" sz="1275" dirty="0"/>
          </a:p>
        </p:txBody>
      </p:sp>
      <p:sp>
        <p:nvSpPr>
          <p:cNvPr id="57" name="SK-5-text-56"/>
          <p:cNvSpPr/>
          <p:nvPr/>
        </p:nvSpPr>
        <p:spPr>
          <a:xfrm>
            <a:off x="1181100" y="5577780"/>
            <a:ext cx="3543300" cy="186630"/>
          </a:xfrm>
          <a:prstGeom prst="rect">
            <a:avLst/>
          </a:prstGeom>
          <a:noFill/>
          <a:ln/>
        </p:spPr>
        <p:txBody>
          <a:bodyPr vert="horz" wrap="square" lIns="0" tIns="0" rIns="0" bIns="0" rtlCol="0" anchor="ctr"/>
          <a:lstStyle/>
          <a:p>
            <a:pPr marL="0" indent="0">
              <a:lnSpc>
                <a:spcPts val="1470"/>
              </a:lnSpc>
              <a:buNone/>
            </a:pPr>
            <a:r>
              <a:rPr lang="en-US" sz="1050" dirty="0">
                <a:solidFill>
                  <a:srgbClr val="718096"/>
                </a:solidFill>
                <a:latin typeface="Noto Sans SC" pitchFamily="34" charset="0"/>
                <a:ea typeface="Noto Sans SC" pitchFamily="34" charset="-122"/>
                <a:cs typeface="Noto Sans SC" pitchFamily="34" charset="-120"/>
              </a:rPr>
              <a:t>医学实践经历与专业技能水平</a:t>
            </a:r>
            <a:endParaRPr lang="en-US" sz="1050" dirty="0"/>
          </a:p>
        </p:txBody>
      </p:sp>
      <p:sp>
        <p:nvSpPr>
          <p:cNvPr id="58" name="SK-5-text-57"/>
          <p:cNvSpPr/>
          <p:nvPr/>
        </p:nvSpPr>
        <p:spPr>
          <a:xfrm>
            <a:off x="4484340" y="5296793"/>
            <a:ext cx="1814513" cy="242888"/>
          </a:xfrm>
          <a:prstGeom prst="rect">
            <a:avLst/>
          </a:prstGeom>
          <a:noFill/>
          <a:ln/>
        </p:spPr>
        <p:txBody>
          <a:bodyPr vert="horz" wrap="square" lIns="0" tIns="0" rIns="0" bIns="0" rtlCol="0" anchor="ctr"/>
          <a:lstStyle/>
          <a:p>
            <a:pPr marL="0" indent="0">
              <a:lnSpc>
                <a:spcPts val="1913"/>
              </a:lnSpc>
              <a:buNone/>
            </a:pPr>
            <a:r>
              <a:rPr lang="en-US" sz="1275" b="1" dirty="0">
                <a:solidFill>
                  <a:srgbClr val="FFFFFF"/>
                </a:solidFill>
                <a:latin typeface="Noto Sans SC" pitchFamily="34" charset="0"/>
                <a:ea typeface="Noto Sans SC" pitchFamily="34" charset="-122"/>
                <a:cs typeface="Noto Sans SC" pitchFamily="34" charset="-120"/>
              </a:rPr>
              <a:t>情绪状态</a:t>
            </a:r>
            <a:endParaRPr lang="en-US" sz="1275" dirty="0"/>
          </a:p>
        </p:txBody>
      </p:sp>
      <p:sp>
        <p:nvSpPr>
          <p:cNvPr id="59" name="SK-5-text-58"/>
          <p:cNvSpPr/>
          <p:nvPr/>
        </p:nvSpPr>
        <p:spPr>
          <a:xfrm>
            <a:off x="4484340" y="5577780"/>
            <a:ext cx="3543300" cy="186630"/>
          </a:xfrm>
          <a:prstGeom prst="rect">
            <a:avLst/>
          </a:prstGeom>
          <a:noFill/>
          <a:ln/>
        </p:spPr>
        <p:txBody>
          <a:bodyPr vert="horz" wrap="square" lIns="0" tIns="0" rIns="0" bIns="0" rtlCol="0" anchor="ctr"/>
          <a:lstStyle/>
          <a:p>
            <a:pPr marL="0" indent="0">
              <a:lnSpc>
                <a:spcPts val="1470"/>
              </a:lnSpc>
              <a:buNone/>
            </a:pPr>
            <a:r>
              <a:rPr lang="en-US" sz="1050" dirty="0">
                <a:solidFill>
                  <a:srgbClr val="718096"/>
                </a:solidFill>
                <a:latin typeface="Noto Sans SC" pitchFamily="34" charset="0"/>
                <a:ea typeface="Noto Sans SC" pitchFamily="34" charset="-122"/>
                <a:cs typeface="Noto Sans SC" pitchFamily="34" charset="-120"/>
              </a:rPr>
              <a:t>学习动力评估与心理状态监测</a:t>
            </a:r>
            <a:endParaRPr lang="en-US" sz="1050" dirty="0"/>
          </a:p>
        </p:txBody>
      </p:sp>
      <p:sp>
        <p:nvSpPr>
          <p:cNvPr id="60" name="SK-5-text-59"/>
          <p:cNvSpPr/>
          <p:nvPr/>
        </p:nvSpPr>
        <p:spPr>
          <a:xfrm>
            <a:off x="7558980" y="1714500"/>
            <a:ext cx="2381250" cy="285750"/>
          </a:xfrm>
          <a:prstGeom prst="rect">
            <a:avLst/>
          </a:prstGeom>
          <a:noFill/>
          <a:ln/>
        </p:spPr>
        <p:txBody>
          <a:bodyPr vert="horz" wrap="square" lIns="0" tIns="0" rIns="0" bIns="0" rtlCol="0" anchor="ctr"/>
          <a:lstStyle/>
          <a:p>
            <a:pPr marL="0" indent="0">
              <a:lnSpc>
                <a:spcPts val="2250"/>
              </a:lnSpc>
              <a:buNone/>
            </a:pPr>
            <a:r>
              <a:rPr lang="en-US" sz="1500" b="1" dirty="0">
                <a:solidFill>
                  <a:srgbClr val="00F5FF"/>
                </a:solidFill>
                <a:latin typeface="Noto Sans SC" pitchFamily="34" charset="0"/>
                <a:ea typeface="Noto Sans SC" pitchFamily="34" charset="-122"/>
                <a:cs typeface="Noto Sans SC" pitchFamily="34" charset="-120"/>
              </a:rPr>
              <a:t>核心实现机制</a:t>
            </a:r>
            <a:endParaRPr lang="en-US" sz="1500" dirty="0"/>
          </a:p>
        </p:txBody>
      </p:sp>
      <p:sp>
        <p:nvSpPr>
          <p:cNvPr id="61" name="SK-5-text-60"/>
          <p:cNvSpPr/>
          <p:nvPr/>
        </p:nvSpPr>
        <p:spPr>
          <a:xfrm>
            <a:off x="7444680" y="2399407"/>
            <a:ext cx="4099620" cy="214313"/>
          </a:xfrm>
          <a:prstGeom prst="rect">
            <a:avLst/>
          </a:prstGeom>
          <a:noFill/>
          <a:ln/>
        </p:spPr>
        <p:txBody>
          <a:bodyPr vert="horz" wrap="square" lIns="0" tIns="0" rIns="0" bIns="0" rtlCol="0" anchor="ctr"/>
          <a:lstStyle/>
          <a:p>
            <a:pPr marL="0" indent="0">
              <a:lnSpc>
                <a:spcPts val="1688"/>
              </a:lnSpc>
              <a:buNone/>
            </a:pPr>
            <a:r>
              <a:rPr lang="en-US" sz="1125" b="1" dirty="0">
                <a:solidFill>
                  <a:srgbClr val="7B61FF"/>
                </a:solidFill>
              </a:rPr>
              <a:t>INTELLIGENT DIALOGUE</a:t>
            </a:r>
            <a:endParaRPr lang="en-US" sz="1125" dirty="0"/>
          </a:p>
        </p:txBody>
      </p:sp>
      <p:sp>
        <p:nvSpPr>
          <p:cNvPr id="62" name="SK-5-text-61"/>
          <p:cNvSpPr/>
          <p:nvPr/>
        </p:nvSpPr>
        <p:spPr>
          <a:xfrm>
            <a:off x="7444680" y="2651820"/>
            <a:ext cx="4023420" cy="428625"/>
          </a:xfrm>
          <a:prstGeom prst="rect">
            <a:avLst/>
          </a:prstGeom>
          <a:noFill/>
          <a:ln/>
        </p:spPr>
        <p:txBody>
          <a:bodyPr vert="horz" wrap="square" lIns="0" tIns="0" rIns="0" bIns="0" rtlCol="0" anchor="ctr"/>
          <a:lstStyle/>
          <a:p>
            <a:pPr marL="0" indent="0">
              <a:lnSpc>
                <a:spcPts val="1688"/>
              </a:lnSpc>
              <a:buNone/>
            </a:pPr>
            <a:r>
              <a:rPr lang="en-US" sz="1125" dirty="0">
                <a:solidFill>
                  <a:srgbClr val="A0AEC0"/>
                </a:solidFill>
                <a:latin typeface="Noto Sans SC" pitchFamily="34" charset="0"/>
                <a:ea typeface="Noto Sans SC" pitchFamily="34" charset="-122"/>
                <a:cs typeface="Noto Sans SC" pitchFamily="34" charset="-120"/>
              </a:rPr>
              <a:t>画像对话智能体引导学生进行自然语言交流，取代繁琐的静态表单，提升用户体验。</a:t>
            </a:r>
            <a:endParaRPr lang="en-US" sz="1125" dirty="0"/>
          </a:p>
        </p:txBody>
      </p:sp>
      <p:sp>
        <p:nvSpPr>
          <p:cNvPr id="63" name="SK-5-text-62"/>
          <p:cNvSpPr/>
          <p:nvPr/>
        </p:nvSpPr>
        <p:spPr>
          <a:xfrm>
            <a:off x="7444680" y="3612207"/>
            <a:ext cx="4099620" cy="214313"/>
          </a:xfrm>
          <a:prstGeom prst="rect">
            <a:avLst/>
          </a:prstGeom>
          <a:noFill/>
          <a:ln/>
        </p:spPr>
        <p:txBody>
          <a:bodyPr vert="horz" wrap="square" lIns="0" tIns="0" rIns="0" bIns="0" rtlCol="0" anchor="ctr"/>
          <a:lstStyle/>
          <a:p>
            <a:pPr marL="0" indent="0">
              <a:lnSpc>
                <a:spcPts val="1688"/>
              </a:lnSpc>
              <a:buNone/>
            </a:pPr>
            <a:r>
              <a:rPr lang="en-US" sz="1125" b="1" dirty="0">
                <a:solidFill>
                  <a:srgbClr val="7B61FF"/>
                </a:solidFill>
              </a:rPr>
              <a:t>FEATURE EXTRACTION</a:t>
            </a:r>
            <a:endParaRPr lang="en-US" sz="1125" dirty="0"/>
          </a:p>
        </p:txBody>
      </p:sp>
      <p:sp>
        <p:nvSpPr>
          <p:cNvPr id="64" name="SK-5-text-63"/>
          <p:cNvSpPr/>
          <p:nvPr/>
        </p:nvSpPr>
        <p:spPr>
          <a:xfrm>
            <a:off x="7444680" y="3864620"/>
            <a:ext cx="4023420" cy="428625"/>
          </a:xfrm>
          <a:prstGeom prst="rect">
            <a:avLst/>
          </a:prstGeom>
          <a:noFill/>
          <a:ln/>
        </p:spPr>
        <p:txBody>
          <a:bodyPr vert="horz" wrap="square" lIns="0" tIns="0" rIns="0" bIns="0" rtlCol="0" anchor="ctr"/>
          <a:lstStyle/>
          <a:p>
            <a:pPr marL="0" indent="0">
              <a:lnSpc>
                <a:spcPts val="1688"/>
              </a:lnSpc>
              <a:buNone/>
            </a:pPr>
            <a:r>
              <a:rPr lang="en-US" sz="1125" dirty="0">
                <a:solidFill>
                  <a:srgbClr val="A0AEC0"/>
                </a:solidFill>
                <a:latin typeface="Noto Sans SC" pitchFamily="34" charset="0"/>
                <a:ea typeface="Noto Sans SC" pitchFamily="34" charset="-122"/>
                <a:cs typeface="Noto Sans SC" pitchFamily="34" charset="-120"/>
              </a:rPr>
              <a:t>特征抽取智能体从对话上下文及历史摘要中自动提取枚举化等级与结构化描述字段。</a:t>
            </a:r>
            <a:endParaRPr lang="en-US" sz="1125" dirty="0"/>
          </a:p>
        </p:txBody>
      </p:sp>
      <p:sp>
        <p:nvSpPr>
          <p:cNvPr id="65" name="SK-5-text-64"/>
          <p:cNvSpPr/>
          <p:nvPr/>
        </p:nvSpPr>
        <p:spPr>
          <a:xfrm>
            <a:off x="7444680" y="4825008"/>
            <a:ext cx="4099620" cy="214313"/>
          </a:xfrm>
          <a:prstGeom prst="rect">
            <a:avLst/>
          </a:prstGeom>
          <a:noFill/>
          <a:ln/>
        </p:spPr>
        <p:txBody>
          <a:bodyPr vert="horz" wrap="square" lIns="0" tIns="0" rIns="0" bIns="0" rtlCol="0" anchor="ctr"/>
          <a:lstStyle/>
          <a:p>
            <a:pPr marL="0" indent="0">
              <a:lnSpc>
                <a:spcPts val="1688"/>
              </a:lnSpc>
              <a:buNone/>
            </a:pPr>
            <a:r>
              <a:rPr lang="en-US" sz="1125" b="1" dirty="0">
                <a:solidFill>
                  <a:srgbClr val="7B61FF"/>
                </a:solidFill>
              </a:rPr>
              <a:t>DYNAMIC ITERATION</a:t>
            </a:r>
            <a:endParaRPr lang="en-US" sz="1125" dirty="0"/>
          </a:p>
        </p:txBody>
      </p:sp>
      <p:sp>
        <p:nvSpPr>
          <p:cNvPr id="66" name="SK-5-text-65"/>
          <p:cNvSpPr/>
          <p:nvPr/>
        </p:nvSpPr>
        <p:spPr>
          <a:xfrm>
            <a:off x="7444680" y="5077420"/>
            <a:ext cx="4023420" cy="428625"/>
          </a:xfrm>
          <a:prstGeom prst="rect">
            <a:avLst/>
          </a:prstGeom>
          <a:noFill/>
          <a:ln/>
        </p:spPr>
        <p:txBody>
          <a:bodyPr vert="horz" wrap="square" lIns="0" tIns="0" rIns="0" bIns="0" rtlCol="0" anchor="ctr"/>
          <a:lstStyle/>
          <a:p>
            <a:pPr marL="0" indent="0">
              <a:lnSpc>
                <a:spcPts val="1688"/>
              </a:lnSpc>
              <a:buNone/>
            </a:pPr>
            <a:r>
              <a:rPr lang="en-US" sz="1125" dirty="0">
                <a:solidFill>
                  <a:srgbClr val="A0AEC0"/>
                </a:solidFill>
                <a:latin typeface="Noto Sans SC" pitchFamily="34" charset="0"/>
                <a:ea typeface="Noto Sans SC" pitchFamily="34" charset="-122"/>
                <a:cs typeface="Noto Sans SC" pitchFamily="34" charset="-120"/>
              </a:rPr>
              <a:t>系统根据学习表现“随学随新”，支持手动编辑修正，确保画像在长周期学习中的实时性。</a:t>
            </a:r>
            <a:endParaRPr lang="en-US" sz="1125" dirty="0"/>
          </a:p>
        </p:txBody>
      </p:sp>
      <p:sp>
        <p:nvSpPr>
          <p:cNvPr id="67" name="SK-5-text-66"/>
          <p:cNvSpPr/>
          <p:nvPr/>
        </p:nvSpPr>
        <p:spPr>
          <a:xfrm>
            <a:off x="7368480" y="5981700"/>
            <a:ext cx="1458773" cy="209550"/>
          </a:xfrm>
          <a:prstGeom prst="rect">
            <a:avLst/>
          </a:prstGeom>
          <a:noFill/>
          <a:ln/>
        </p:spPr>
        <p:txBody>
          <a:bodyPr vert="horz" wrap="square" lIns="0" tIns="0" rIns="0" bIns="0" rtlCol="0" anchor="ctr"/>
          <a:lstStyle/>
          <a:p>
            <a:pPr marL="0" indent="0">
              <a:lnSpc>
                <a:spcPts val="1350"/>
              </a:lnSpc>
              <a:buNone/>
            </a:pPr>
            <a:r>
              <a:rPr lang="en-US" sz="900" dirty="0">
                <a:solidFill>
                  <a:srgbClr val="00F5FF"/>
                </a:solidFill>
              </a:rPr>
              <a:t>ProfileAgent</a:t>
            </a:r>
            <a:endParaRPr lang="en-US" sz="900" dirty="0"/>
          </a:p>
        </p:txBody>
      </p:sp>
      <p:sp>
        <p:nvSpPr>
          <p:cNvPr id="68" name="SK-5-text-67"/>
          <p:cNvSpPr/>
          <p:nvPr/>
        </p:nvSpPr>
        <p:spPr>
          <a:xfrm>
            <a:off x="8397180" y="5981700"/>
            <a:ext cx="1325388" cy="209550"/>
          </a:xfrm>
          <a:prstGeom prst="rect">
            <a:avLst/>
          </a:prstGeom>
          <a:noFill/>
          <a:ln/>
        </p:spPr>
        <p:txBody>
          <a:bodyPr vert="horz" wrap="square" lIns="0" tIns="0" rIns="0" bIns="0" rtlCol="0" anchor="ctr"/>
          <a:lstStyle/>
          <a:p>
            <a:pPr marL="0" indent="0">
              <a:lnSpc>
                <a:spcPts val="1350"/>
              </a:lnSpc>
              <a:buNone/>
            </a:pPr>
            <a:r>
              <a:rPr lang="en-US" sz="900" dirty="0">
                <a:solidFill>
                  <a:srgbClr val="00F5FF"/>
                </a:solidFill>
              </a:rPr>
              <a:t>JSON Schema</a:t>
            </a:r>
            <a:endParaRPr lang="en-US" sz="900" dirty="0"/>
          </a:p>
        </p:txBody>
      </p:sp>
      <p:sp>
        <p:nvSpPr>
          <p:cNvPr id="69" name="SK-5-text-68"/>
          <p:cNvSpPr/>
          <p:nvPr/>
        </p:nvSpPr>
        <p:spPr>
          <a:xfrm>
            <a:off x="9359205" y="5981700"/>
            <a:ext cx="2266896" cy="209550"/>
          </a:xfrm>
          <a:prstGeom prst="rect">
            <a:avLst/>
          </a:prstGeom>
          <a:noFill/>
          <a:ln/>
        </p:spPr>
        <p:txBody>
          <a:bodyPr vert="horz" wrap="square" lIns="0" tIns="0" rIns="0" bIns="0" rtlCol="0" anchor="ctr"/>
          <a:lstStyle/>
          <a:p>
            <a:pPr marL="0" indent="0">
              <a:lnSpc>
                <a:spcPts val="1350"/>
              </a:lnSpc>
              <a:buNone/>
            </a:pPr>
            <a:r>
              <a:rPr lang="en-US" sz="900" dirty="0">
                <a:solidFill>
                  <a:srgbClr val="00F5FF"/>
                </a:solidFill>
              </a:rPr>
              <a:t>Context Summarizer</a:t>
            </a:r>
            <a:endParaRPr lang="en-US" sz="900" dirty="0"/>
          </a:p>
        </p:txBody>
      </p:sp>
      <p:sp>
        <p:nvSpPr>
          <p:cNvPr id="70" name="SK-5-text-69"/>
          <p:cNvSpPr/>
          <p:nvPr/>
        </p:nvSpPr>
        <p:spPr>
          <a:xfrm>
            <a:off x="7368480" y="6267450"/>
            <a:ext cx="1861547" cy="209550"/>
          </a:xfrm>
          <a:prstGeom prst="rect">
            <a:avLst/>
          </a:prstGeom>
          <a:noFill/>
          <a:ln/>
        </p:spPr>
        <p:txBody>
          <a:bodyPr vert="horz" wrap="square" lIns="0" tIns="0" rIns="0" bIns="0" rtlCol="0" anchor="ctr"/>
          <a:lstStyle/>
          <a:p>
            <a:pPr marL="0" indent="0">
              <a:lnSpc>
                <a:spcPts val="1350"/>
              </a:lnSpc>
              <a:buNone/>
            </a:pPr>
            <a:r>
              <a:rPr lang="en-US" sz="900" dirty="0">
                <a:solidFill>
                  <a:srgbClr val="00F5FF"/>
                </a:solidFill>
              </a:rPr>
              <a:t>Manual Override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SK-6-img-1" descr="preencoded.png"/>
          <p:cNvPicPr>
            <a:picLocks noChangeAspect="1"/>
          </p:cNvPicPr>
          <p:nvPr/>
        </p:nvPicPr>
        <p:blipFill>
          <a:blip r:embed="rId3"/>
          <a:stretch>
            <a:fillRect/>
          </a:stretch>
        </p:blipFill>
        <p:spPr>
          <a:xfrm>
            <a:off x="0" y="0"/>
            <a:ext cx="12192000" cy="6858000"/>
          </a:xfrm>
          <a:prstGeom prst="rect">
            <a:avLst/>
          </a:prstGeom>
        </p:spPr>
      </p:pic>
      <p:pic>
        <p:nvPicPr>
          <p:cNvPr id="3" name="SK-6-img-2" descr="preencoded.png"/>
          <p:cNvPicPr>
            <a:picLocks noChangeAspect="1"/>
          </p:cNvPicPr>
          <p:nvPr/>
        </p:nvPicPr>
        <p:blipFill>
          <a:blip r:embed="rId3"/>
          <a:stretch>
            <a:fillRect/>
          </a:stretch>
        </p:blipFill>
        <p:spPr>
          <a:xfrm>
            <a:off x="0" y="0"/>
            <a:ext cx="12192000" cy="6858000"/>
          </a:xfrm>
          <a:prstGeom prst="rect">
            <a:avLst/>
          </a:prstGeom>
        </p:spPr>
      </p:pic>
      <p:pic>
        <p:nvPicPr>
          <p:cNvPr id="4" name="SK-6-img-3" descr="preencoded.png"/>
          <p:cNvPicPr>
            <a:picLocks noChangeAspect="1"/>
          </p:cNvPicPr>
          <p:nvPr/>
        </p:nvPicPr>
        <p:blipFill>
          <a:blip r:embed="rId4"/>
          <a:stretch>
            <a:fillRect/>
          </a:stretch>
        </p:blipFill>
        <p:spPr>
          <a:xfrm>
            <a:off x="571500" y="304800"/>
            <a:ext cx="1962150" cy="238125"/>
          </a:xfrm>
          <a:prstGeom prst="rect">
            <a:avLst/>
          </a:prstGeom>
        </p:spPr>
      </p:pic>
      <p:pic>
        <p:nvPicPr>
          <p:cNvPr id="5" name="SK-6-img-4" descr="preencoded.png"/>
          <p:cNvPicPr>
            <a:picLocks noChangeAspect="1"/>
          </p:cNvPicPr>
          <p:nvPr/>
        </p:nvPicPr>
        <p:blipFill>
          <a:blip r:embed="rId5"/>
          <a:stretch>
            <a:fillRect/>
          </a:stretch>
        </p:blipFill>
        <p:spPr>
          <a:xfrm>
            <a:off x="2647950" y="419100"/>
            <a:ext cx="8972550" cy="9525"/>
          </a:xfrm>
          <a:prstGeom prst="rect">
            <a:avLst/>
          </a:prstGeom>
        </p:spPr>
      </p:pic>
      <p:pic>
        <p:nvPicPr>
          <p:cNvPr id="6" name="SK-6-img-5" descr="preencoded.png"/>
          <p:cNvPicPr>
            <a:picLocks noChangeAspect="1"/>
          </p:cNvPicPr>
          <p:nvPr/>
        </p:nvPicPr>
        <p:blipFill>
          <a:blip r:embed="rId6"/>
          <a:stretch>
            <a:fillRect/>
          </a:stretch>
        </p:blipFill>
        <p:spPr>
          <a:xfrm>
            <a:off x="571500" y="1314450"/>
            <a:ext cx="38100" cy="38100"/>
          </a:xfrm>
          <a:prstGeom prst="rect">
            <a:avLst/>
          </a:prstGeom>
        </p:spPr>
      </p:pic>
      <p:pic>
        <p:nvPicPr>
          <p:cNvPr id="7" name="SK-6-img-6" descr="preencoded.png"/>
          <p:cNvPicPr>
            <a:picLocks noChangeAspect="1"/>
          </p:cNvPicPr>
          <p:nvPr/>
        </p:nvPicPr>
        <p:blipFill>
          <a:blip r:embed="rId7"/>
          <a:stretch>
            <a:fillRect/>
          </a:stretch>
        </p:blipFill>
        <p:spPr>
          <a:xfrm>
            <a:off x="571500" y="1600200"/>
            <a:ext cx="4328220" cy="2428875"/>
          </a:xfrm>
          <a:prstGeom prst="rect">
            <a:avLst/>
          </a:prstGeom>
        </p:spPr>
      </p:pic>
      <p:pic>
        <p:nvPicPr>
          <p:cNvPr id="8" name="SK-6-img-7" descr="preencoded.png"/>
          <p:cNvPicPr>
            <a:picLocks noChangeAspect="1"/>
          </p:cNvPicPr>
          <p:nvPr/>
        </p:nvPicPr>
        <p:blipFill>
          <a:blip r:embed="rId8"/>
          <a:stretch>
            <a:fillRect/>
          </a:stretch>
        </p:blipFill>
        <p:spPr>
          <a:xfrm>
            <a:off x="762000" y="1831628"/>
            <a:ext cx="214313" cy="175320"/>
          </a:xfrm>
          <a:prstGeom prst="rect">
            <a:avLst/>
          </a:prstGeom>
        </p:spPr>
      </p:pic>
      <p:pic>
        <p:nvPicPr>
          <p:cNvPr id="9" name="SK-6-img-8" descr="preencoded.png"/>
          <p:cNvPicPr>
            <a:picLocks noChangeAspect="1"/>
          </p:cNvPicPr>
          <p:nvPr/>
        </p:nvPicPr>
        <p:blipFill>
          <a:blip r:embed="rId9"/>
          <a:stretch>
            <a:fillRect/>
          </a:stretch>
        </p:blipFill>
        <p:spPr>
          <a:xfrm>
            <a:off x="762000" y="2200275"/>
            <a:ext cx="1925985" cy="352425"/>
          </a:xfrm>
          <a:prstGeom prst="rect">
            <a:avLst/>
          </a:prstGeom>
        </p:spPr>
      </p:pic>
      <p:pic>
        <p:nvPicPr>
          <p:cNvPr id="10" name="SK-6-img-9" descr="preencoded.png"/>
          <p:cNvPicPr>
            <a:picLocks noChangeAspect="1"/>
          </p:cNvPicPr>
          <p:nvPr/>
        </p:nvPicPr>
        <p:blipFill>
          <a:blip r:embed="rId10"/>
          <a:stretch>
            <a:fillRect/>
          </a:stretch>
        </p:blipFill>
        <p:spPr>
          <a:xfrm>
            <a:off x="895350" y="2309813"/>
            <a:ext cx="166688" cy="133350"/>
          </a:xfrm>
          <a:prstGeom prst="rect">
            <a:avLst/>
          </a:prstGeom>
        </p:spPr>
      </p:pic>
      <p:pic>
        <p:nvPicPr>
          <p:cNvPr id="11" name="SK-6-img-10" descr="preencoded.png"/>
          <p:cNvPicPr>
            <a:picLocks noChangeAspect="1"/>
          </p:cNvPicPr>
          <p:nvPr/>
        </p:nvPicPr>
        <p:blipFill>
          <a:blip r:embed="rId9"/>
          <a:stretch>
            <a:fillRect/>
          </a:stretch>
        </p:blipFill>
        <p:spPr>
          <a:xfrm>
            <a:off x="2783235" y="2200275"/>
            <a:ext cx="1925985" cy="352425"/>
          </a:xfrm>
          <a:prstGeom prst="rect">
            <a:avLst/>
          </a:prstGeom>
        </p:spPr>
      </p:pic>
      <p:pic>
        <p:nvPicPr>
          <p:cNvPr id="12" name="SK-6-img-11" descr="preencoded.png"/>
          <p:cNvPicPr>
            <a:picLocks noChangeAspect="1"/>
          </p:cNvPicPr>
          <p:nvPr/>
        </p:nvPicPr>
        <p:blipFill>
          <a:blip r:embed="rId11"/>
          <a:stretch>
            <a:fillRect/>
          </a:stretch>
        </p:blipFill>
        <p:spPr>
          <a:xfrm>
            <a:off x="2916585" y="2309813"/>
            <a:ext cx="166688" cy="133350"/>
          </a:xfrm>
          <a:prstGeom prst="rect">
            <a:avLst/>
          </a:prstGeom>
        </p:spPr>
      </p:pic>
      <p:pic>
        <p:nvPicPr>
          <p:cNvPr id="13" name="SK-6-img-12" descr="preencoded.png"/>
          <p:cNvPicPr>
            <a:picLocks noChangeAspect="1"/>
          </p:cNvPicPr>
          <p:nvPr/>
        </p:nvPicPr>
        <p:blipFill>
          <a:blip r:embed="rId9"/>
          <a:stretch>
            <a:fillRect/>
          </a:stretch>
        </p:blipFill>
        <p:spPr>
          <a:xfrm>
            <a:off x="762000" y="2628900"/>
            <a:ext cx="1925985" cy="352425"/>
          </a:xfrm>
          <a:prstGeom prst="rect">
            <a:avLst/>
          </a:prstGeom>
        </p:spPr>
      </p:pic>
      <p:pic>
        <p:nvPicPr>
          <p:cNvPr id="14" name="SK-6-img-13" descr="preencoded.png"/>
          <p:cNvPicPr>
            <a:picLocks noChangeAspect="1"/>
          </p:cNvPicPr>
          <p:nvPr/>
        </p:nvPicPr>
        <p:blipFill>
          <a:blip r:embed="rId12"/>
          <a:stretch>
            <a:fillRect/>
          </a:stretch>
        </p:blipFill>
        <p:spPr>
          <a:xfrm>
            <a:off x="895350" y="2738438"/>
            <a:ext cx="166688" cy="133350"/>
          </a:xfrm>
          <a:prstGeom prst="rect">
            <a:avLst/>
          </a:prstGeom>
        </p:spPr>
      </p:pic>
      <p:pic>
        <p:nvPicPr>
          <p:cNvPr id="15" name="SK-6-img-14" descr="preencoded.png"/>
          <p:cNvPicPr>
            <a:picLocks noChangeAspect="1"/>
          </p:cNvPicPr>
          <p:nvPr/>
        </p:nvPicPr>
        <p:blipFill>
          <a:blip r:embed="rId9"/>
          <a:stretch>
            <a:fillRect/>
          </a:stretch>
        </p:blipFill>
        <p:spPr>
          <a:xfrm>
            <a:off x="2783235" y="2628900"/>
            <a:ext cx="1925985" cy="352425"/>
          </a:xfrm>
          <a:prstGeom prst="rect">
            <a:avLst/>
          </a:prstGeom>
        </p:spPr>
      </p:pic>
      <p:pic>
        <p:nvPicPr>
          <p:cNvPr id="16" name="SK-6-img-15" descr="preencoded.png"/>
          <p:cNvPicPr>
            <a:picLocks noChangeAspect="1"/>
          </p:cNvPicPr>
          <p:nvPr/>
        </p:nvPicPr>
        <p:blipFill>
          <a:blip r:embed="rId13"/>
          <a:stretch>
            <a:fillRect/>
          </a:stretch>
        </p:blipFill>
        <p:spPr>
          <a:xfrm>
            <a:off x="2916585" y="2738438"/>
            <a:ext cx="166688" cy="133350"/>
          </a:xfrm>
          <a:prstGeom prst="rect">
            <a:avLst/>
          </a:prstGeom>
        </p:spPr>
      </p:pic>
      <p:pic>
        <p:nvPicPr>
          <p:cNvPr id="17" name="SK-6-img-16" descr="preencoded.png"/>
          <p:cNvPicPr>
            <a:picLocks noChangeAspect="1"/>
          </p:cNvPicPr>
          <p:nvPr/>
        </p:nvPicPr>
        <p:blipFill>
          <a:blip r:embed="rId9"/>
          <a:stretch>
            <a:fillRect/>
          </a:stretch>
        </p:blipFill>
        <p:spPr>
          <a:xfrm>
            <a:off x="762000" y="3057525"/>
            <a:ext cx="1925985" cy="352425"/>
          </a:xfrm>
          <a:prstGeom prst="rect">
            <a:avLst/>
          </a:prstGeom>
        </p:spPr>
      </p:pic>
      <p:pic>
        <p:nvPicPr>
          <p:cNvPr id="18" name="SK-6-img-17" descr="preencoded.png"/>
          <p:cNvPicPr>
            <a:picLocks noChangeAspect="1"/>
          </p:cNvPicPr>
          <p:nvPr/>
        </p:nvPicPr>
        <p:blipFill>
          <a:blip r:embed="rId14"/>
          <a:stretch>
            <a:fillRect/>
          </a:stretch>
        </p:blipFill>
        <p:spPr>
          <a:xfrm>
            <a:off x="895350" y="3167063"/>
            <a:ext cx="166688" cy="133350"/>
          </a:xfrm>
          <a:prstGeom prst="rect">
            <a:avLst/>
          </a:prstGeom>
        </p:spPr>
      </p:pic>
      <p:pic>
        <p:nvPicPr>
          <p:cNvPr id="19" name="SK-6-img-18" descr="preencoded.png"/>
          <p:cNvPicPr>
            <a:picLocks noChangeAspect="1"/>
          </p:cNvPicPr>
          <p:nvPr/>
        </p:nvPicPr>
        <p:blipFill>
          <a:blip r:embed="rId9"/>
          <a:stretch>
            <a:fillRect/>
          </a:stretch>
        </p:blipFill>
        <p:spPr>
          <a:xfrm>
            <a:off x="2783235" y="3057525"/>
            <a:ext cx="1925985" cy="352425"/>
          </a:xfrm>
          <a:prstGeom prst="rect">
            <a:avLst/>
          </a:prstGeom>
        </p:spPr>
      </p:pic>
      <p:pic>
        <p:nvPicPr>
          <p:cNvPr id="20" name="SK-6-img-19" descr="preencoded.png"/>
          <p:cNvPicPr>
            <a:picLocks noChangeAspect="1"/>
          </p:cNvPicPr>
          <p:nvPr/>
        </p:nvPicPr>
        <p:blipFill>
          <a:blip r:embed="rId15"/>
          <a:stretch>
            <a:fillRect/>
          </a:stretch>
        </p:blipFill>
        <p:spPr>
          <a:xfrm>
            <a:off x="2916585" y="3167063"/>
            <a:ext cx="166688" cy="133350"/>
          </a:xfrm>
          <a:prstGeom prst="rect">
            <a:avLst/>
          </a:prstGeom>
        </p:spPr>
      </p:pic>
      <p:pic>
        <p:nvPicPr>
          <p:cNvPr id="21" name="SK-6-img-20" descr="preencoded.png"/>
          <p:cNvPicPr>
            <a:picLocks noChangeAspect="1"/>
          </p:cNvPicPr>
          <p:nvPr/>
        </p:nvPicPr>
        <p:blipFill>
          <a:blip r:embed="rId9"/>
          <a:stretch>
            <a:fillRect/>
          </a:stretch>
        </p:blipFill>
        <p:spPr>
          <a:xfrm>
            <a:off x="762000" y="3486150"/>
            <a:ext cx="1925985" cy="352425"/>
          </a:xfrm>
          <a:prstGeom prst="rect">
            <a:avLst/>
          </a:prstGeom>
        </p:spPr>
      </p:pic>
      <p:pic>
        <p:nvPicPr>
          <p:cNvPr id="22" name="SK-6-img-21" descr="preencoded.png"/>
          <p:cNvPicPr>
            <a:picLocks noChangeAspect="1"/>
          </p:cNvPicPr>
          <p:nvPr/>
        </p:nvPicPr>
        <p:blipFill>
          <a:blip r:embed="rId16"/>
          <a:stretch>
            <a:fillRect/>
          </a:stretch>
        </p:blipFill>
        <p:spPr>
          <a:xfrm>
            <a:off x="895350" y="3595688"/>
            <a:ext cx="166688" cy="133350"/>
          </a:xfrm>
          <a:prstGeom prst="rect">
            <a:avLst/>
          </a:prstGeom>
        </p:spPr>
      </p:pic>
      <p:pic>
        <p:nvPicPr>
          <p:cNvPr id="23" name="SK-6-img-22" descr="preencoded.png"/>
          <p:cNvPicPr>
            <a:picLocks noChangeAspect="1"/>
          </p:cNvPicPr>
          <p:nvPr/>
        </p:nvPicPr>
        <p:blipFill>
          <a:blip r:embed="rId17"/>
          <a:stretch>
            <a:fillRect/>
          </a:stretch>
        </p:blipFill>
        <p:spPr>
          <a:xfrm>
            <a:off x="2783235" y="3486150"/>
            <a:ext cx="1925985" cy="352425"/>
          </a:xfrm>
          <a:prstGeom prst="rect">
            <a:avLst/>
          </a:prstGeom>
        </p:spPr>
      </p:pic>
      <p:pic>
        <p:nvPicPr>
          <p:cNvPr id="24" name="SK-6-img-23" descr="preencoded.png"/>
          <p:cNvPicPr>
            <a:picLocks noChangeAspect="1"/>
          </p:cNvPicPr>
          <p:nvPr/>
        </p:nvPicPr>
        <p:blipFill>
          <a:blip r:embed="rId18"/>
          <a:stretch>
            <a:fillRect/>
          </a:stretch>
        </p:blipFill>
        <p:spPr>
          <a:xfrm>
            <a:off x="2916585" y="3595688"/>
            <a:ext cx="166688" cy="133350"/>
          </a:xfrm>
          <a:prstGeom prst="rect">
            <a:avLst/>
          </a:prstGeom>
        </p:spPr>
      </p:pic>
      <p:pic>
        <p:nvPicPr>
          <p:cNvPr id="25" name="SK-6-img-24" descr="preencoded.png"/>
          <p:cNvPicPr>
            <a:picLocks noChangeAspect="1"/>
          </p:cNvPicPr>
          <p:nvPr/>
        </p:nvPicPr>
        <p:blipFill>
          <a:blip r:embed="rId19"/>
          <a:stretch>
            <a:fillRect/>
          </a:stretch>
        </p:blipFill>
        <p:spPr>
          <a:xfrm>
            <a:off x="571500" y="4181475"/>
            <a:ext cx="4328220" cy="2383036"/>
          </a:xfrm>
          <a:prstGeom prst="rect">
            <a:avLst/>
          </a:prstGeom>
        </p:spPr>
      </p:pic>
      <p:pic>
        <p:nvPicPr>
          <p:cNvPr id="26" name="SK-6-img-25" descr="preencoded.png"/>
          <p:cNvPicPr>
            <a:picLocks noChangeAspect="1"/>
          </p:cNvPicPr>
          <p:nvPr/>
        </p:nvPicPr>
        <p:blipFill>
          <a:blip r:embed="rId20"/>
          <a:stretch>
            <a:fillRect/>
          </a:stretch>
        </p:blipFill>
        <p:spPr>
          <a:xfrm>
            <a:off x="762000" y="4412903"/>
            <a:ext cx="214313" cy="175320"/>
          </a:xfrm>
          <a:prstGeom prst="rect">
            <a:avLst/>
          </a:prstGeom>
        </p:spPr>
      </p:pic>
      <p:pic>
        <p:nvPicPr>
          <p:cNvPr id="27" name="SK-6-img-26" descr="preencoded.png"/>
          <p:cNvPicPr>
            <a:picLocks noChangeAspect="1"/>
          </p:cNvPicPr>
          <p:nvPr/>
        </p:nvPicPr>
        <p:blipFill>
          <a:blip r:embed="rId21"/>
          <a:stretch>
            <a:fillRect/>
          </a:stretch>
        </p:blipFill>
        <p:spPr>
          <a:xfrm>
            <a:off x="762000" y="4781550"/>
            <a:ext cx="901005" cy="748605"/>
          </a:xfrm>
          <a:prstGeom prst="rect">
            <a:avLst/>
          </a:prstGeom>
        </p:spPr>
      </p:pic>
      <p:pic>
        <p:nvPicPr>
          <p:cNvPr id="28" name="SK-6-img-27" descr="preencoded.png"/>
          <p:cNvPicPr>
            <a:picLocks noChangeAspect="1"/>
          </p:cNvPicPr>
          <p:nvPr/>
        </p:nvPicPr>
        <p:blipFill>
          <a:blip r:embed="rId22"/>
          <a:stretch>
            <a:fillRect/>
          </a:stretch>
        </p:blipFill>
        <p:spPr>
          <a:xfrm>
            <a:off x="1117253" y="4876800"/>
            <a:ext cx="190500" cy="152400"/>
          </a:xfrm>
          <a:prstGeom prst="rect">
            <a:avLst/>
          </a:prstGeom>
        </p:spPr>
      </p:pic>
      <p:pic>
        <p:nvPicPr>
          <p:cNvPr id="29" name="SK-6-img-28" descr="preencoded.png"/>
          <p:cNvPicPr>
            <a:picLocks noChangeAspect="1"/>
          </p:cNvPicPr>
          <p:nvPr/>
        </p:nvPicPr>
        <p:blipFill>
          <a:blip r:embed="rId23"/>
          <a:stretch>
            <a:fillRect/>
          </a:stretch>
        </p:blipFill>
        <p:spPr>
          <a:xfrm>
            <a:off x="1777305" y="4781550"/>
            <a:ext cx="901154" cy="748605"/>
          </a:xfrm>
          <a:prstGeom prst="rect">
            <a:avLst/>
          </a:prstGeom>
        </p:spPr>
      </p:pic>
      <p:pic>
        <p:nvPicPr>
          <p:cNvPr id="30" name="SK-6-img-29" descr="preencoded.png"/>
          <p:cNvPicPr>
            <a:picLocks noChangeAspect="1"/>
          </p:cNvPicPr>
          <p:nvPr/>
        </p:nvPicPr>
        <p:blipFill>
          <a:blip r:embed="rId24"/>
          <a:stretch>
            <a:fillRect/>
          </a:stretch>
        </p:blipFill>
        <p:spPr>
          <a:xfrm>
            <a:off x="2132558" y="4876800"/>
            <a:ext cx="190500" cy="152400"/>
          </a:xfrm>
          <a:prstGeom prst="rect">
            <a:avLst/>
          </a:prstGeom>
        </p:spPr>
      </p:pic>
      <p:pic>
        <p:nvPicPr>
          <p:cNvPr id="31" name="SK-6-img-30" descr="preencoded.png"/>
          <p:cNvPicPr>
            <a:picLocks noChangeAspect="1"/>
          </p:cNvPicPr>
          <p:nvPr/>
        </p:nvPicPr>
        <p:blipFill>
          <a:blip r:embed="rId25"/>
          <a:stretch>
            <a:fillRect/>
          </a:stretch>
        </p:blipFill>
        <p:spPr>
          <a:xfrm>
            <a:off x="2792760" y="4781550"/>
            <a:ext cx="901005" cy="748605"/>
          </a:xfrm>
          <a:prstGeom prst="rect">
            <a:avLst/>
          </a:prstGeom>
        </p:spPr>
      </p:pic>
      <p:pic>
        <p:nvPicPr>
          <p:cNvPr id="32" name="SK-6-img-31" descr="preencoded.png"/>
          <p:cNvPicPr>
            <a:picLocks noChangeAspect="1"/>
          </p:cNvPicPr>
          <p:nvPr/>
        </p:nvPicPr>
        <p:blipFill>
          <a:blip r:embed="rId26"/>
          <a:stretch>
            <a:fillRect/>
          </a:stretch>
        </p:blipFill>
        <p:spPr>
          <a:xfrm>
            <a:off x="3148013" y="4876800"/>
            <a:ext cx="190500" cy="152400"/>
          </a:xfrm>
          <a:prstGeom prst="rect">
            <a:avLst/>
          </a:prstGeom>
        </p:spPr>
      </p:pic>
      <p:pic>
        <p:nvPicPr>
          <p:cNvPr id="33" name="SK-6-img-32" descr="preencoded.png"/>
          <p:cNvPicPr>
            <a:picLocks noChangeAspect="1"/>
          </p:cNvPicPr>
          <p:nvPr/>
        </p:nvPicPr>
        <p:blipFill>
          <a:blip r:embed="rId27"/>
          <a:stretch>
            <a:fillRect/>
          </a:stretch>
        </p:blipFill>
        <p:spPr>
          <a:xfrm>
            <a:off x="3808065" y="4781550"/>
            <a:ext cx="901154" cy="748605"/>
          </a:xfrm>
          <a:prstGeom prst="rect">
            <a:avLst/>
          </a:prstGeom>
        </p:spPr>
      </p:pic>
      <p:pic>
        <p:nvPicPr>
          <p:cNvPr id="34" name="SK-6-img-33" descr="preencoded.png"/>
          <p:cNvPicPr>
            <a:picLocks noChangeAspect="1"/>
          </p:cNvPicPr>
          <p:nvPr/>
        </p:nvPicPr>
        <p:blipFill>
          <a:blip r:embed="rId28"/>
          <a:stretch>
            <a:fillRect/>
          </a:stretch>
        </p:blipFill>
        <p:spPr>
          <a:xfrm>
            <a:off x="4163318" y="4876800"/>
            <a:ext cx="190500" cy="152400"/>
          </a:xfrm>
          <a:prstGeom prst="rect">
            <a:avLst/>
          </a:prstGeom>
        </p:spPr>
      </p:pic>
      <p:pic>
        <p:nvPicPr>
          <p:cNvPr id="35" name="SK-6-img-34" descr="preencoded.png"/>
          <p:cNvPicPr>
            <a:picLocks noChangeAspect="1"/>
          </p:cNvPicPr>
          <p:nvPr/>
        </p:nvPicPr>
        <p:blipFill>
          <a:blip r:embed="rId29"/>
          <a:stretch>
            <a:fillRect/>
          </a:stretch>
        </p:blipFill>
        <p:spPr>
          <a:xfrm>
            <a:off x="762000" y="5625405"/>
            <a:ext cx="901005" cy="748605"/>
          </a:xfrm>
          <a:prstGeom prst="rect">
            <a:avLst/>
          </a:prstGeom>
        </p:spPr>
      </p:pic>
      <p:pic>
        <p:nvPicPr>
          <p:cNvPr id="36" name="SK-6-img-35" descr="preencoded.png"/>
          <p:cNvPicPr>
            <a:picLocks noChangeAspect="1"/>
          </p:cNvPicPr>
          <p:nvPr/>
        </p:nvPicPr>
        <p:blipFill>
          <a:blip r:embed="rId30"/>
          <a:stretch>
            <a:fillRect/>
          </a:stretch>
        </p:blipFill>
        <p:spPr>
          <a:xfrm>
            <a:off x="1117253" y="5720655"/>
            <a:ext cx="190500" cy="152400"/>
          </a:xfrm>
          <a:prstGeom prst="rect">
            <a:avLst/>
          </a:prstGeom>
        </p:spPr>
      </p:pic>
      <p:pic>
        <p:nvPicPr>
          <p:cNvPr id="37" name="SK-6-img-36" descr="preencoded.png"/>
          <p:cNvPicPr>
            <a:picLocks noChangeAspect="1"/>
          </p:cNvPicPr>
          <p:nvPr/>
        </p:nvPicPr>
        <p:blipFill>
          <a:blip r:embed="rId31"/>
          <a:stretch>
            <a:fillRect/>
          </a:stretch>
        </p:blipFill>
        <p:spPr>
          <a:xfrm>
            <a:off x="1777305" y="5625405"/>
            <a:ext cx="901154" cy="748605"/>
          </a:xfrm>
          <a:prstGeom prst="rect">
            <a:avLst/>
          </a:prstGeom>
        </p:spPr>
      </p:pic>
      <p:pic>
        <p:nvPicPr>
          <p:cNvPr id="38" name="SK-6-img-37" descr="preencoded.png"/>
          <p:cNvPicPr>
            <a:picLocks noChangeAspect="1"/>
          </p:cNvPicPr>
          <p:nvPr/>
        </p:nvPicPr>
        <p:blipFill>
          <a:blip r:embed="rId32"/>
          <a:stretch>
            <a:fillRect/>
          </a:stretch>
        </p:blipFill>
        <p:spPr>
          <a:xfrm>
            <a:off x="2132558" y="5720655"/>
            <a:ext cx="190500" cy="152400"/>
          </a:xfrm>
          <a:prstGeom prst="rect">
            <a:avLst/>
          </a:prstGeom>
        </p:spPr>
      </p:pic>
      <p:pic>
        <p:nvPicPr>
          <p:cNvPr id="39" name="SK-6-img-38" descr="preencoded.png"/>
          <p:cNvPicPr>
            <a:picLocks noChangeAspect="1"/>
          </p:cNvPicPr>
          <p:nvPr/>
        </p:nvPicPr>
        <p:blipFill>
          <a:blip r:embed="rId33"/>
          <a:stretch>
            <a:fillRect/>
          </a:stretch>
        </p:blipFill>
        <p:spPr>
          <a:xfrm>
            <a:off x="2792760" y="5625405"/>
            <a:ext cx="901005" cy="748605"/>
          </a:xfrm>
          <a:prstGeom prst="rect">
            <a:avLst/>
          </a:prstGeom>
        </p:spPr>
      </p:pic>
      <p:pic>
        <p:nvPicPr>
          <p:cNvPr id="40" name="SK-6-img-39" descr="preencoded.png"/>
          <p:cNvPicPr>
            <a:picLocks noChangeAspect="1"/>
          </p:cNvPicPr>
          <p:nvPr/>
        </p:nvPicPr>
        <p:blipFill>
          <a:blip r:embed="rId34"/>
          <a:stretch>
            <a:fillRect/>
          </a:stretch>
        </p:blipFill>
        <p:spPr>
          <a:xfrm>
            <a:off x="3148013" y="5720655"/>
            <a:ext cx="190500" cy="152400"/>
          </a:xfrm>
          <a:prstGeom prst="rect">
            <a:avLst/>
          </a:prstGeom>
        </p:spPr>
      </p:pic>
      <p:pic>
        <p:nvPicPr>
          <p:cNvPr id="41" name="SK-6-img-40" descr="preencoded.png"/>
          <p:cNvPicPr>
            <a:picLocks noChangeAspect="1"/>
          </p:cNvPicPr>
          <p:nvPr/>
        </p:nvPicPr>
        <p:blipFill>
          <a:blip r:embed="rId35"/>
          <a:stretch>
            <a:fillRect/>
          </a:stretch>
        </p:blipFill>
        <p:spPr>
          <a:xfrm>
            <a:off x="3808065" y="5625405"/>
            <a:ext cx="901154" cy="748605"/>
          </a:xfrm>
          <a:prstGeom prst="rect">
            <a:avLst/>
          </a:prstGeom>
        </p:spPr>
      </p:pic>
      <p:pic>
        <p:nvPicPr>
          <p:cNvPr id="42" name="SK-6-img-41" descr="preencoded.png"/>
          <p:cNvPicPr>
            <a:picLocks noChangeAspect="1"/>
          </p:cNvPicPr>
          <p:nvPr/>
        </p:nvPicPr>
        <p:blipFill>
          <a:blip r:embed="rId36"/>
          <a:stretch>
            <a:fillRect/>
          </a:stretch>
        </p:blipFill>
        <p:spPr>
          <a:xfrm>
            <a:off x="4163318" y="5720655"/>
            <a:ext cx="190500" cy="152400"/>
          </a:xfrm>
          <a:prstGeom prst="rect">
            <a:avLst/>
          </a:prstGeom>
        </p:spPr>
      </p:pic>
      <p:pic>
        <p:nvPicPr>
          <p:cNvPr id="43" name="SK-6-img-42" descr="preencoded.png"/>
          <p:cNvPicPr>
            <a:picLocks noChangeAspect="1"/>
          </p:cNvPicPr>
          <p:nvPr/>
        </p:nvPicPr>
        <p:blipFill>
          <a:blip r:embed="rId37"/>
          <a:stretch>
            <a:fillRect/>
          </a:stretch>
        </p:blipFill>
        <p:spPr>
          <a:xfrm>
            <a:off x="5128320" y="1600200"/>
            <a:ext cx="6492180" cy="4964311"/>
          </a:xfrm>
          <a:prstGeom prst="rect">
            <a:avLst/>
          </a:prstGeom>
        </p:spPr>
      </p:pic>
      <p:pic>
        <p:nvPicPr>
          <p:cNvPr id="44" name="SK-6-img-43" descr="preencoded.png"/>
          <p:cNvPicPr>
            <a:picLocks noChangeAspect="1"/>
          </p:cNvPicPr>
          <p:nvPr/>
        </p:nvPicPr>
        <p:blipFill>
          <a:blip r:embed="rId38"/>
          <a:stretch>
            <a:fillRect/>
          </a:stretch>
        </p:blipFill>
        <p:spPr>
          <a:xfrm>
            <a:off x="5318820" y="1831628"/>
            <a:ext cx="214313" cy="175320"/>
          </a:xfrm>
          <a:prstGeom prst="rect">
            <a:avLst/>
          </a:prstGeom>
        </p:spPr>
      </p:pic>
      <p:pic>
        <p:nvPicPr>
          <p:cNvPr id="45" name="SK-6-img-44" descr="preencoded.png"/>
          <p:cNvPicPr>
            <a:picLocks noChangeAspect="1"/>
          </p:cNvPicPr>
          <p:nvPr/>
        </p:nvPicPr>
        <p:blipFill>
          <a:blip r:embed="rId39"/>
          <a:stretch>
            <a:fillRect/>
          </a:stretch>
        </p:blipFill>
        <p:spPr>
          <a:xfrm>
            <a:off x="5318820" y="2200275"/>
            <a:ext cx="6111180" cy="985838"/>
          </a:xfrm>
          <a:prstGeom prst="rect">
            <a:avLst/>
          </a:prstGeom>
        </p:spPr>
      </p:pic>
      <p:pic>
        <p:nvPicPr>
          <p:cNvPr id="46" name="SK-6-img-45" descr="preencoded.png"/>
          <p:cNvPicPr>
            <a:picLocks noChangeAspect="1"/>
          </p:cNvPicPr>
          <p:nvPr/>
        </p:nvPicPr>
        <p:blipFill>
          <a:blip r:embed="rId40"/>
          <a:stretch>
            <a:fillRect/>
          </a:stretch>
        </p:blipFill>
        <p:spPr>
          <a:xfrm>
            <a:off x="5471220" y="2352675"/>
            <a:ext cx="457200" cy="457200"/>
          </a:xfrm>
          <a:prstGeom prst="rect">
            <a:avLst/>
          </a:prstGeom>
        </p:spPr>
      </p:pic>
      <p:pic>
        <p:nvPicPr>
          <p:cNvPr id="47" name="SK-6-img-46" descr="preencoded.png"/>
          <p:cNvPicPr>
            <a:picLocks noChangeAspect="1"/>
          </p:cNvPicPr>
          <p:nvPr/>
        </p:nvPicPr>
        <p:blipFill>
          <a:blip r:embed="rId41"/>
          <a:stretch>
            <a:fillRect/>
          </a:stretch>
        </p:blipFill>
        <p:spPr>
          <a:xfrm>
            <a:off x="5568851" y="2474565"/>
            <a:ext cx="261937" cy="213420"/>
          </a:xfrm>
          <a:prstGeom prst="rect">
            <a:avLst/>
          </a:prstGeom>
        </p:spPr>
      </p:pic>
      <p:pic>
        <p:nvPicPr>
          <p:cNvPr id="48" name="SK-6-img-47" descr="preencoded.png"/>
          <p:cNvPicPr>
            <a:picLocks noChangeAspect="1"/>
          </p:cNvPicPr>
          <p:nvPr/>
        </p:nvPicPr>
        <p:blipFill>
          <a:blip r:embed="rId42"/>
          <a:stretch>
            <a:fillRect/>
          </a:stretch>
        </p:blipFill>
        <p:spPr>
          <a:xfrm>
            <a:off x="5318820" y="3338513"/>
            <a:ext cx="6111180" cy="1314450"/>
          </a:xfrm>
          <a:prstGeom prst="rect">
            <a:avLst/>
          </a:prstGeom>
        </p:spPr>
      </p:pic>
      <p:pic>
        <p:nvPicPr>
          <p:cNvPr id="49" name="SK-6-img-48" descr="preencoded.png"/>
          <p:cNvPicPr>
            <a:picLocks noChangeAspect="1"/>
          </p:cNvPicPr>
          <p:nvPr/>
        </p:nvPicPr>
        <p:blipFill>
          <a:blip r:embed="rId43"/>
          <a:stretch>
            <a:fillRect/>
          </a:stretch>
        </p:blipFill>
        <p:spPr>
          <a:xfrm>
            <a:off x="5471220" y="3490913"/>
            <a:ext cx="457200" cy="457200"/>
          </a:xfrm>
          <a:prstGeom prst="rect">
            <a:avLst/>
          </a:prstGeom>
        </p:spPr>
      </p:pic>
      <p:pic>
        <p:nvPicPr>
          <p:cNvPr id="50" name="SK-6-img-49" descr="preencoded.png"/>
          <p:cNvPicPr>
            <a:picLocks noChangeAspect="1"/>
          </p:cNvPicPr>
          <p:nvPr/>
        </p:nvPicPr>
        <p:blipFill>
          <a:blip r:embed="rId44"/>
          <a:stretch>
            <a:fillRect/>
          </a:stretch>
        </p:blipFill>
        <p:spPr>
          <a:xfrm>
            <a:off x="5568851" y="3612803"/>
            <a:ext cx="261937" cy="213420"/>
          </a:xfrm>
          <a:prstGeom prst="rect">
            <a:avLst/>
          </a:prstGeom>
        </p:spPr>
      </p:pic>
      <p:pic>
        <p:nvPicPr>
          <p:cNvPr id="51" name="SK-6-img-50" descr="preencoded.png"/>
          <p:cNvPicPr>
            <a:picLocks noChangeAspect="1"/>
          </p:cNvPicPr>
          <p:nvPr/>
        </p:nvPicPr>
        <p:blipFill>
          <a:blip r:embed="rId45"/>
          <a:stretch>
            <a:fillRect/>
          </a:stretch>
        </p:blipFill>
        <p:spPr>
          <a:xfrm>
            <a:off x="6118920" y="4305300"/>
            <a:ext cx="571500" cy="195263"/>
          </a:xfrm>
          <a:prstGeom prst="rect">
            <a:avLst/>
          </a:prstGeom>
        </p:spPr>
      </p:pic>
      <p:pic>
        <p:nvPicPr>
          <p:cNvPr id="52" name="SK-6-img-51" descr="preencoded.png"/>
          <p:cNvPicPr>
            <a:picLocks noChangeAspect="1"/>
          </p:cNvPicPr>
          <p:nvPr/>
        </p:nvPicPr>
        <p:blipFill>
          <a:blip r:embed="rId46"/>
          <a:stretch>
            <a:fillRect/>
          </a:stretch>
        </p:blipFill>
        <p:spPr>
          <a:xfrm>
            <a:off x="6766620" y="4305300"/>
            <a:ext cx="571500" cy="195263"/>
          </a:xfrm>
          <a:prstGeom prst="rect">
            <a:avLst/>
          </a:prstGeom>
        </p:spPr>
      </p:pic>
      <p:pic>
        <p:nvPicPr>
          <p:cNvPr id="53" name="SK-6-img-52" descr="preencoded.png"/>
          <p:cNvPicPr>
            <a:picLocks noChangeAspect="1"/>
          </p:cNvPicPr>
          <p:nvPr/>
        </p:nvPicPr>
        <p:blipFill>
          <a:blip r:embed="rId47"/>
          <a:stretch>
            <a:fillRect/>
          </a:stretch>
        </p:blipFill>
        <p:spPr>
          <a:xfrm>
            <a:off x="7414320" y="4305300"/>
            <a:ext cx="676275" cy="195263"/>
          </a:xfrm>
          <a:prstGeom prst="rect">
            <a:avLst/>
          </a:prstGeom>
        </p:spPr>
      </p:pic>
      <p:pic>
        <p:nvPicPr>
          <p:cNvPr id="54" name="SK-6-img-53" descr="preencoded.png"/>
          <p:cNvPicPr>
            <a:picLocks noChangeAspect="1"/>
          </p:cNvPicPr>
          <p:nvPr/>
        </p:nvPicPr>
        <p:blipFill>
          <a:blip r:embed="rId48"/>
          <a:stretch>
            <a:fillRect/>
          </a:stretch>
        </p:blipFill>
        <p:spPr>
          <a:xfrm>
            <a:off x="8166795" y="4305300"/>
            <a:ext cx="676275" cy="195263"/>
          </a:xfrm>
          <a:prstGeom prst="rect">
            <a:avLst/>
          </a:prstGeom>
        </p:spPr>
      </p:pic>
      <p:pic>
        <p:nvPicPr>
          <p:cNvPr id="55" name="SK-6-img-54" descr="preencoded.png"/>
          <p:cNvPicPr>
            <a:picLocks noChangeAspect="1"/>
          </p:cNvPicPr>
          <p:nvPr/>
        </p:nvPicPr>
        <p:blipFill>
          <a:blip r:embed="rId47"/>
          <a:stretch>
            <a:fillRect/>
          </a:stretch>
        </p:blipFill>
        <p:spPr>
          <a:xfrm>
            <a:off x="8919270" y="4305300"/>
            <a:ext cx="676275" cy="195263"/>
          </a:xfrm>
          <a:prstGeom prst="rect">
            <a:avLst/>
          </a:prstGeom>
        </p:spPr>
      </p:pic>
      <p:pic>
        <p:nvPicPr>
          <p:cNvPr id="56" name="SK-6-img-55" descr="preencoded.png"/>
          <p:cNvPicPr>
            <a:picLocks noChangeAspect="1"/>
          </p:cNvPicPr>
          <p:nvPr/>
        </p:nvPicPr>
        <p:blipFill>
          <a:blip r:embed="rId49"/>
          <a:stretch>
            <a:fillRect/>
          </a:stretch>
        </p:blipFill>
        <p:spPr>
          <a:xfrm>
            <a:off x="5318820" y="4805363"/>
            <a:ext cx="6111180" cy="985838"/>
          </a:xfrm>
          <a:prstGeom prst="rect">
            <a:avLst/>
          </a:prstGeom>
        </p:spPr>
      </p:pic>
      <p:pic>
        <p:nvPicPr>
          <p:cNvPr id="57" name="SK-6-img-56" descr="preencoded.png"/>
          <p:cNvPicPr>
            <a:picLocks noChangeAspect="1"/>
          </p:cNvPicPr>
          <p:nvPr/>
        </p:nvPicPr>
        <p:blipFill>
          <a:blip r:embed="rId50"/>
          <a:stretch>
            <a:fillRect/>
          </a:stretch>
        </p:blipFill>
        <p:spPr>
          <a:xfrm>
            <a:off x="5471220" y="4957763"/>
            <a:ext cx="457200" cy="457200"/>
          </a:xfrm>
          <a:prstGeom prst="rect">
            <a:avLst/>
          </a:prstGeom>
        </p:spPr>
      </p:pic>
      <p:pic>
        <p:nvPicPr>
          <p:cNvPr id="58" name="SK-6-img-57" descr="preencoded.png"/>
          <p:cNvPicPr>
            <a:picLocks noChangeAspect="1"/>
          </p:cNvPicPr>
          <p:nvPr/>
        </p:nvPicPr>
        <p:blipFill>
          <a:blip r:embed="rId51"/>
          <a:stretch>
            <a:fillRect/>
          </a:stretch>
        </p:blipFill>
        <p:spPr>
          <a:xfrm>
            <a:off x="5568851" y="5079653"/>
            <a:ext cx="261937" cy="213420"/>
          </a:xfrm>
          <a:prstGeom prst="rect">
            <a:avLst/>
          </a:prstGeom>
        </p:spPr>
      </p:pic>
      <p:sp>
        <p:nvSpPr>
          <p:cNvPr id="59" name="SK-6-text-58"/>
          <p:cNvSpPr/>
          <p:nvPr/>
        </p:nvSpPr>
        <p:spPr>
          <a:xfrm>
            <a:off x="647700" y="304800"/>
            <a:ext cx="3077222" cy="238125"/>
          </a:xfrm>
          <a:prstGeom prst="rect">
            <a:avLst/>
          </a:prstGeom>
          <a:noFill/>
          <a:ln/>
        </p:spPr>
        <p:txBody>
          <a:bodyPr vert="horz" wrap="square" lIns="0" tIns="0" rIns="0" bIns="0" rtlCol="0" anchor="ctr"/>
          <a:lstStyle/>
          <a:p>
            <a:pPr marL="0" indent="0">
              <a:lnSpc>
                <a:spcPts val="1575"/>
              </a:lnSpc>
              <a:buNone/>
            </a:pPr>
            <a:r>
              <a:rPr lang="en-US" sz="1050" kern="0" spc="120" dirty="0">
                <a:solidFill>
                  <a:srgbClr val="00F5FF"/>
                </a:solidFill>
              </a:rPr>
              <a:t>TECHNICAL MODULE 02</a:t>
            </a:r>
            <a:endParaRPr lang="en-US" sz="1050" dirty="0"/>
          </a:p>
        </p:txBody>
      </p:sp>
      <p:sp>
        <p:nvSpPr>
          <p:cNvPr id="60" name="SK-6-text-59"/>
          <p:cNvSpPr/>
          <p:nvPr/>
        </p:nvSpPr>
        <p:spPr>
          <a:xfrm>
            <a:off x="571500" y="619125"/>
            <a:ext cx="11049000" cy="485775"/>
          </a:xfrm>
          <a:prstGeom prst="rect">
            <a:avLst/>
          </a:prstGeom>
          <a:noFill/>
          <a:ln/>
        </p:spPr>
        <p:txBody>
          <a:bodyPr vert="horz" wrap="square" lIns="0" tIns="0" rIns="0" bIns="0" rtlCol="0" anchor="ctr"/>
          <a:lstStyle/>
          <a:p>
            <a:pPr marL="0" indent="0">
              <a:lnSpc>
                <a:spcPts val="3825"/>
              </a:lnSpc>
              <a:buNone/>
            </a:pPr>
            <a:r>
              <a:rPr lang="en-US" sz="2550" b="1" dirty="0">
                <a:solidFill>
                  <a:srgbClr val="7B61FF"/>
                </a:solidFill>
                <a:latin typeface="Noto Sans SC" pitchFamily="34" charset="0"/>
                <a:ea typeface="Noto Sans SC" pitchFamily="34" charset="-122"/>
                <a:cs typeface="Noto Sans SC" pitchFamily="34" charset="-120"/>
              </a:rPr>
              <a:t>#模块二：多智能体协同资源生成</a:t>
            </a:r>
            <a:endParaRPr lang="en-US" sz="2550" dirty="0"/>
          </a:p>
        </p:txBody>
      </p:sp>
      <p:sp>
        <p:nvSpPr>
          <p:cNvPr id="61" name="SK-6-text-60"/>
          <p:cNvSpPr/>
          <p:nvPr/>
        </p:nvSpPr>
        <p:spPr>
          <a:xfrm>
            <a:off x="685800" y="1219200"/>
            <a:ext cx="11506200" cy="228600"/>
          </a:xfrm>
          <a:prstGeom prst="rect">
            <a:avLst/>
          </a:prstGeom>
          <a:noFill/>
          <a:ln/>
        </p:spPr>
        <p:txBody>
          <a:bodyPr vert="horz" wrap="square" lIns="0" tIns="0" rIns="0" bIns="0" rtlCol="0" anchor="ctr"/>
          <a:lstStyle/>
          <a:p>
            <a:pPr marL="0" indent="0">
              <a:lnSpc>
                <a:spcPts val="1800"/>
              </a:lnSpc>
              <a:buNone/>
            </a:pPr>
            <a:r>
              <a:rPr lang="en-US" sz="1200" dirty="0">
                <a:solidFill>
                  <a:srgbClr val="A0AEC0"/>
                </a:solidFill>
                <a:latin typeface="Noto Sans SC" pitchFamily="34" charset="0"/>
                <a:ea typeface="Noto Sans SC" pitchFamily="34" charset="-122"/>
                <a:cs typeface="Noto Sans SC" pitchFamily="34" charset="-120"/>
              </a:rPr>
              <a:t>8智能体协同生成7类资源，引入辩论仲裁、动态退火反思与难度自适应编排确保内容质量</a:t>
            </a:r>
            <a:endParaRPr lang="en-US" sz="1200" dirty="0"/>
          </a:p>
        </p:txBody>
      </p:sp>
      <p:sp>
        <p:nvSpPr>
          <p:cNvPr id="62" name="SK-6-text-61"/>
          <p:cNvSpPr/>
          <p:nvPr/>
        </p:nvSpPr>
        <p:spPr>
          <a:xfrm>
            <a:off x="1071563" y="1790700"/>
            <a:ext cx="3514725" cy="257175"/>
          </a:xfrm>
          <a:prstGeom prst="rect">
            <a:avLst/>
          </a:prstGeom>
          <a:noFill/>
          <a:ln/>
        </p:spPr>
        <p:txBody>
          <a:bodyPr vert="horz" wrap="square" lIns="0" tIns="0" rIns="0" bIns="0" rtlCol="0" anchor="ctr"/>
          <a:lstStyle/>
          <a:p>
            <a:pPr marL="0" indent="0">
              <a:lnSpc>
                <a:spcPts val="2025"/>
              </a:lnSpc>
              <a:buNone/>
            </a:pPr>
            <a:r>
              <a:rPr lang="en-US" sz="1350" b="1" dirty="0">
                <a:solidFill>
                  <a:srgbClr val="FFFFFF"/>
                </a:solidFill>
                <a:latin typeface="Noto Sans SC" pitchFamily="34" charset="0"/>
                <a:ea typeface="Noto Sans SC" pitchFamily="34" charset="-122"/>
                <a:cs typeface="Noto Sans SC" pitchFamily="34" charset="-120"/>
              </a:rPr>
              <a:t>7类核心学习资源矩阵</a:t>
            </a:r>
            <a:endParaRPr lang="en-US" sz="1350" dirty="0"/>
          </a:p>
        </p:txBody>
      </p:sp>
      <p:sp>
        <p:nvSpPr>
          <p:cNvPr id="63" name="SK-6-text-62"/>
          <p:cNvSpPr/>
          <p:nvPr/>
        </p:nvSpPr>
        <p:spPr>
          <a:xfrm>
            <a:off x="1157288" y="2200275"/>
            <a:ext cx="1659285" cy="352425"/>
          </a:xfrm>
          <a:prstGeom prst="rect">
            <a:avLst/>
          </a:prstGeom>
          <a:noFill/>
          <a:ln/>
        </p:spPr>
        <p:txBody>
          <a:bodyPr vert="horz" wrap="square" lIns="0" tIns="0" rIns="0" bIns="0" rtlCol="0" anchor="ctr"/>
          <a:lstStyle/>
          <a:p>
            <a:pPr marL="0" indent="0">
              <a:lnSpc>
                <a:spcPts val="1575"/>
              </a:lnSpc>
              <a:buNone/>
            </a:pPr>
            <a:r>
              <a:rPr lang="en-US" sz="1050" dirty="0">
                <a:solidFill>
                  <a:srgbClr val="A0AEC0"/>
                </a:solidFill>
                <a:latin typeface="Noto Sans SC" pitchFamily="34" charset="0"/>
                <a:ea typeface="Noto Sans SC" pitchFamily="34" charset="-122"/>
                <a:cs typeface="Noto Sans SC" pitchFamily="34" charset="-120"/>
              </a:rPr>
              <a:t>课程讲解文档</a:t>
            </a:r>
            <a:endParaRPr lang="en-US" sz="1050" dirty="0"/>
          </a:p>
        </p:txBody>
      </p:sp>
      <p:sp>
        <p:nvSpPr>
          <p:cNvPr id="64" name="SK-6-text-63"/>
          <p:cNvSpPr/>
          <p:nvPr/>
        </p:nvSpPr>
        <p:spPr>
          <a:xfrm>
            <a:off x="3178522" y="2200275"/>
            <a:ext cx="1659285" cy="352425"/>
          </a:xfrm>
          <a:prstGeom prst="rect">
            <a:avLst/>
          </a:prstGeom>
          <a:noFill/>
          <a:ln/>
        </p:spPr>
        <p:txBody>
          <a:bodyPr vert="horz" wrap="square" lIns="0" tIns="0" rIns="0" bIns="0" rtlCol="0" anchor="ctr"/>
          <a:lstStyle/>
          <a:p>
            <a:pPr marL="0" indent="0">
              <a:lnSpc>
                <a:spcPts val="1575"/>
              </a:lnSpc>
              <a:buNone/>
            </a:pPr>
            <a:r>
              <a:rPr lang="en-US" sz="1050" dirty="0">
                <a:solidFill>
                  <a:srgbClr val="A0AEC0"/>
                </a:solidFill>
                <a:latin typeface="Noto Sans SC" pitchFamily="34" charset="0"/>
                <a:ea typeface="Noto Sans SC" pitchFamily="34" charset="-122"/>
                <a:cs typeface="Noto Sans SC" pitchFamily="34" charset="-120"/>
              </a:rPr>
              <a:t>知识思维导图</a:t>
            </a:r>
            <a:endParaRPr lang="en-US" sz="1050" dirty="0"/>
          </a:p>
        </p:txBody>
      </p:sp>
      <p:sp>
        <p:nvSpPr>
          <p:cNvPr id="65" name="SK-6-text-64"/>
          <p:cNvSpPr/>
          <p:nvPr/>
        </p:nvSpPr>
        <p:spPr>
          <a:xfrm>
            <a:off x="1157288" y="2628900"/>
            <a:ext cx="1659285" cy="352425"/>
          </a:xfrm>
          <a:prstGeom prst="rect">
            <a:avLst/>
          </a:prstGeom>
          <a:noFill/>
          <a:ln/>
        </p:spPr>
        <p:txBody>
          <a:bodyPr vert="horz" wrap="square" lIns="0" tIns="0" rIns="0" bIns="0" rtlCol="0" anchor="ctr"/>
          <a:lstStyle/>
          <a:p>
            <a:pPr marL="0" indent="0">
              <a:lnSpc>
                <a:spcPts val="1575"/>
              </a:lnSpc>
              <a:buNone/>
            </a:pPr>
            <a:r>
              <a:rPr lang="en-US" sz="1050" dirty="0">
                <a:solidFill>
                  <a:srgbClr val="A0AEC0"/>
                </a:solidFill>
                <a:latin typeface="Noto Sans SC" pitchFamily="34" charset="0"/>
                <a:ea typeface="Noto Sans SC" pitchFamily="34" charset="-122"/>
                <a:cs typeface="Noto Sans SC" pitchFamily="34" charset="-120"/>
              </a:rPr>
              <a:t>章节练习题目</a:t>
            </a:r>
            <a:endParaRPr lang="en-US" sz="1050" dirty="0"/>
          </a:p>
        </p:txBody>
      </p:sp>
      <p:sp>
        <p:nvSpPr>
          <p:cNvPr id="66" name="SK-6-text-65"/>
          <p:cNvSpPr/>
          <p:nvPr/>
        </p:nvSpPr>
        <p:spPr>
          <a:xfrm>
            <a:off x="3178522" y="2628900"/>
            <a:ext cx="1659285" cy="352425"/>
          </a:xfrm>
          <a:prstGeom prst="rect">
            <a:avLst/>
          </a:prstGeom>
          <a:noFill/>
          <a:ln/>
        </p:spPr>
        <p:txBody>
          <a:bodyPr vert="horz" wrap="square" lIns="0" tIns="0" rIns="0" bIns="0" rtlCol="0" anchor="ctr"/>
          <a:lstStyle/>
          <a:p>
            <a:pPr marL="0" indent="0">
              <a:lnSpc>
                <a:spcPts val="1575"/>
              </a:lnSpc>
              <a:buNone/>
            </a:pPr>
            <a:r>
              <a:rPr lang="en-US" sz="1050" dirty="0">
                <a:solidFill>
                  <a:srgbClr val="A0AEC0"/>
                </a:solidFill>
                <a:latin typeface="Noto Sans SC" pitchFamily="34" charset="0"/>
                <a:ea typeface="Noto Sans SC" pitchFamily="34" charset="-122"/>
                <a:cs typeface="Noto Sans SC" pitchFamily="34" charset="-120"/>
              </a:rPr>
              <a:t>临床指南文献</a:t>
            </a:r>
            <a:endParaRPr lang="en-US" sz="1050" dirty="0"/>
          </a:p>
        </p:txBody>
      </p:sp>
      <p:sp>
        <p:nvSpPr>
          <p:cNvPr id="67" name="SK-6-text-66"/>
          <p:cNvSpPr/>
          <p:nvPr/>
        </p:nvSpPr>
        <p:spPr>
          <a:xfrm>
            <a:off x="1157288" y="3057525"/>
            <a:ext cx="1659285" cy="352425"/>
          </a:xfrm>
          <a:prstGeom prst="rect">
            <a:avLst/>
          </a:prstGeom>
          <a:noFill/>
          <a:ln/>
        </p:spPr>
        <p:txBody>
          <a:bodyPr vert="horz" wrap="square" lIns="0" tIns="0" rIns="0" bIns="0" rtlCol="0" anchor="ctr"/>
          <a:lstStyle/>
          <a:p>
            <a:pPr marL="0" indent="0">
              <a:lnSpc>
                <a:spcPts val="1575"/>
              </a:lnSpc>
              <a:buNone/>
            </a:pPr>
            <a:r>
              <a:rPr lang="en-US" sz="1050" dirty="0">
                <a:solidFill>
                  <a:srgbClr val="A0AEC0"/>
                </a:solidFill>
                <a:latin typeface="Noto Sans SC" pitchFamily="34" charset="0"/>
                <a:ea typeface="Noto Sans SC" pitchFamily="34" charset="-122"/>
                <a:cs typeface="Noto Sans SC" pitchFamily="34" charset="-120"/>
              </a:rPr>
              <a:t>教学视频脚本</a:t>
            </a:r>
            <a:endParaRPr lang="en-US" sz="1050" dirty="0"/>
          </a:p>
        </p:txBody>
      </p:sp>
      <p:sp>
        <p:nvSpPr>
          <p:cNvPr id="68" name="SK-6-text-67"/>
          <p:cNvSpPr/>
          <p:nvPr/>
        </p:nvSpPr>
        <p:spPr>
          <a:xfrm>
            <a:off x="3178522" y="3057525"/>
            <a:ext cx="1659285" cy="352425"/>
          </a:xfrm>
          <a:prstGeom prst="rect">
            <a:avLst/>
          </a:prstGeom>
          <a:noFill/>
          <a:ln/>
        </p:spPr>
        <p:txBody>
          <a:bodyPr vert="horz" wrap="square" lIns="0" tIns="0" rIns="0" bIns="0" rtlCol="0" anchor="ctr"/>
          <a:lstStyle/>
          <a:p>
            <a:pPr marL="0" indent="0">
              <a:lnSpc>
                <a:spcPts val="1575"/>
              </a:lnSpc>
              <a:buNone/>
            </a:pPr>
            <a:r>
              <a:rPr lang="en-US" sz="1050" dirty="0">
                <a:solidFill>
                  <a:srgbClr val="A0AEC0"/>
                </a:solidFill>
                <a:latin typeface="Noto Sans SC" pitchFamily="34" charset="0"/>
                <a:ea typeface="Noto Sans SC" pitchFamily="34" charset="-122"/>
                <a:cs typeface="Noto Sans SC" pitchFamily="34" charset="-120"/>
              </a:rPr>
              <a:t>医学编程实操</a:t>
            </a:r>
            <a:endParaRPr lang="en-US" sz="1050" dirty="0"/>
          </a:p>
        </p:txBody>
      </p:sp>
      <p:sp>
        <p:nvSpPr>
          <p:cNvPr id="69" name="SK-6-text-68"/>
          <p:cNvSpPr/>
          <p:nvPr/>
        </p:nvSpPr>
        <p:spPr>
          <a:xfrm>
            <a:off x="1157288" y="3486150"/>
            <a:ext cx="1659285" cy="352425"/>
          </a:xfrm>
          <a:prstGeom prst="rect">
            <a:avLst/>
          </a:prstGeom>
          <a:noFill/>
          <a:ln/>
        </p:spPr>
        <p:txBody>
          <a:bodyPr vert="horz" wrap="square" lIns="0" tIns="0" rIns="0" bIns="0" rtlCol="0" anchor="ctr"/>
          <a:lstStyle/>
          <a:p>
            <a:pPr marL="0" indent="0">
              <a:lnSpc>
                <a:spcPts val="1575"/>
              </a:lnSpc>
              <a:buNone/>
            </a:pPr>
            <a:r>
              <a:rPr lang="en-US" sz="1050" dirty="0">
                <a:solidFill>
                  <a:srgbClr val="A0AEC0"/>
                </a:solidFill>
                <a:latin typeface="Noto Sans SC" pitchFamily="34" charset="0"/>
                <a:ea typeface="Noto Sans SC" pitchFamily="34" charset="-122"/>
                <a:cs typeface="Noto Sans SC" pitchFamily="34" charset="-120"/>
              </a:rPr>
              <a:t>代码实操案例</a:t>
            </a:r>
            <a:endParaRPr lang="en-US" sz="1050" dirty="0"/>
          </a:p>
        </p:txBody>
      </p:sp>
      <p:sp>
        <p:nvSpPr>
          <p:cNvPr id="70" name="SK-6-text-69"/>
          <p:cNvSpPr/>
          <p:nvPr/>
        </p:nvSpPr>
        <p:spPr>
          <a:xfrm>
            <a:off x="3178522" y="3486150"/>
            <a:ext cx="1659285" cy="352425"/>
          </a:xfrm>
          <a:prstGeom prst="rect">
            <a:avLst/>
          </a:prstGeom>
          <a:noFill/>
          <a:ln/>
        </p:spPr>
        <p:txBody>
          <a:bodyPr vert="horz" wrap="square" lIns="0" tIns="0" rIns="0" bIns="0" rtlCol="0" anchor="ctr"/>
          <a:lstStyle/>
          <a:p>
            <a:pPr marL="0" indent="0">
              <a:lnSpc>
                <a:spcPts val="1575"/>
              </a:lnSpc>
              <a:buNone/>
            </a:pPr>
            <a:r>
              <a:rPr lang="en-US" sz="1050" dirty="0">
                <a:solidFill>
                  <a:srgbClr val="A0AEC0"/>
                </a:solidFill>
                <a:latin typeface="Noto Sans SC" pitchFamily="34" charset="0"/>
                <a:ea typeface="Noto Sans SC" pitchFamily="34" charset="-122"/>
                <a:cs typeface="Noto Sans SC" pitchFamily="34" charset="-120"/>
              </a:rPr>
              <a:t>高度个性化适配</a:t>
            </a:r>
            <a:endParaRPr lang="en-US" sz="1050" dirty="0"/>
          </a:p>
        </p:txBody>
      </p:sp>
      <p:sp>
        <p:nvSpPr>
          <p:cNvPr id="71" name="SK-6-text-70"/>
          <p:cNvSpPr/>
          <p:nvPr/>
        </p:nvSpPr>
        <p:spPr>
          <a:xfrm>
            <a:off x="1071563" y="4371975"/>
            <a:ext cx="3857625" cy="257175"/>
          </a:xfrm>
          <a:prstGeom prst="rect">
            <a:avLst/>
          </a:prstGeom>
          <a:noFill/>
          <a:ln/>
        </p:spPr>
        <p:txBody>
          <a:bodyPr vert="horz" wrap="square" lIns="0" tIns="0" rIns="0" bIns="0" rtlCol="0" anchor="ctr"/>
          <a:lstStyle/>
          <a:p>
            <a:pPr marL="0" indent="0">
              <a:lnSpc>
                <a:spcPts val="2025"/>
              </a:lnSpc>
              <a:buNone/>
            </a:pPr>
            <a:r>
              <a:rPr lang="en-US" sz="1350" b="1" dirty="0">
                <a:solidFill>
                  <a:srgbClr val="FFFFFF"/>
                </a:solidFill>
                <a:latin typeface="Noto Sans SC" pitchFamily="34" charset="0"/>
                <a:ea typeface="Noto Sans SC" pitchFamily="34" charset="-122"/>
                <a:cs typeface="Noto Sans SC" pitchFamily="34" charset="-120"/>
              </a:rPr>
              <a:t>8大专家智能体协同架构</a:t>
            </a:r>
            <a:endParaRPr lang="en-US" sz="1350" dirty="0"/>
          </a:p>
        </p:txBody>
      </p:sp>
      <p:sp>
        <p:nvSpPr>
          <p:cNvPr id="72" name="SK-6-text-71"/>
          <p:cNvSpPr/>
          <p:nvPr/>
        </p:nvSpPr>
        <p:spPr>
          <a:xfrm>
            <a:off x="926753" y="5086350"/>
            <a:ext cx="571500" cy="148530"/>
          </a:xfrm>
          <a:prstGeom prst="rect">
            <a:avLst/>
          </a:prstGeom>
          <a:noFill/>
          <a:ln/>
        </p:spPr>
        <p:txBody>
          <a:bodyPr vert="horz" wrap="square" lIns="0" tIns="0" rIns="0" bIns="0" rtlCol="0" anchor="ctr"/>
          <a:lstStyle/>
          <a:p>
            <a:pPr marL="0" indent="0" algn="ctr">
              <a:lnSpc>
                <a:spcPts val="1170"/>
              </a:lnSpc>
              <a:buNone/>
            </a:pPr>
            <a:r>
              <a:rPr lang="en-US" sz="975" b="1" dirty="0">
                <a:solidFill>
                  <a:srgbClr val="FFFFFF"/>
                </a:solidFill>
                <a:latin typeface="Noto Sans SC" pitchFamily="34" charset="0"/>
                <a:ea typeface="Noto Sans SC" pitchFamily="34" charset="-122"/>
                <a:cs typeface="Noto Sans SC" pitchFamily="34" charset="-120"/>
              </a:rPr>
              <a:t>画像对话</a:t>
            </a:r>
            <a:endParaRPr lang="en-US" sz="975" dirty="0"/>
          </a:p>
        </p:txBody>
      </p:sp>
      <p:sp>
        <p:nvSpPr>
          <p:cNvPr id="73" name="SK-6-text-72"/>
          <p:cNvSpPr/>
          <p:nvPr/>
        </p:nvSpPr>
        <p:spPr>
          <a:xfrm>
            <a:off x="1117253" y="5292030"/>
            <a:ext cx="190500" cy="142875"/>
          </a:xfrm>
          <a:prstGeom prst="rect">
            <a:avLst/>
          </a:prstGeom>
          <a:noFill/>
          <a:ln/>
        </p:spPr>
        <p:txBody>
          <a:bodyPr vert="horz" wrap="square" lIns="0" tIns="0" rIns="0" bIns="0" rtlCol="0" anchor="ctr"/>
          <a:lstStyle/>
          <a:p>
            <a:pPr marL="0" indent="0" algn="ctr">
              <a:lnSpc>
                <a:spcPts val="1170"/>
              </a:lnSpc>
              <a:buNone/>
            </a:pPr>
            <a:r>
              <a:rPr lang="en-US" sz="975" b="1" dirty="0">
                <a:solidFill>
                  <a:srgbClr val="FFFFFF"/>
                </a:solidFill>
              </a:rPr>
              <a:t>P1</a:t>
            </a:r>
            <a:endParaRPr lang="en-US" sz="750" dirty="0"/>
          </a:p>
        </p:txBody>
      </p:sp>
      <p:sp>
        <p:nvSpPr>
          <p:cNvPr id="74" name="SK-6-text-73"/>
          <p:cNvSpPr/>
          <p:nvPr/>
        </p:nvSpPr>
        <p:spPr>
          <a:xfrm>
            <a:off x="1942058" y="5086350"/>
            <a:ext cx="571500" cy="148530"/>
          </a:xfrm>
          <a:prstGeom prst="rect">
            <a:avLst/>
          </a:prstGeom>
          <a:noFill/>
          <a:ln/>
        </p:spPr>
        <p:txBody>
          <a:bodyPr vert="horz" wrap="square" lIns="0" tIns="0" rIns="0" bIns="0" rtlCol="0" anchor="ctr"/>
          <a:lstStyle/>
          <a:p>
            <a:pPr marL="0" indent="0" algn="ctr">
              <a:lnSpc>
                <a:spcPts val="1170"/>
              </a:lnSpc>
              <a:buNone/>
            </a:pPr>
            <a:r>
              <a:rPr lang="en-US" sz="975" b="1" dirty="0">
                <a:solidFill>
                  <a:srgbClr val="FFFFFF"/>
                </a:solidFill>
                <a:latin typeface="Noto Sans SC" pitchFamily="34" charset="0"/>
                <a:ea typeface="Noto Sans SC" pitchFamily="34" charset="-122"/>
                <a:cs typeface="Noto Sans SC" pitchFamily="34" charset="-120"/>
              </a:rPr>
              <a:t>特征抽取</a:t>
            </a:r>
            <a:endParaRPr lang="en-US" sz="975" dirty="0"/>
          </a:p>
        </p:txBody>
      </p:sp>
      <p:sp>
        <p:nvSpPr>
          <p:cNvPr id="75" name="SK-6-text-74"/>
          <p:cNvSpPr/>
          <p:nvPr/>
        </p:nvSpPr>
        <p:spPr>
          <a:xfrm>
            <a:off x="2132558" y="5292030"/>
            <a:ext cx="190500" cy="142875"/>
          </a:xfrm>
          <a:prstGeom prst="rect">
            <a:avLst/>
          </a:prstGeom>
          <a:noFill/>
          <a:ln/>
        </p:spPr>
        <p:txBody>
          <a:bodyPr vert="horz" wrap="square" lIns="0" tIns="0" rIns="0" bIns="0" rtlCol="0" anchor="ctr"/>
          <a:lstStyle/>
          <a:p>
            <a:pPr marL="0" indent="0" algn="ctr">
              <a:lnSpc>
                <a:spcPts val="1170"/>
              </a:lnSpc>
              <a:buNone/>
            </a:pPr>
            <a:r>
              <a:rPr lang="en-US" sz="975" b="1" dirty="0">
                <a:solidFill>
                  <a:srgbClr val="FFFFFF"/>
                </a:solidFill>
              </a:rPr>
              <a:t>P2</a:t>
            </a:r>
            <a:endParaRPr lang="en-US" sz="750" dirty="0"/>
          </a:p>
        </p:txBody>
      </p:sp>
      <p:sp>
        <p:nvSpPr>
          <p:cNvPr id="76" name="SK-6-text-75"/>
          <p:cNvSpPr/>
          <p:nvPr/>
        </p:nvSpPr>
        <p:spPr>
          <a:xfrm>
            <a:off x="2957513" y="5086350"/>
            <a:ext cx="571500" cy="148530"/>
          </a:xfrm>
          <a:prstGeom prst="rect">
            <a:avLst/>
          </a:prstGeom>
          <a:noFill/>
          <a:ln/>
        </p:spPr>
        <p:txBody>
          <a:bodyPr vert="horz" wrap="square" lIns="0" tIns="0" rIns="0" bIns="0" rtlCol="0" anchor="ctr"/>
          <a:lstStyle/>
          <a:p>
            <a:pPr marL="0" indent="0" algn="ctr">
              <a:lnSpc>
                <a:spcPts val="1170"/>
              </a:lnSpc>
              <a:buNone/>
            </a:pPr>
            <a:r>
              <a:rPr lang="en-US" sz="975" b="1" dirty="0">
                <a:solidFill>
                  <a:srgbClr val="FFFFFF"/>
                </a:solidFill>
                <a:latin typeface="Noto Sans SC" pitchFamily="34" charset="0"/>
                <a:ea typeface="Noto Sans SC" pitchFamily="34" charset="-122"/>
                <a:cs typeface="Noto Sans SC" pitchFamily="34" charset="-120"/>
              </a:rPr>
              <a:t>需求分析</a:t>
            </a:r>
            <a:endParaRPr lang="en-US" sz="975" dirty="0"/>
          </a:p>
        </p:txBody>
      </p:sp>
      <p:sp>
        <p:nvSpPr>
          <p:cNvPr id="77" name="SK-6-text-76"/>
          <p:cNvSpPr/>
          <p:nvPr/>
        </p:nvSpPr>
        <p:spPr>
          <a:xfrm>
            <a:off x="3148013" y="5292030"/>
            <a:ext cx="190500" cy="142875"/>
          </a:xfrm>
          <a:prstGeom prst="rect">
            <a:avLst/>
          </a:prstGeom>
          <a:noFill/>
          <a:ln/>
        </p:spPr>
        <p:txBody>
          <a:bodyPr vert="horz" wrap="square" lIns="0" tIns="0" rIns="0" bIns="0" rtlCol="0" anchor="ctr"/>
          <a:lstStyle/>
          <a:p>
            <a:pPr marL="0" indent="0" algn="ctr">
              <a:lnSpc>
                <a:spcPts val="1170"/>
              </a:lnSpc>
              <a:buNone/>
            </a:pPr>
            <a:r>
              <a:rPr lang="en-US" sz="975" b="1" dirty="0">
                <a:solidFill>
                  <a:srgbClr val="FFFFFF"/>
                </a:solidFill>
              </a:rPr>
              <a:t>P3</a:t>
            </a:r>
            <a:endParaRPr lang="en-US" sz="750" dirty="0"/>
          </a:p>
        </p:txBody>
      </p:sp>
      <p:sp>
        <p:nvSpPr>
          <p:cNvPr id="78" name="SK-6-text-77"/>
          <p:cNvSpPr/>
          <p:nvPr/>
        </p:nvSpPr>
        <p:spPr>
          <a:xfrm>
            <a:off x="3972818" y="5086350"/>
            <a:ext cx="571500" cy="148530"/>
          </a:xfrm>
          <a:prstGeom prst="rect">
            <a:avLst/>
          </a:prstGeom>
          <a:noFill/>
          <a:ln/>
        </p:spPr>
        <p:txBody>
          <a:bodyPr vert="horz" wrap="square" lIns="0" tIns="0" rIns="0" bIns="0" rtlCol="0" anchor="ctr"/>
          <a:lstStyle/>
          <a:p>
            <a:pPr marL="0" indent="0" algn="ctr">
              <a:lnSpc>
                <a:spcPts val="1170"/>
              </a:lnSpc>
              <a:buNone/>
            </a:pPr>
            <a:r>
              <a:rPr lang="en-US" sz="975" b="1" dirty="0">
                <a:solidFill>
                  <a:srgbClr val="FFFFFF"/>
                </a:solidFill>
                <a:latin typeface="Noto Sans SC" pitchFamily="34" charset="0"/>
                <a:ea typeface="Noto Sans SC" pitchFamily="34" charset="-122"/>
                <a:cs typeface="Noto Sans SC" pitchFamily="34" charset="-120"/>
              </a:rPr>
              <a:t>文档撰写</a:t>
            </a:r>
            <a:endParaRPr lang="en-US" sz="975" dirty="0"/>
          </a:p>
        </p:txBody>
      </p:sp>
      <p:sp>
        <p:nvSpPr>
          <p:cNvPr id="79" name="SK-6-text-78"/>
          <p:cNvSpPr/>
          <p:nvPr/>
        </p:nvSpPr>
        <p:spPr>
          <a:xfrm>
            <a:off x="4163318" y="5292030"/>
            <a:ext cx="190500" cy="142875"/>
          </a:xfrm>
          <a:prstGeom prst="rect">
            <a:avLst/>
          </a:prstGeom>
          <a:noFill/>
          <a:ln/>
        </p:spPr>
        <p:txBody>
          <a:bodyPr vert="horz" wrap="square" lIns="0" tIns="0" rIns="0" bIns="0" rtlCol="0" anchor="ctr"/>
          <a:lstStyle/>
          <a:p>
            <a:pPr marL="0" indent="0" algn="ctr">
              <a:lnSpc>
                <a:spcPts val="1170"/>
              </a:lnSpc>
              <a:buNone/>
            </a:pPr>
            <a:r>
              <a:rPr lang="en-US" sz="975" b="1" dirty="0">
                <a:solidFill>
                  <a:srgbClr val="FFFFFF"/>
                </a:solidFill>
              </a:rPr>
              <a:t>P4</a:t>
            </a:r>
            <a:endParaRPr lang="en-US" sz="750" dirty="0"/>
          </a:p>
        </p:txBody>
      </p:sp>
      <p:sp>
        <p:nvSpPr>
          <p:cNvPr id="80" name="SK-6-text-79"/>
          <p:cNvSpPr/>
          <p:nvPr/>
        </p:nvSpPr>
        <p:spPr>
          <a:xfrm>
            <a:off x="926753" y="5930205"/>
            <a:ext cx="571500" cy="148530"/>
          </a:xfrm>
          <a:prstGeom prst="rect">
            <a:avLst/>
          </a:prstGeom>
          <a:noFill/>
          <a:ln/>
        </p:spPr>
        <p:txBody>
          <a:bodyPr vert="horz" wrap="square" lIns="0" tIns="0" rIns="0" bIns="0" rtlCol="0" anchor="ctr"/>
          <a:lstStyle/>
          <a:p>
            <a:pPr marL="0" indent="0" algn="ctr">
              <a:lnSpc>
                <a:spcPts val="1170"/>
              </a:lnSpc>
              <a:buNone/>
            </a:pPr>
            <a:r>
              <a:rPr lang="en-US" sz="975" b="1" dirty="0">
                <a:solidFill>
                  <a:srgbClr val="FFFFFF"/>
                </a:solidFill>
                <a:latin typeface="Noto Sans SC" pitchFamily="34" charset="0"/>
                <a:ea typeface="Noto Sans SC" pitchFamily="34" charset="-122"/>
                <a:cs typeface="Noto Sans SC" pitchFamily="34" charset="-120"/>
              </a:rPr>
              <a:t>题目生成</a:t>
            </a:r>
            <a:endParaRPr lang="en-US" sz="975" dirty="0"/>
          </a:p>
        </p:txBody>
      </p:sp>
      <p:sp>
        <p:nvSpPr>
          <p:cNvPr id="81" name="SK-6-text-80"/>
          <p:cNvSpPr/>
          <p:nvPr/>
        </p:nvSpPr>
        <p:spPr>
          <a:xfrm>
            <a:off x="1117253" y="6135886"/>
            <a:ext cx="190500" cy="142875"/>
          </a:xfrm>
          <a:prstGeom prst="rect">
            <a:avLst/>
          </a:prstGeom>
          <a:noFill/>
          <a:ln/>
        </p:spPr>
        <p:txBody>
          <a:bodyPr vert="horz" wrap="square" lIns="0" tIns="0" rIns="0" bIns="0" rtlCol="0" anchor="ctr"/>
          <a:lstStyle/>
          <a:p>
            <a:pPr marL="0" indent="0" algn="ctr">
              <a:lnSpc>
                <a:spcPts val="1170"/>
              </a:lnSpc>
              <a:buNone/>
            </a:pPr>
            <a:r>
              <a:rPr lang="en-US" sz="975" b="1" dirty="0">
                <a:solidFill>
                  <a:srgbClr val="FFFFFF"/>
                </a:solidFill>
              </a:rPr>
              <a:t>P5</a:t>
            </a:r>
            <a:endParaRPr lang="en-US" sz="750" dirty="0"/>
          </a:p>
        </p:txBody>
      </p:sp>
      <p:sp>
        <p:nvSpPr>
          <p:cNvPr id="82" name="SK-6-text-81"/>
          <p:cNvSpPr/>
          <p:nvPr/>
        </p:nvSpPr>
        <p:spPr>
          <a:xfrm>
            <a:off x="1942058" y="5930205"/>
            <a:ext cx="571500" cy="148530"/>
          </a:xfrm>
          <a:prstGeom prst="rect">
            <a:avLst/>
          </a:prstGeom>
          <a:noFill/>
          <a:ln/>
        </p:spPr>
        <p:txBody>
          <a:bodyPr vert="horz" wrap="square" lIns="0" tIns="0" rIns="0" bIns="0" rtlCol="0" anchor="ctr"/>
          <a:lstStyle/>
          <a:p>
            <a:pPr marL="0" indent="0" algn="ctr">
              <a:lnSpc>
                <a:spcPts val="1170"/>
              </a:lnSpc>
              <a:buNone/>
            </a:pPr>
            <a:r>
              <a:rPr lang="en-US" sz="975" b="1" dirty="0">
                <a:solidFill>
                  <a:srgbClr val="FFFFFF"/>
                </a:solidFill>
                <a:latin typeface="Noto Sans SC" pitchFamily="34" charset="0"/>
                <a:ea typeface="Noto Sans SC" pitchFamily="34" charset="-122"/>
                <a:cs typeface="Noto Sans SC" pitchFamily="34" charset="-120"/>
              </a:rPr>
              <a:t>质量审核</a:t>
            </a:r>
            <a:endParaRPr lang="en-US" sz="975" dirty="0"/>
          </a:p>
        </p:txBody>
      </p:sp>
      <p:sp>
        <p:nvSpPr>
          <p:cNvPr id="83" name="SK-6-text-82"/>
          <p:cNvSpPr/>
          <p:nvPr/>
        </p:nvSpPr>
        <p:spPr>
          <a:xfrm>
            <a:off x="2132558" y="6135886"/>
            <a:ext cx="190500" cy="142875"/>
          </a:xfrm>
          <a:prstGeom prst="rect">
            <a:avLst/>
          </a:prstGeom>
          <a:noFill/>
          <a:ln/>
        </p:spPr>
        <p:txBody>
          <a:bodyPr vert="horz" wrap="square" lIns="0" tIns="0" rIns="0" bIns="0" rtlCol="0" anchor="ctr"/>
          <a:lstStyle/>
          <a:p>
            <a:pPr marL="0" indent="0" algn="ctr">
              <a:lnSpc>
                <a:spcPts val="1170"/>
              </a:lnSpc>
              <a:buNone/>
            </a:pPr>
            <a:r>
              <a:rPr lang="en-US" sz="975" b="1" dirty="0">
                <a:solidFill>
                  <a:srgbClr val="FFFFFF"/>
                </a:solidFill>
              </a:rPr>
              <a:t>P6</a:t>
            </a:r>
            <a:endParaRPr lang="en-US" sz="750" dirty="0"/>
          </a:p>
        </p:txBody>
      </p:sp>
      <p:sp>
        <p:nvSpPr>
          <p:cNvPr id="84" name="SK-6-text-83"/>
          <p:cNvSpPr/>
          <p:nvPr/>
        </p:nvSpPr>
        <p:spPr>
          <a:xfrm>
            <a:off x="2957513" y="5930205"/>
            <a:ext cx="571500" cy="148530"/>
          </a:xfrm>
          <a:prstGeom prst="rect">
            <a:avLst/>
          </a:prstGeom>
          <a:noFill/>
          <a:ln/>
        </p:spPr>
        <p:txBody>
          <a:bodyPr vert="horz" wrap="square" lIns="0" tIns="0" rIns="0" bIns="0" rtlCol="0" anchor="ctr"/>
          <a:lstStyle/>
          <a:p>
            <a:pPr marL="0" indent="0" algn="ctr">
              <a:lnSpc>
                <a:spcPts val="1170"/>
              </a:lnSpc>
              <a:buNone/>
            </a:pPr>
            <a:r>
              <a:rPr lang="en-US" sz="975" b="1" dirty="0">
                <a:solidFill>
                  <a:srgbClr val="FFFFFF"/>
                </a:solidFill>
                <a:latin typeface="Noto Sans SC" pitchFamily="34" charset="0"/>
                <a:ea typeface="Noto Sans SC" pitchFamily="34" charset="-122"/>
                <a:cs typeface="Noto Sans SC" pitchFamily="34" charset="-120"/>
              </a:rPr>
              <a:t>学习激励</a:t>
            </a:r>
            <a:endParaRPr lang="en-US" sz="975" dirty="0"/>
          </a:p>
        </p:txBody>
      </p:sp>
      <p:sp>
        <p:nvSpPr>
          <p:cNvPr id="85" name="SK-6-text-84"/>
          <p:cNvSpPr/>
          <p:nvPr/>
        </p:nvSpPr>
        <p:spPr>
          <a:xfrm>
            <a:off x="3148013" y="6135886"/>
            <a:ext cx="190500" cy="142875"/>
          </a:xfrm>
          <a:prstGeom prst="rect">
            <a:avLst/>
          </a:prstGeom>
          <a:noFill/>
          <a:ln/>
        </p:spPr>
        <p:txBody>
          <a:bodyPr vert="horz" wrap="square" lIns="0" tIns="0" rIns="0" bIns="0" rtlCol="0" anchor="ctr"/>
          <a:lstStyle/>
          <a:p>
            <a:pPr marL="0" indent="0" algn="ctr">
              <a:lnSpc>
                <a:spcPts val="1170"/>
              </a:lnSpc>
              <a:buNone/>
            </a:pPr>
            <a:r>
              <a:rPr lang="en-US" sz="975" b="1" dirty="0">
                <a:solidFill>
                  <a:srgbClr val="FFFFFF"/>
                </a:solidFill>
              </a:rPr>
              <a:t>P7</a:t>
            </a:r>
            <a:endParaRPr lang="en-US" sz="750" dirty="0"/>
          </a:p>
        </p:txBody>
      </p:sp>
      <p:sp>
        <p:nvSpPr>
          <p:cNvPr id="86" name="SK-6-text-85"/>
          <p:cNvSpPr/>
          <p:nvPr/>
        </p:nvSpPr>
        <p:spPr>
          <a:xfrm>
            <a:off x="3972818" y="5930205"/>
            <a:ext cx="571500" cy="148530"/>
          </a:xfrm>
          <a:prstGeom prst="rect">
            <a:avLst/>
          </a:prstGeom>
          <a:noFill/>
          <a:ln/>
        </p:spPr>
        <p:txBody>
          <a:bodyPr vert="horz" wrap="square" lIns="0" tIns="0" rIns="0" bIns="0" rtlCol="0" anchor="ctr"/>
          <a:lstStyle/>
          <a:p>
            <a:pPr marL="0" indent="0" algn="ctr">
              <a:lnSpc>
                <a:spcPts val="1170"/>
              </a:lnSpc>
              <a:buNone/>
            </a:pPr>
            <a:r>
              <a:rPr lang="en-US" sz="975" b="1" dirty="0">
                <a:solidFill>
                  <a:srgbClr val="FFFFFF"/>
                </a:solidFill>
                <a:latin typeface="Noto Sans SC" pitchFamily="34" charset="0"/>
                <a:ea typeface="Noto Sans SC" pitchFamily="34" charset="-122"/>
                <a:cs typeface="Noto Sans SC" pitchFamily="34" charset="-120"/>
              </a:rPr>
              <a:t>仲裁专家</a:t>
            </a:r>
            <a:endParaRPr lang="en-US" sz="975" dirty="0"/>
          </a:p>
        </p:txBody>
      </p:sp>
      <p:sp>
        <p:nvSpPr>
          <p:cNvPr id="87" name="SK-6-text-86"/>
          <p:cNvSpPr/>
          <p:nvPr/>
        </p:nvSpPr>
        <p:spPr>
          <a:xfrm>
            <a:off x="4163318" y="6135886"/>
            <a:ext cx="190500" cy="142875"/>
          </a:xfrm>
          <a:prstGeom prst="rect">
            <a:avLst/>
          </a:prstGeom>
          <a:noFill/>
          <a:ln/>
        </p:spPr>
        <p:txBody>
          <a:bodyPr vert="horz" wrap="square" lIns="0" tIns="0" rIns="0" bIns="0" rtlCol="0" anchor="ctr"/>
          <a:lstStyle/>
          <a:p>
            <a:pPr marL="0" indent="0" algn="ctr">
              <a:lnSpc>
                <a:spcPts val="1170"/>
              </a:lnSpc>
              <a:buNone/>
            </a:pPr>
            <a:r>
              <a:rPr lang="en-US" sz="975" b="1" dirty="0">
                <a:solidFill>
                  <a:srgbClr val="FFFFFF"/>
                </a:solidFill>
              </a:rPr>
              <a:t>P8</a:t>
            </a:r>
            <a:endParaRPr lang="en-US" sz="750" dirty="0"/>
          </a:p>
        </p:txBody>
      </p:sp>
      <p:sp>
        <p:nvSpPr>
          <p:cNvPr id="88" name="SK-6-text-87"/>
          <p:cNvSpPr/>
          <p:nvPr/>
        </p:nvSpPr>
        <p:spPr>
          <a:xfrm>
            <a:off x="5628382" y="1790700"/>
            <a:ext cx="3171825" cy="257175"/>
          </a:xfrm>
          <a:prstGeom prst="rect">
            <a:avLst/>
          </a:prstGeom>
          <a:noFill/>
          <a:ln/>
        </p:spPr>
        <p:txBody>
          <a:bodyPr vert="horz" wrap="square" lIns="0" tIns="0" rIns="0" bIns="0" rtlCol="0" anchor="ctr"/>
          <a:lstStyle/>
          <a:p>
            <a:pPr marL="0" indent="0">
              <a:lnSpc>
                <a:spcPts val="2025"/>
              </a:lnSpc>
              <a:buNone/>
            </a:pPr>
            <a:r>
              <a:rPr lang="en-US" sz="1350" b="1" dirty="0">
                <a:solidFill>
                  <a:srgbClr val="FFFFFF"/>
                </a:solidFill>
                <a:latin typeface="Noto Sans SC" pitchFamily="34" charset="0"/>
                <a:ea typeface="Noto Sans SC" pitchFamily="34" charset="-122"/>
                <a:cs typeface="Noto Sans SC" pitchFamily="34" charset="-120"/>
              </a:rPr>
              <a:t>核心推理与生成机制</a:t>
            </a:r>
            <a:endParaRPr lang="en-US" sz="1350" dirty="0"/>
          </a:p>
        </p:txBody>
      </p:sp>
      <p:sp>
        <p:nvSpPr>
          <p:cNvPr id="89" name="SK-6-text-88"/>
          <p:cNvSpPr/>
          <p:nvPr/>
        </p:nvSpPr>
        <p:spPr>
          <a:xfrm>
            <a:off x="6118920" y="2352675"/>
            <a:ext cx="6073080" cy="242888"/>
          </a:xfrm>
          <a:prstGeom prst="rect">
            <a:avLst/>
          </a:prstGeom>
          <a:noFill/>
          <a:ln/>
        </p:spPr>
        <p:txBody>
          <a:bodyPr vert="horz" wrap="square" lIns="0" tIns="0" rIns="0" bIns="0" rtlCol="0" anchor="ctr"/>
          <a:lstStyle/>
          <a:p>
            <a:pPr marL="0" indent="0">
              <a:lnSpc>
                <a:spcPts val="1913"/>
              </a:lnSpc>
              <a:buNone/>
            </a:pPr>
            <a:r>
              <a:rPr lang="en-US" sz="1275" b="1" dirty="0">
                <a:solidFill>
                  <a:srgbClr val="FFFFFF"/>
                </a:solidFill>
                <a:latin typeface="Noto Sans SC" pitchFamily="34" charset="0"/>
                <a:ea typeface="Noto Sans SC" pitchFamily="34" charset="-122"/>
                <a:cs typeface="Noto Sans SC" pitchFamily="34" charset="-120"/>
              </a:rPr>
              <a:t>辩论-仲裁模式 (Debate-Arbitration)</a:t>
            </a:r>
            <a:endParaRPr lang="en-US" sz="1275" dirty="0"/>
          </a:p>
        </p:txBody>
      </p:sp>
      <p:sp>
        <p:nvSpPr>
          <p:cNvPr id="90" name="SK-6-text-89"/>
          <p:cNvSpPr/>
          <p:nvPr/>
        </p:nvSpPr>
        <p:spPr>
          <a:xfrm>
            <a:off x="6118920" y="2633663"/>
            <a:ext cx="5158680" cy="400050"/>
          </a:xfrm>
          <a:prstGeom prst="rect">
            <a:avLst/>
          </a:prstGeom>
          <a:noFill/>
          <a:ln/>
        </p:spPr>
        <p:txBody>
          <a:bodyPr vert="horz" wrap="square" lIns="0" tIns="0" rIns="0" bIns="0" rtlCol="0" anchor="ctr"/>
          <a:lstStyle/>
          <a:p>
            <a:pPr marL="0" indent="0">
              <a:lnSpc>
                <a:spcPts val="1575"/>
              </a:lnSpc>
              <a:buNone/>
            </a:pPr>
            <a:r>
              <a:rPr lang="en-US" sz="1050" dirty="0">
                <a:solidFill>
                  <a:srgbClr val="A0AEC0"/>
                </a:solidFill>
                <a:latin typeface="Noto Sans SC" pitchFamily="34" charset="0"/>
                <a:ea typeface="Noto Sans SC" pitchFamily="34" charset="-122"/>
                <a:cs typeface="Noto Sans SC" pitchFamily="34" charset="-120"/>
              </a:rPr>
              <a:t>针对争议知识点触发多智能体辩论，仲裁智能体根据本地 RAG 证据链与 PubMed 文献级证据进行最终裁决，消除模型幻觉。</a:t>
            </a:r>
            <a:endParaRPr lang="en-US" sz="1050" dirty="0"/>
          </a:p>
        </p:txBody>
      </p:sp>
      <p:sp>
        <p:nvSpPr>
          <p:cNvPr id="91" name="SK-6-text-90"/>
          <p:cNvSpPr/>
          <p:nvPr/>
        </p:nvSpPr>
        <p:spPr>
          <a:xfrm>
            <a:off x="6118920" y="3490913"/>
            <a:ext cx="6073080" cy="242888"/>
          </a:xfrm>
          <a:prstGeom prst="rect">
            <a:avLst/>
          </a:prstGeom>
          <a:noFill/>
          <a:ln/>
        </p:spPr>
        <p:txBody>
          <a:bodyPr vert="horz" wrap="square" lIns="0" tIns="0" rIns="0" bIns="0" rtlCol="0" anchor="ctr"/>
          <a:lstStyle/>
          <a:p>
            <a:pPr marL="0" indent="0">
              <a:lnSpc>
                <a:spcPts val="1913"/>
              </a:lnSpc>
              <a:buNone/>
            </a:pPr>
            <a:r>
              <a:rPr lang="en-US" sz="1275" b="1" dirty="0">
                <a:solidFill>
                  <a:srgbClr val="FFFFFF"/>
                </a:solidFill>
                <a:latin typeface="Noto Sans SC" pitchFamily="34" charset="0"/>
                <a:ea typeface="Noto Sans SC" pitchFamily="34" charset="-122"/>
                <a:cs typeface="Noto Sans SC" pitchFamily="34" charset="-120"/>
              </a:rPr>
              <a:t>自愈式动态退火反思 (Self-Healing Reflection)</a:t>
            </a:r>
            <a:endParaRPr lang="en-US" sz="1275" dirty="0"/>
          </a:p>
        </p:txBody>
      </p:sp>
      <p:sp>
        <p:nvSpPr>
          <p:cNvPr id="92" name="SK-6-text-91"/>
          <p:cNvSpPr/>
          <p:nvPr/>
        </p:nvSpPr>
        <p:spPr>
          <a:xfrm>
            <a:off x="6118920" y="3771900"/>
            <a:ext cx="5158680" cy="400050"/>
          </a:xfrm>
          <a:prstGeom prst="rect">
            <a:avLst/>
          </a:prstGeom>
          <a:noFill/>
          <a:ln/>
        </p:spPr>
        <p:txBody>
          <a:bodyPr vert="horz" wrap="square" lIns="0" tIns="0" rIns="0" bIns="0" rtlCol="0" anchor="ctr"/>
          <a:lstStyle/>
          <a:p>
            <a:pPr marL="0" indent="0">
              <a:lnSpc>
                <a:spcPts val="1575"/>
              </a:lnSpc>
              <a:buNone/>
            </a:pPr>
            <a:r>
              <a:rPr lang="en-US" sz="1050" dirty="0">
                <a:solidFill>
                  <a:srgbClr val="A0AEC0"/>
                </a:solidFill>
                <a:latin typeface="Noto Sans SC" pitchFamily="34" charset="0"/>
                <a:ea typeface="Noto Sans SC" pitchFamily="34" charset="-122"/>
                <a:cs typeface="Noto Sans SC" pitchFamily="34" charset="-120"/>
              </a:rPr>
              <a:t>校验失败后自动归类驳回原因，生成针对性修正提示词，并衰减争议智能体权重进行重试。</a:t>
            </a:r>
            <a:endParaRPr lang="en-US" sz="1050" dirty="0"/>
          </a:p>
        </p:txBody>
      </p:sp>
      <p:sp>
        <p:nvSpPr>
          <p:cNvPr id="93" name="SK-6-text-92"/>
          <p:cNvSpPr/>
          <p:nvPr/>
        </p:nvSpPr>
        <p:spPr>
          <a:xfrm>
            <a:off x="6195120" y="4305300"/>
            <a:ext cx="690880" cy="195263"/>
          </a:xfrm>
          <a:prstGeom prst="rect">
            <a:avLst/>
          </a:prstGeom>
          <a:noFill/>
          <a:ln/>
        </p:spPr>
        <p:txBody>
          <a:bodyPr vert="horz" wrap="square" lIns="0" tIns="0" rIns="0" bIns="0" rtlCol="0" anchor="ctr"/>
          <a:lstStyle/>
          <a:p>
            <a:pPr marL="0" indent="0">
              <a:lnSpc>
                <a:spcPts val="1238"/>
              </a:lnSpc>
              <a:buNone/>
            </a:pPr>
            <a:r>
              <a:rPr lang="en-US" sz="825" dirty="0">
                <a:solidFill>
                  <a:srgbClr val="F56565"/>
                </a:solidFill>
                <a:latin typeface="Noto Sans SC" pitchFamily="34" charset="0"/>
                <a:ea typeface="Noto Sans SC" pitchFamily="34" charset="-122"/>
                <a:cs typeface="Noto Sans SC" pitchFamily="34" charset="-120"/>
              </a:rPr>
              <a:t>事实错误</a:t>
            </a:r>
            <a:endParaRPr lang="en-US" sz="825" dirty="0"/>
          </a:p>
        </p:txBody>
      </p:sp>
      <p:sp>
        <p:nvSpPr>
          <p:cNvPr id="94" name="SK-6-text-93"/>
          <p:cNvSpPr/>
          <p:nvPr/>
        </p:nvSpPr>
        <p:spPr>
          <a:xfrm>
            <a:off x="6842820" y="4305300"/>
            <a:ext cx="690880" cy="195263"/>
          </a:xfrm>
          <a:prstGeom prst="rect">
            <a:avLst/>
          </a:prstGeom>
          <a:noFill/>
          <a:ln/>
        </p:spPr>
        <p:txBody>
          <a:bodyPr vert="horz" wrap="square" lIns="0" tIns="0" rIns="0" bIns="0" rtlCol="0" anchor="ctr"/>
          <a:lstStyle/>
          <a:p>
            <a:pPr marL="0" indent="0">
              <a:lnSpc>
                <a:spcPts val="1238"/>
              </a:lnSpc>
              <a:buNone/>
            </a:pPr>
            <a:r>
              <a:rPr lang="en-US" sz="825" dirty="0">
                <a:solidFill>
                  <a:srgbClr val="F56565"/>
                </a:solidFill>
                <a:latin typeface="Noto Sans SC" pitchFamily="34" charset="0"/>
                <a:ea typeface="Noto Sans SC" pitchFamily="34" charset="-122"/>
                <a:cs typeface="Noto Sans SC" pitchFamily="34" charset="-120"/>
              </a:rPr>
              <a:t>逻辑矛盾</a:t>
            </a:r>
            <a:endParaRPr lang="en-US" sz="825" dirty="0"/>
          </a:p>
        </p:txBody>
      </p:sp>
      <p:sp>
        <p:nvSpPr>
          <p:cNvPr id="95" name="SK-6-text-94"/>
          <p:cNvSpPr/>
          <p:nvPr/>
        </p:nvSpPr>
        <p:spPr>
          <a:xfrm>
            <a:off x="7490520" y="4305300"/>
            <a:ext cx="887837" cy="195263"/>
          </a:xfrm>
          <a:prstGeom prst="rect">
            <a:avLst/>
          </a:prstGeom>
          <a:noFill/>
          <a:ln/>
        </p:spPr>
        <p:txBody>
          <a:bodyPr vert="horz" wrap="square" lIns="0" tIns="0" rIns="0" bIns="0" rtlCol="0" anchor="ctr"/>
          <a:lstStyle/>
          <a:p>
            <a:pPr marL="0" indent="0">
              <a:lnSpc>
                <a:spcPts val="1238"/>
              </a:lnSpc>
              <a:buNone/>
            </a:pPr>
            <a:r>
              <a:rPr lang="en-US" sz="825" dirty="0">
                <a:solidFill>
                  <a:srgbClr val="F56565"/>
                </a:solidFill>
                <a:latin typeface="Noto Sans SC" pitchFamily="34" charset="0"/>
                <a:ea typeface="Noto Sans SC" pitchFamily="34" charset="-122"/>
                <a:cs typeface="Noto Sans SC" pitchFamily="34" charset="-120"/>
              </a:rPr>
              <a:t>个性化不足</a:t>
            </a:r>
            <a:endParaRPr lang="en-US" sz="825" dirty="0"/>
          </a:p>
        </p:txBody>
      </p:sp>
      <p:sp>
        <p:nvSpPr>
          <p:cNvPr id="96" name="SK-6-text-95"/>
          <p:cNvSpPr/>
          <p:nvPr/>
        </p:nvSpPr>
        <p:spPr>
          <a:xfrm>
            <a:off x="8242995" y="4305300"/>
            <a:ext cx="887837" cy="195263"/>
          </a:xfrm>
          <a:prstGeom prst="rect">
            <a:avLst/>
          </a:prstGeom>
          <a:noFill/>
          <a:ln/>
        </p:spPr>
        <p:txBody>
          <a:bodyPr vert="horz" wrap="square" lIns="0" tIns="0" rIns="0" bIns="0" rtlCol="0" anchor="ctr"/>
          <a:lstStyle/>
          <a:p>
            <a:pPr marL="0" indent="0">
              <a:lnSpc>
                <a:spcPts val="1238"/>
              </a:lnSpc>
              <a:buNone/>
            </a:pPr>
            <a:r>
              <a:rPr lang="en-US" sz="825" dirty="0">
                <a:solidFill>
                  <a:srgbClr val="F56565"/>
                </a:solidFill>
                <a:latin typeface="Noto Sans SC" pitchFamily="34" charset="0"/>
                <a:ea typeface="Noto Sans SC" pitchFamily="34" charset="-122"/>
                <a:cs typeface="Noto Sans SC" pitchFamily="34" charset="-120"/>
              </a:rPr>
              <a:t>医学专业性</a:t>
            </a:r>
            <a:endParaRPr lang="en-US" sz="825" dirty="0"/>
          </a:p>
        </p:txBody>
      </p:sp>
      <p:sp>
        <p:nvSpPr>
          <p:cNvPr id="97" name="SK-6-text-96"/>
          <p:cNvSpPr/>
          <p:nvPr/>
        </p:nvSpPr>
        <p:spPr>
          <a:xfrm>
            <a:off x="8995470" y="4305300"/>
            <a:ext cx="887837" cy="195263"/>
          </a:xfrm>
          <a:prstGeom prst="rect">
            <a:avLst/>
          </a:prstGeom>
          <a:noFill/>
          <a:ln/>
        </p:spPr>
        <p:txBody>
          <a:bodyPr vert="horz" wrap="square" lIns="0" tIns="0" rIns="0" bIns="0" rtlCol="0" anchor="ctr"/>
          <a:lstStyle/>
          <a:p>
            <a:pPr marL="0" indent="0">
              <a:lnSpc>
                <a:spcPts val="1238"/>
              </a:lnSpc>
              <a:buNone/>
            </a:pPr>
            <a:r>
              <a:rPr lang="en-US" sz="825" dirty="0">
                <a:solidFill>
                  <a:srgbClr val="F56565"/>
                </a:solidFill>
                <a:latin typeface="Noto Sans SC" pitchFamily="34" charset="0"/>
                <a:ea typeface="Noto Sans SC" pitchFamily="34" charset="-122"/>
                <a:cs typeface="Noto Sans SC" pitchFamily="34" charset="-120"/>
              </a:rPr>
              <a:t>内容不完整</a:t>
            </a:r>
            <a:endParaRPr lang="en-US" sz="825" dirty="0"/>
          </a:p>
        </p:txBody>
      </p:sp>
      <p:sp>
        <p:nvSpPr>
          <p:cNvPr id="98" name="SK-6-text-97"/>
          <p:cNvSpPr/>
          <p:nvPr/>
        </p:nvSpPr>
        <p:spPr>
          <a:xfrm>
            <a:off x="6118920" y="4957763"/>
            <a:ext cx="5239643" cy="242888"/>
          </a:xfrm>
          <a:prstGeom prst="rect">
            <a:avLst/>
          </a:prstGeom>
          <a:noFill/>
          <a:ln/>
        </p:spPr>
        <p:txBody>
          <a:bodyPr vert="horz" wrap="square" lIns="0" tIns="0" rIns="0" bIns="0" rtlCol="0" anchor="ctr"/>
          <a:lstStyle/>
          <a:p>
            <a:pPr marL="0" indent="0">
              <a:lnSpc>
                <a:spcPts val="1913"/>
              </a:lnSpc>
              <a:buNone/>
            </a:pPr>
            <a:r>
              <a:rPr lang="en-US" sz="1275" b="1" dirty="0">
                <a:solidFill>
                  <a:srgbClr val="FFFFFF"/>
                </a:solidFill>
                <a:latin typeface="Noto Sans SC" pitchFamily="34" charset="0"/>
                <a:ea typeface="Noto Sans SC" pitchFamily="34" charset="-122"/>
                <a:cs typeface="Noto Sans SC" pitchFamily="34" charset="-120"/>
              </a:rPr>
              <a:t>难度自适应动态编排</a:t>
            </a:r>
            <a:endParaRPr lang="en-US" sz="1275" dirty="0"/>
          </a:p>
        </p:txBody>
      </p:sp>
      <p:sp>
        <p:nvSpPr>
          <p:cNvPr id="99" name="SK-6-text-98"/>
          <p:cNvSpPr/>
          <p:nvPr/>
        </p:nvSpPr>
        <p:spPr>
          <a:xfrm>
            <a:off x="6118920" y="5238750"/>
            <a:ext cx="5158680" cy="400050"/>
          </a:xfrm>
          <a:prstGeom prst="rect">
            <a:avLst/>
          </a:prstGeom>
          <a:noFill/>
          <a:ln/>
        </p:spPr>
        <p:txBody>
          <a:bodyPr vert="horz" wrap="square" lIns="0" tIns="0" rIns="0" bIns="0" rtlCol="0" anchor="ctr"/>
          <a:lstStyle/>
          <a:p>
            <a:pPr marL="0" indent="0">
              <a:lnSpc>
                <a:spcPts val="1575"/>
              </a:lnSpc>
              <a:buNone/>
            </a:pPr>
            <a:r>
              <a:rPr lang="en-US" sz="1050" dirty="0">
                <a:solidFill>
                  <a:srgbClr val="A0AEC0"/>
                </a:solidFill>
                <a:latin typeface="Noto Sans SC" pitchFamily="34" charset="0"/>
                <a:ea typeface="Noto Sans SC" pitchFamily="34" charset="-122"/>
                <a:cs typeface="Noto Sans SC" pitchFamily="34" charset="-120"/>
              </a:rPr>
              <a:t>根据画像中的知识基础评分 (0.0-1.0)，动态调整生成的资源深度（入门/中级/进阶），实现“教学材料适配学生”而非“学生适应材料”。</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SK-7-img-1" descr="preencoded.png"/>
          <p:cNvPicPr>
            <a:picLocks noChangeAspect="1"/>
          </p:cNvPicPr>
          <p:nvPr/>
        </p:nvPicPr>
        <p:blipFill>
          <a:blip r:embed="rId3"/>
          <a:stretch>
            <a:fillRect/>
          </a:stretch>
        </p:blipFill>
        <p:spPr>
          <a:xfrm>
            <a:off x="0" y="0"/>
            <a:ext cx="12192000" cy="6858000"/>
          </a:xfrm>
          <a:prstGeom prst="rect">
            <a:avLst/>
          </a:prstGeom>
        </p:spPr>
      </p:pic>
      <p:pic>
        <p:nvPicPr>
          <p:cNvPr id="3" name="SK-7-img-2" descr="preencoded.png"/>
          <p:cNvPicPr>
            <a:picLocks noChangeAspect="1"/>
          </p:cNvPicPr>
          <p:nvPr/>
        </p:nvPicPr>
        <p:blipFill>
          <a:blip r:embed="rId4"/>
          <a:stretch>
            <a:fillRect/>
          </a:stretch>
        </p:blipFill>
        <p:spPr>
          <a:xfrm>
            <a:off x="0" y="0"/>
            <a:ext cx="12192000" cy="6858000"/>
          </a:xfrm>
          <a:prstGeom prst="rect">
            <a:avLst/>
          </a:prstGeom>
        </p:spPr>
      </p:pic>
      <p:pic>
        <p:nvPicPr>
          <p:cNvPr id="4" name="SK-7-img-3" descr="preencoded.png"/>
          <p:cNvPicPr>
            <a:picLocks noChangeAspect="1"/>
          </p:cNvPicPr>
          <p:nvPr/>
        </p:nvPicPr>
        <p:blipFill>
          <a:blip r:embed="rId5"/>
          <a:stretch>
            <a:fillRect/>
          </a:stretch>
        </p:blipFill>
        <p:spPr>
          <a:xfrm>
            <a:off x="571500" y="304800"/>
            <a:ext cx="1962150" cy="238125"/>
          </a:xfrm>
          <a:prstGeom prst="rect">
            <a:avLst/>
          </a:prstGeom>
        </p:spPr>
      </p:pic>
      <p:pic>
        <p:nvPicPr>
          <p:cNvPr id="5" name="SK-7-img-4" descr="preencoded.png"/>
          <p:cNvPicPr>
            <a:picLocks noChangeAspect="1"/>
          </p:cNvPicPr>
          <p:nvPr/>
        </p:nvPicPr>
        <p:blipFill>
          <a:blip r:embed="rId6"/>
          <a:stretch>
            <a:fillRect/>
          </a:stretch>
        </p:blipFill>
        <p:spPr>
          <a:xfrm>
            <a:off x="2647950" y="419100"/>
            <a:ext cx="8972550" cy="9525"/>
          </a:xfrm>
          <a:prstGeom prst="rect">
            <a:avLst/>
          </a:prstGeom>
        </p:spPr>
      </p:pic>
      <p:pic>
        <p:nvPicPr>
          <p:cNvPr id="6" name="SK-7-img-5" descr="preencoded.png"/>
          <p:cNvPicPr>
            <a:picLocks noChangeAspect="1"/>
          </p:cNvPicPr>
          <p:nvPr/>
        </p:nvPicPr>
        <p:blipFill>
          <a:blip r:embed="rId7"/>
          <a:stretch>
            <a:fillRect/>
          </a:stretch>
        </p:blipFill>
        <p:spPr>
          <a:xfrm>
            <a:off x="571500" y="1314450"/>
            <a:ext cx="38100" cy="38100"/>
          </a:xfrm>
          <a:prstGeom prst="rect">
            <a:avLst/>
          </a:prstGeom>
        </p:spPr>
      </p:pic>
      <p:pic>
        <p:nvPicPr>
          <p:cNvPr id="7" name="SK-7-img-6" descr="preencoded.png"/>
          <p:cNvPicPr>
            <a:picLocks noChangeAspect="1"/>
          </p:cNvPicPr>
          <p:nvPr/>
        </p:nvPicPr>
        <p:blipFill>
          <a:blip r:embed="rId8"/>
          <a:stretch>
            <a:fillRect/>
          </a:stretch>
        </p:blipFill>
        <p:spPr>
          <a:xfrm>
            <a:off x="571500" y="1600200"/>
            <a:ext cx="5381625" cy="2292995"/>
          </a:xfrm>
          <a:prstGeom prst="rect">
            <a:avLst/>
          </a:prstGeom>
        </p:spPr>
      </p:pic>
      <p:pic>
        <p:nvPicPr>
          <p:cNvPr id="8" name="SK-7-img-7" descr="preencoded.png"/>
          <p:cNvPicPr>
            <a:picLocks noChangeAspect="1"/>
          </p:cNvPicPr>
          <p:nvPr/>
        </p:nvPicPr>
        <p:blipFill>
          <a:blip r:embed="rId9"/>
          <a:stretch>
            <a:fillRect/>
          </a:stretch>
        </p:blipFill>
        <p:spPr>
          <a:xfrm>
            <a:off x="800100" y="1895475"/>
            <a:ext cx="190500" cy="152400"/>
          </a:xfrm>
          <a:prstGeom prst="rect">
            <a:avLst/>
          </a:prstGeom>
        </p:spPr>
      </p:pic>
      <p:pic>
        <p:nvPicPr>
          <p:cNvPr id="9" name="SK-7-img-8" descr="preencoded.png"/>
          <p:cNvPicPr>
            <a:picLocks noChangeAspect="1"/>
          </p:cNvPicPr>
          <p:nvPr/>
        </p:nvPicPr>
        <p:blipFill>
          <a:blip r:embed="rId10"/>
          <a:stretch>
            <a:fillRect/>
          </a:stretch>
        </p:blipFill>
        <p:spPr>
          <a:xfrm>
            <a:off x="800100" y="2266950"/>
            <a:ext cx="304800" cy="304800"/>
          </a:xfrm>
          <a:prstGeom prst="rect">
            <a:avLst/>
          </a:prstGeom>
        </p:spPr>
      </p:pic>
      <p:pic>
        <p:nvPicPr>
          <p:cNvPr id="10" name="SK-7-img-9" descr="preencoded.png"/>
          <p:cNvPicPr>
            <a:picLocks noChangeAspect="1"/>
          </p:cNvPicPr>
          <p:nvPr/>
        </p:nvPicPr>
        <p:blipFill>
          <a:blip r:embed="rId11"/>
          <a:stretch>
            <a:fillRect/>
          </a:stretch>
        </p:blipFill>
        <p:spPr>
          <a:xfrm>
            <a:off x="857250" y="2343150"/>
            <a:ext cx="190500" cy="152400"/>
          </a:xfrm>
          <a:prstGeom prst="rect">
            <a:avLst/>
          </a:prstGeom>
        </p:spPr>
      </p:pic>
      <p:pic>
        <p:nvPicPr>
          <p:cNvPr id="11" name="SK-7-img-10" descr="preencoded.png"/>
          <p:cNvPicPr>
            <a:picLocks noChangeAspect="1"/>
          </p:cNvPicPr>
          <p:nvPr/>
        </p:nvPicPr>
        <p:blipFill>
          <a:blip r:embed="rId10"/>
          <a:stretch>
            <a:fillRect/>
          </a:stretch>
        </p:blipFill>
        <p:spPr>
          <a:xfrm>
            <a:off x="800100" y="2809875"/>
            <a:ext cx="304800" cy="304800"/>
          </a:xfrm>
          <a:prstGeom prst="rect">
            <a:avLst/>
          </a:prstGeom>
        </p:spPr>
      </p:pic>
      <p:pic>
        <p:nvPicPr>
          <p:cNvPr id="12" name="SK-7-img-11" descr="preencoded.png"/>
          <p:cNvPicPr>
            <a:picLocks noChangeAspect="1"/>
          </p:cNvPicPr>
          <p:nvPr/>
        </p:nvPicPr>
        <p:blipFill>
          <a:blip r:embed="rId12"/>
          <a:stretch>
            <a:fillRect/>
          </a:stretch>
        </p:blipFill>
        <p:spPr>
          <a:xfrm>
            <a:off x="857250" y="2886075"/>
            <a:ext cx="190500" cy="152400"/>
          </a:xfrm>
          <a:prstGeom prst="rect">
            <a:avLst/>
          </a:prstGeom>
        </p:spPr>
      </p:pic>
      <p:pic>
        <p:nvPicPr>
          <p:cNvPr id="13" name="SK-7-img-12" descr="preencoded.png"/>
          <p:cNvPicPr>
            <a:picLocks noChangeAspect="1"/>
          </p:cNvPicPr>
          <p:nvPr/>
        </p:nvPicPr>
        <p:blipFill>
          <a:blip r:embed="rId13"/>
          <a:stretch>
            <a:fillRect/>
          </a:stretch>
        </p:blipFill>
        <p:spPr>
          <a:xfrm>
            <a:off x="571500" y="4083695"/>
            <a:ext cx="5381625" cy="2583805"/>
          </a:xfrm>
          <a:prstGeom prst="rect">
            <a:avLst/>
          </a:prstGeom>
        </p:spPr>
      </p:pic>
      <p:pic>
        <p:nvPicPr>
          <p:cNvPr id="14" name="SK-7-img-13" descr="preencoded.png"/>
          <p:cNvPicPr>
            <a:picLocks noChangeAspect="1"/>
          </p:cNvPicPr>
          <p:nvPr/>
        </p:nvPicPr>
        <p:blipFill>
          <a:blip r:embed="rId14"/>
          <a:stretch>
            <a:fillRect/>
          </a:stretch>
        </p:blipFill>
        <p:spPr>
          <a:xfrm>
            <a:off x="762000" y="4328964"/>
            <a:ext cx="76200" cy="76200"/>
          </a:xfrm>
          <a:prstGeom prst="rect">
            <a:avLst/>
          </a:prstGeom>
        </p:spPr>
      </p:pic>
      <p:pic>
        <p:nvPicPr>
          <p:cNvPr id="15" name="SK-7-img-14" descr="preencoded.png"/>
          <p:cNvPicPr>
            <a:picLocks noChangeAspect="1"/>
          </p:cNvPicPr>
          <p:nvPr/>
        </p:nvPicPr>
        <p:blipFill>
          <a:blip r:embed="rId15"/>
          <a:stretch>
            <a:fillRect/>
          </a:stretch>
        </p:blipFill>
        <p:spPr>
          <a:xfrm>
            <a:off x="6238875" y="1600200"/>
            <a:ext cx="5381625" cy="3476625"/>
          </a:xfrm>
          <a:prstGeom prst="rect">
            <a:avLst/>
          </a:prstGeom>
        </p:spPr>
      </p:pic>
      <p:pic>
        <p:nvPicPr>
          <p:cNvPr id="16" name="SK-7-img-15" descr="preencoded.png"/>
          <p:cNvPicPr>
            <a:picLocks noChangeAspect="1"/>
          </p:cNvPicPr>
          <p:nvPr/>
        </p:nvPicPr>
        <p:blipFill>
          <a:blip r:embed="rId16"/>
          <a:stretch>
            <a:fillRect/>
          </a:stretch>
        </p:blipFill>
        <p:spPr>
          <a:xfrm>
            <a:off x="6467475" y="1847850"/>
            <a:ext cx="190500" cy="152400"/>
          </a:xfrm>
          <a:prstGeom prst="rect">
            <a:avLst/>
          </a:prstGeom>
        </p:spPr>
      </p:pic>
      <p:pic>
        <p:nvPicPr>
          <p:cNvPr id="17" name="SK-7-img-16" descr="preencoded.png"/>
          <p:cNvPicPr>
            <a:picLocks noChangeAspect="1"/>
          </p:cNvPicPr>
          <p:nvPr/>
        </p:nvPicPr>
        <p:blipFill>
          <a:blip r:embed="rId17"/>
          <a:stretch>
            <a:fillRect/>
          </a:stretch>
        </p:blipFill>
        <p:spPr>
          <a:xfrm>
            <a:off x="6467475" y="2219325"/>
            <a:ext cx="2386013" cy="1276350"/>
          </a:xfrm>
          <a:prstGeom prst="rect">
            <a:avLst/>
          </a:prstGeom>
        </p:spPr>
      </p:pic>
      <p:pic>
        <p:nvPicPr>
          <p:cNvPr id="18" name="SK-7-img-17" descr="preencoded.png"/>
          <p:cNvPicPr>
            <a:picLocks noChangeAspect="1"/>
          </p:cNvPicPr>
          <p:nvPr/>
        </p:nvPicPr>
        <p:blipFill>
          <a:blip r:embed="rId18"/>
          <a:stretch>
            <a:fillRect/>
          </a:stretch>
        </p:blipFill>
        <p:spPr>
          <a:xfrm>
            <a:off x="6619875" y="2414885"/>
            <a:ext cx="285750" cy="228600"/>
          </a:xfrm>
          <a:prstGeom prst="rect">
            <a:avLst/>
          </a:prstGeom>
        </p:spPr>
      </p:pic>
      <p:pic>
        <p:nvPicPr>
          <p:cNvPr id="19" name="SK-7-img-18" descr="preencoded.png"/>
          <p:cNvPicPr>
            <a:picLocks noChangeAspect="1"/>
          </p:cNvPicPr>
          <p:nvPr/>
        </p:nvPicPr>
        <p:blipFill>
          <a:blip r:embed="rId19"/>
          <a:stretch>
            <a:fillRect/>
          </a:stretch>
        </p:blipFill>
        <p:spPr>
          <a:xfrm>
            <a:off x="9005888" y="2219325"/>
            <a:ext cx="2386013" cy="1276350"/>
          </a:xfrm>
          <a:prstGeom prst="rect">
            <a:avLst/>
          </a:prstGeom>
        </p:spPr>
      </p:pic>
      <p:pic>
        <p:nvPicPr>
          <p:cNvPr id="20" name="SK-7-img-19" descr="preencoded.png"/>
          <p:cNvPicPr>
            <a:picLocks noChangeAspect="1"/>
          </p:cNvPicPr>
          <p:nvPr/>
        </p:nvPicPr>
        <p:blipFill>
          <a:blip r:embed="rId20"/>
          <a:stretch>
            <a:fillRect/>
          </a:stretch>
        </p:blipFill>
        <p:spPr>
          <a:xfrm>
            <a:off x="9158288" y="2414885"/>
            <a:ext cx="285750" cy="228600"/>
          </a:xfrm>
          <a:prstGeom prst="rect">
            <a:avLst/>
          </a:prstGeom>
        </p:spPr>
      </p:pic>
      <p:pic>
        <p:nvPicPr>
          <p:cNvPr id="21" name="SK-7-img-20" descr="preencoded.png"/>
          <p:cNvPicPr>
            <a:picLocks noChangeAspect="1"/>
          </p:cNvPicPr>
          <p:nvPr/>
        </p:nvPicPr>
        <p:blipFill>
          <a:blip r:embed="rId21"/>
          <a:stretch>
            <a:fillRect/>
          </a:stretch>
        </p:blipFill>
        <p:spPr>
          <a:xfrm>
            <a:off x="6467475" y="3619500"/>
            <a:ext cx="2386013" cy="1276350"/>
          </a:xfrm>
          <a:prstGeom prst="rect">
            <a:avLst/>
          </a:prstGeom>
        </p:spPr>
      </p:pic>
      <p:pic>
        <p:nvPicPr>
          <p:cNvPr id="22" name="SK-7-img-21" descr="preencoded.png"/>
          <p:cNvPicPr>
            <a:picLocks noChangeAspect="1"/>
          </p:cNvPicPr>
          <p:nvPr/>
        </p:nvPicPr>
        <p:blipFill>
          <a:blip r:embed="rId22"/>
          <a:stretch>
            <a:fillRect/>
          </a:stretch>
        </p:blipFill>
        <p:spPr>
          <a:xfrm>
            <a:off x="6619875" y="3815060"/>
            <a:ext cx="285750" cy="228600"/>
          </a:xfrm>
          <a:prstGeom prst="rect">
            <a:avLst/>
          </a:prstGeom>
        </p:spPr>
      </p:pic>
      <p:pic>
        <p:nvPicPr>
          <p:cNvPr id="23" name="SK-7-img-22" descr="preencoded.png"/>
          <p:cNvPicPr>
            <a:picLocks noChangeAspect="1"/>
          </p:cNvPicPr>
          <p:nvPr/>
        </p:nvPicPr>
        <p:blipFill>
          <a:blip r:embed="rId23"/>
          <a:stretch>
            <a:fillRect/>
          </a:stretch>
        </p:blipFill>
        <p:spPr>
          <a:xfrm>
            <a:off x="9005888" y="3619500"/>
            <a:ext cx="2386013" cy="1276350"/>
          </a:xfrm>
          <a:prstGeom prst="rect">
            <a:avLst/>
          </a:prstGeom>
        </p:spPr>
      </p:pic>
      <p:pic>
        <p:nvPicPr>
          <p:cNvPr id="24" name="SK-7-img-23" descr="preencoded.png"/>
          <p:cNvPicPr>
            <a:picLocks noChangeAspect="1"/>
          </p:cNvPicPr>
          <p:nvPr/>
        </p:nvPicPr>
        <p:blipFill>
          <a:blip r:embed="rId24"/>
          <a:stretch>
            <a:fillRect/>
          </a:stretch>
        </p:blipFill>
        <p:spPr>
          <a:xfrm>
            <a:off x="9158288" y="3815060"/>
            <a:ext cx="285750" cy="228600"/>
          </a:xfrm>
          <a:prstGeom prst="rect">
            <a:avLst/>
          </a:prstGeom>
        </p:spPr>
      </p:pic>
      <p:pic>
        <p:nvPicPr>
          <p:cNvPr id="25" name="SK-7-img-24" descr="preencoded.png"/>
          <p:cNvPicPr>
            <a:picLocks noChangeAspect="1"/>
          </p:cNvPicPr>
          <p:nvPr/>
        </p:nvPicPr>
        <p:blipFill>
          <a:blip r:embed="rId25"/>
          <a:stretch>
            <a:fillRect/>
          </a:stretch>
        </p:blipFill>
        <p:spPr>
          <a:xfrm>
            <a:off x="6238875" y="5229225"/>
            <a:ext cx="5381625" cy="1438275"/>
          </a:xfrm>
          <a:prstGeom prst="rect">
            <a:avLst/>
          </a:prstGeom>
        </p:spPr>
      </p:pic>
      <p:pic>
        <p:nvPicPr>
          <p:cNvPr id="26" name="SK-7-img-25" descr="preencoded.png"/>
          <p:cNvPicPr>
            <a:picLocks noChangeAspect="1"/>
          </p:cNvPicPr>
          <p:nvPr/>
        </p:nvPicPr>
        <p:blipFill>
          <a:blip r:embed="rId26"/>
          <a:stretch>
            <a:fillRect/>
          </a:stretch>
        </p:blipFill>
        <p:spPr>
          <a:xfrm>
            <a:off x="6467475" y="5476875"/>
            <a:ext cx="190500" cy="152400"/>
          </a:xfrm>
          <a:prstGeom prst="rect">
            <a:avLst/>
          </a:prstGeom>
        </p:spPr>
      </p:pic>
      <p:pic>
        <p:nvPicPr>
          <p:cNvPr id="27" name="SK-7-img-26" descr="preencoded.png"/>
          <p:cNvPicPr>
            <a:picLocks noChangeAspect="1"/>
          </p:cNvPicPr>
          <p:nvPr/>
        </p:nvPicPr>
        <p:blipFill>
          <a:blip r:embed="rId27"/>
          <a:stretch>
            <a:fillRect/>
          </a:stretch>
        </p:blipFill>
        <p:spPr>
          <a:xfrm>
            <a:off x="6467475" y="5819775"/>
            <a:ext cx="766763" cy="295275"/>
          </a:xfrm>
          <a:prstGeom prst="rect">
            <a:avLst/>
          </a:prstGeom>
        </p:spPr>
      </p:pic>
      <p:pic>
        <p:nvPicPr>
          <p:cNvPr id="28" name="SK-7-img-27" descr="preencoded.png"/>
          <p:cNvPicPr>
            <a:picLocks noChangeAspect="1"/>
          </p:cNvPicPr>
          <p:nvPr/>
        </p:nvPicPr>
        <p:blipFill>
          <a:blip r:embed="rId28"/>
          <a:stretch>
            <a:fillRect/>
          </a:stretch>
        </p:blipFill>
        <p:spPr>
          <a:xfrm>
            <a:off x="6600825" y="5900738"/>
            <a:ext cx="166688" cy="133350"/>
          </a:xfrm>
          <a:prstGeom prst="rect">
            <a:avLst/>
          </a:prstGeom>
        </p:spPr>
      </p:pic>
      <p:pic>
        <p:nvPicPr>
          <p:cNvPr id="29" name="SK-7-img-28" descr="preencoded.png"/>
          <p:cNvPicPr>
            <a:picLocks noChangeAspect="1"/>
          </p:cNvPicPr>
          <p:nvPr/>
        </p:nvPicPr>
        <p:blipFill>
          <a:blip r:embed="rId29"/>
          <a:stretch>
            <a:fillRect/>
          </a:stretch>
        </p:blipFill>
        <p:spPr>
          <a:xfrm>
            <a:off x="7329488" y="5819775"/>
            <a:ext cx="1033462" cy="295275"/>
          </a:xfrm>
          <a:prstGeom prst="rect">
            <a:avLst/>
          </a:prstGeom>
        </p:spPr>
      </p:pic>
      <p:pic>
        <p:nvPicPr>
          <p:cNvPr id="30" name="SK-7-img-29" descr="preencoded.png"/>
          <p:cNvPicPr>
            <a:picLocks noChangeAspect="1"/>
          </p:cNvPicPr>
          <p:nvPr/>
        </p:nvPicPr>
        <p:blipFill>
          <a:blip r:embed="rId30"/>
          <a:stretch>
            <a:fillRect/>
          </a:stretch>
        </p:blipFill>
        <p:spPr>
          <a:xfrm>
            <a:off x="7462838" y="5900738"/>
            <a:ext cx="166688" cy="133350"/>
          </a:xfrm>
          <a:prstGeom prst="rect">
            <a:avLst/>
          </a:prstGeom>
        </p:spPr>
      </p:pic>
      <p:pic>
        <p:nvPicPr>
          <p:cNvPr id="31" name="SK-7-img-30" descr="preencoded.png"/>
          <p:cNvPicPr>
            <a:picLocks noChangeAspect="1"/>
          </p:cNvPicPr>
          <p:nvPr/>
        </p:nvPicPr>
        <p:blipFill>
          <a:blip r:embed="rId31"/>
          <a:stretch>
            <a:fillRect/>
          </a:stretch>
        </p:blipFill>
        <p:spPr>
          <a:xfrm>
            <a:off x="8458200" y="5819775"/>
            <a:ext cx="823913" cy="295275"/>
          </a:xfrm>
          <a:prstGeom prst="rect">
            <a:avLst/>
          </a:prstGeom>
        </p:spPr>
      </p:pic>
      <p:pic>
        <p:nvPicPr>
          <p:cNvPr id="32" name="SK-7-img-31" descr="preencoded.png"/>
          <p:cNvPicPr>
            <a:picLocks noChangeAspect="1"/>
          </p:cNvPicPr>
          <p:nvPr/>
        </p:nvPicPr>
        <p:blipFill>
          <a:blip r:embed="rId32"/>
          <a:stretch>
            <a:fillRect/>
          </a:stretch>
        </p:blipFill>
        <p:spPr>
          <a:xfrm>
            <a:off x="8591550" y="5900738"/>
            <a:ext cx="166688" cy="133350"/>
          </a:xfrm>
          <a:prstGeom prst="rect">
            <a:avLst/>
          </a:prstGeom>
        </p:spPr>
      </p:pic>
      <p:pic>
        <p:nvPicPr>
          <p:cNvPr id="33" name="SK-7-img-32" descr="preencoded.png"/>
          <p:cNvPicPr>
            <a:picLocks noChangeAspect="1"/>
          </p:cNvPicPr>
          <p:nvPr/>
        </p:nvPicPr>
        <p:blipFill>
          <a:blip r:embed="rId33"/>
          <a:stretch>
            <a:fillRect/>
          </a:stretch>
        </p:blipFill>
        <p:spPr>
          <a:xfrm>
            <a:off x="9377363" y="5819775"/>
            <a:ext cx="1271588" cy="295275"/>
          </a:xfrm>
          <a:prstGeom prst="rect">
            <a:avLst/>
          </a:prstGeom>
        </p:spPr>
      </p:pic>
      <p:pic>
        <p:nvPicPr>
          <p:cNvPr id="34" name="SK-7-img-33" descr="preencoded.png"/>
          <p:cNvPicPr>
            <a:picLocks noChangeAspect="1"/>
          </p:cNvPicPr>
          <p:nvPr/>
        </p:nvPicPr>
        <p:blipFill>
          <a:blip r:embed="rId34"/>
          <a:stretch>
            <a:fillRect/>
          </a:stretch>
        </p:blipFill>
        <p:spPr>
          <a:xfrm>
            <a:off x="9510713" y="5900738"/>
            <a:ext cx="166688" cy="133350"/>
          </a:xfrm>
          <a:prstGeom prst="rect">
            <a:avLst/>
          </a:prstGeom>
        </p:spPr>
      </p:pic>
      <p:pic>
        <p:nvPicPr>
          <p:cNvPr id="35" name="SK-7-img-34" descr="preencoded.png"/>
          <p:cNvPicPr>
            <a:picLocks noChangeAspect="1"/>
          </p:cNvPicPr>
          <p:nvPr/>
        </p:nvPicPr>
        <p:blipFill>
          <a:blip r:embed="rId35"/>
          <a:stretch>
            <a:fillRect/>
          </a:stretch>
        </p:blipFill>
        <p:spPr>
          <a:xfrm>
            <a:off x="6467475" y="6191250"/>
            <a:ext cx="1481138" cy="295275"/>
          </a:xfrm>
          <a:prstGeom prst="rect">
            <a:avLst/>
          </a:prstGeom>
        </p:spPr>
      </p:pic>
      <p:pic>
        <p:nvPicPr>
          <p:cNvPr id="36" name="SK-7-img-35" descr="preencoded.png"/>
          <p:cNvPicPr>
            <a:picLocks noChangeAspect="1"/>
          </p:cNvPicPr>
          <p:nvPr/>
        </p:nvPicPr>
        <p:blipFill>
          <a:blip r:embed="rId36"/>
          <a:stretch>
            <a:fillRect/>
          </a:stretch>
        </p:blipFill>
        <p:spPr>
          <a:xfrm>
            <a:off x="6600825" y="6272213"/>
            <a:ext cx="166688" cy="133350"/>
          </a:xfrm>
          <a:prstGeom prst="rect">
            <a:avLst/>
          </a:prstGeom>
        </p:spPr>
      </p:pic>
      <p:sp>
        <p:nvSpPr>
          <p:cNvPr id="37" name="SK-7-text-36"/>
          <p:cNvSpPr/>
          <p:nvPr/>
        </p:nvSpPr>
        <p:spPr>
          <a:xfrm>
            <a:off x="647700" y="304800"/>
            <a:ext cx="3077222" cy="238125"/>
          </a:xfrm>
          <a:prstGeom prst="rect">
            <a:avLst/>
          </a:prstGeom>
          <a:noFill/>
          <a:ln/>
        </p:spPr>
        <p:txBody>
          <a:bodyPr vert="horz" wrap="square" lIns="0" tIns="0" rIns="0" bIns="0" rtlCol="0" anchor="ctr"/>
          <a:lstStyle/>
          <a:p>
            <a:pPr marL="0" indent="0">
              <a:lnSpc>
                <a:spcPts val="1575"/>
              </a:lnSpc>
              <a:buNone/>
            </a:pPr>
            <a:r>
              <a:rPr lang="en-US" sz="1050" kern="0" spc="120" dirty="0">
                <a:solidFill>
                  <a:srgbClr val="00F5FF"/>
                </a:solidFill>
              </a:rPr>
              <a:t>TECHNICAL MODULE 03</a:t>
            </a:r>
            <a:endParaRPr lang="en-US" sz="1050" dirty="0"/>
          </a:p>
        </p:txBody>
      </p:sp>
      <p:sp>
        <p:nvSpPr>
          <p:cNvPr id="38" name="SK-7-text-37"/>
          <p:cNvSpPr/>
          <p:nvPr/>
        </p:nvSpPr>
        <p:spPr>
          <a:xfrm>
            <a:off x="571500" y="619125"/>
            <a:ext cx="11049000" cy="485775"/>
          </a:xfrm>
          <a:prstGeom prst="rect">
            <a:avLst/>
          </a:prstGeom>
          <a:noFill/>
          <a:ln/>
        </p:spPr>
        <p:txBody>
          <a:bodyPr vert="horz" wrap="square" lIns="0" tIns="0" rIns="0" bIns="0" rtlCol="0" anchor="ctr"/>
          <a:lstStyle/>
          <a:p>
            <a:pPr marL="0" indent="0">
              <a:lnSpc>
                <a:spcPts val="3825"/>
              </a:lnSpc>
              <a:buNone/>
            </a:pPr>
            <a:r>
              <a:rPr lang="en-US" sz="2550" b="1" dirty="0">
                <a:solidFill>
                  <a:srgbClr val="7B61FF"/>
                </a:solidFill>
                <a:latin typeface="Noto Sans SC" pitchFamily="34" charset="0"/>
                <a:ea typeface="Noto Sans SC" pitchFamily="34" charset="-122"/>
                <a:cs typeface="Noto Sans SC" pitchFamily="34" charset="-120"/>
              </a:rPr>
              <a:t>#</a:t>
            </a:r>
            <a:r>
              <a:rPr lang="en-US" sz="2550" b="1" dirty="0">
                <a:solidFill>
                  <a:srgbClr val="FFFFFF"/>
                </a:solidFill>
                <a:latin typeface="Noto Sans SC" pitchFamily="34" charset="0"/>
                <a:ea typeface="Noto Sans SC" pitchFamily="34" charset="-122"/>
                <a:cs typeface="Noto Sans SC" pitchFamily="34" charset="-120"/>
              </a:rPr>
              <a:t>模块三：智能辅导问答</a:t>
            </a:r>
            <a:endParaRPr lang="en-US" sz="2550" dirty="0"/>
          </a:p>
        </p:txBody>
      </p:sp>
      <p:sp>
        <p:nvSpPr>
          <p:cNvPr id="39" name="SK-7-text-38"/>
          <p:cNvSpPr/>
          <p:nvPr/>
        </p:nvSpPr>
        <p:spPr>
          <a:xfrm>
            <a:off x="685800" y="1219200"/>
            <a:ext cx="11506200" cy="228600"/>
          </a:xfrm>
          <a:prstGeom prst="rect">
            <a:avLst/>
          </a:prstGeom>
          <a:noFill/>
          <a:ln/>
        </p:spPr>
        <p:txBody>
          <a:bodyPr vert="horz" wrap="square" lIns="0" tIns="0" rIns="0" bIns="0" rtlCol="0" anchor="ctr"/>
          <a:lstStyle/>
          <a:p>
            <a:pPr marL="0" indent="0">
              <a:lnSpc>
                <a:spcPts val="1800"/>
              </a:lnSpc>
              <a:buNone/>
            </a:pPr>
            <a:r>
              <a:rPr lang="en-US" sz="1200" dirty="0">
                <a:solidFill>
                  <a:srgbClr val="A0AEC0"/>
                </a:solidFill>
                <a:latin typeface="Noto Sans SC" pitchFamily="34" charset="0"/>
                <a:ea typeface="Noto Sans SC" pitchFamily="34" charset="-122"/>
                <a:cs typeface="Noto Sans SC" pitchFamily="34" charset="-120"/>
              </a:rPr>
              <a:t>支持多轮对话、实时流式Thinking推理展示及多模态影像输入，提供透明化的批判性思维辅导。</a:t>
            </a:r>
            <a:endParaRPr lang="en-US" sz="1200" dirty="0"/>
          </a:p>
        </p:txBody>
      </p:sp>
      <p:sp>
        <p:nvSpPr>
          <p:cNvPr id="40" name="SK-7-text-39"/>
          <p:cNvSpPr/>
          <p:nvPr/>
        </p:nvSpPr>
        <p:spPr>
          <a:xfrm>
            <a:off x="1104900" y="1828800"/>
            <a:ext cx="3905250" cy="285750"/>
          </a:xfrm>
          <a:prstGeom prst="rect">
            <a:avLst/>
          </a:prstGeom>
          <a:noFill/>
          <a:ln/>
        </p:spPr>
        <p:txBody>
          <a:bodyPr vert="horz" wrap="square" lIns="0" tIns="0" rIns="0" bIns="0" rtlCol="0" anchor="ctr"/>
          <a:lstStyle/>
          <a:p>
            <a:pPr marL="0" indent="0">
              <a:lnSpc>
                <a:spcPts val="2250"/>
              </a:lnSpc>
              <a:buNone/>
            </a:pPr>
            <a:r>
              <a:rPr lang="en-US" sz="1500" b="1" dirty="0">
                <a:solidFill>
                  <a:srgbClr val="FFFFFF"/>
                </a:solidFill>
                <a:latin typeface="Noto Sans SC" pitchFamily="34" charset="0"/>
                <a:ea typeface="Noto Sans SC" pitchFamily="34" charset="-122"/>
                <a:cs typeface="Noto Sans SC" pitchFamily="34" charset="-120"/>
              </a:rPr>
              <a:t>深度交互与上下文关联</a:t>
            </a:r>
            <a:endParaRPr lang="en-US" sz="1500" dirty="0"/>
          </a:p>
        </p:txBody>
      </p:sp>
      <p:sp>
        <p:nvSpPr>
          <p:cNvPr id="41" name="SK-7-text-40"/>
          <p:cNvSpPr/>
          <p:nvPr/>
        </p:nvSpPr>
        <p:spPr>
          <a:xfrm>
            <a:off x="1219200" y="2266950"/>
            <a:ext cx="4505325" cy="428625"/>
          </a:xfrm>
          <a:prstGeom prst="rect">
            <a:avLst/>
          </a:prstGeom>
          <a:noFill/>
          <a:ln/>
        </p:spPr>
        <p:txBody>
          <a:bodyPr vert="horz" wrap="square" lIns="0" tIns="0" rIns="0" bIns="0" rtlCol="0" anchor="ctr"/>
          <a:lstStyle/>
          <a:p>
            <a:pPr marL="0" indent="0" algn="l">
              <a:lnSpc>
                <a:spcPts val="1688"/>
              </a:lnSpc>
              <a:buNone/>
            </a:pPr>
            <a:r>
              <a:rPr lang="en-US" sz="1125" b="1" dirty="0">
                <a:solidFill>
                  <a:srgbClr val="A0AEC0"/>
                </a:solidFill>
                <a:latin typeface="Noto Sans SC" pitchFamily="34" charset="0"/>
                <a:ea typeface="Noto Sans SC" pitchFamily="34" charset="-122"/>
                <a:cs typeface="Noto Sans SC" pitchFamily="34" charset="-120"/>
              </a:rPr>
              <a:t>多维上下文注入：</a:t>
            </a:r>
            <a:r>
              <a:rPr lang="en-US" sz="1125" dirty="0">
                <a:solidFill>
                  <a:srgbClr val="A0AEC0"/>
                </a:solidFill>
                <a:latin typeface="Noto Sans SC" pitchFamily="34" charset="0"/>
                <a:ea typeface="Noto Sans SC" pitchFamily="34" charset="-122"/>
                <a:cs typeface="Noto Sans SC" pitchFamily="34" charset="-120"/>
              </a:rPr>
              <a:t> 自动关联课程名、知识点及学习路径ID，确保问答契合当前学习进度。</a:t>
            </a:r>
            <a:endParaRPr lang="en-US" sz="1125" dirty="0"/>
          </a:p>
        </p:txBody>
      </p:sp>
      <p:sp>
        <p:nvSpPr>
          <p:cNvPr id="42" name="SK-7-text-41"/>
          <p:cNvSpPr/>
          <p:nvPr/>
        </p:nvSpPr>
        <p:spPr>
          <a:xfrm>
            <a:off x="1219200" y="2809875"/>
            <a:ext cx="4505325" cy="428625"/>
          </a:xfrm>
          <a:prstGeom prst="rect">
            <a:avLst/>
          </a:prstGeom>
          <a:noFill/>
          <a:ln/>
        </p:spPr>
        <p:txBody>
          <a:bodyPr vert="horz" wrap="square" lIns="0" tIns="0" rIns="0" bIns="0" rtlCol="0" anchor="ctr"/>
          <a:lstStyle/>
          <a:p>
            <a:pPr marL="0" indent="0" algn="l">
              <a:lnSpc>
                <a:spcPts val="1688"/>
              </a:lnSpc>
              <a:buNone/>
            </a:pPr>
            <a:r>
              <a:rPr lang="en-US" sz="1125" b="1" dirty="0">
                <a:solidFill>
                  <a:srgbClr val="A0AEC0"/>
                </a:solidFill>
                <a:latin typeface="Noto Sans SC" pitchFamily="34" charset="0"/>
                <a:ea typeface="Noto Sans SC" pitchFamily="34" charset="-122"/>
                <a:cs typeface="Noto Sans SC" pitchFamily="34" charset="-120"/>
              </a:rPr>
              <a:t>连续追问机制：</a:t>
            </a:r>
            <a:r>
              <a:rPr lang="en-US" sz="1125" dirty="0">
                <a:solidFill>
                  <a:srgbClr val="A0AEC0"/>
                </a:solidFill>
                <a:latin typeface="Noto Sans SC" pitchFamily="34" charset="0"/>
                <a:ea typeface="Noto Sans SC" pitchFamily="34" charset="-122"/>
                <a:cs typeface="Noto Sans SC" pitchFamily="34" charset="-120"/>
              </a:rPr>
              <a:t> 支持多轮对话深挖细节，系统能够精准理解代词指向与隐含逻辑。</a:t>
            </a:r>
            <a:endParaRPr lang="en-US" sz="1125" dirty="0"/>
          </a:p>
        </p:txBody>
      </p:sp>
      <p:sp>
        <p:nvSpPr>
          <p:cNvPr id="43" name="SK-7-text-42"/>
          <p:cNvSpPr/>
          <p:nvPr/>
        </p:nvSpPr>
        <p:spPr>
          <a:xfrm>
            <a:off x="914400" y="4274195"/>
            <a:ext cx="5349240" cy="185738"/>
          </a:xfrm>
          <a:prstGeom prst="rect">
            <a:avLst/>
          </a:prstGeom>
          <a:noFill/>
          <a:ln/>
        </p:spPr>
        <p:txBody>
          <a:bodyPr vert="horz" wrap="square" lIns="0" tIns="0" rIns="0" bIns="0" rtlCol="0" anchor="ctr"/>
          <a:lstStyle/>
          <a:p>
            <a:pPr marL="0" indent="0">
              <a:lnSpc>
                <a:spcPts val="1463"/>
              </a:lnSpc>
              <a:buNone/>
            </a:pPr>
            <a:r>
              <a:rPr lang="en-US" sz="975" dirty="0">
                <a:solidFill>
                  <a:srgbClr val="718096"/>
                </a:solidFill>
              </a:rPr>
              <a:t>AI Reasoning Process (Thinking Flow)</a:t>
            </a:r>
            <a:endParaRPr lang="en-US" sz="975" dirty="0"/>
          </a:p>
        </p:txBody>
      </p:sp>
      <p:sp>
        <p:nvSpPr>
          <p:cNvPr id="44" name="SK-7-text-43"/>
          <p:cNvSpPr/>
          <p:nvPr/>
        </p:nvSpPr>
        <p:spPr>
          <a:xfrm>
            <a:off x="762000" y="4574232"/>
            <a:ext cx="5000625" cy="1359991"/>
          </a:xfrm>
          <a:prstGeom prst="rect">
            <a:avLst/>
          </a:prstGeom>
          <a:noFill/>
          <a:ln/>
        </p:spPr>
        <p:txBody>
          <a:bodyPr vert="horz" wrap="square" lIns="0" tIns="0" rIns="0" bIns="0" rtlCol="0" anchor="ctr"/>
          <a:lstStyle/>
          <a:p>
            <a:pPr marL="0" indent="0">
              <a:lnSpc>
                <a:spcPts val="1785"/>
              </a:lnSpc>
              <a:buNone/>
            </a:pPr>
            <a:r>
              <a:rPr lang="en-US" sz="1050" dirty="0">
                <a:solidFill>
                  <a:srgbClr val="00F5FF"/>
                </a:solidFill>
              </a:rPr>
              <a:t>&gt; 正在分析用户提供的脑卒中CT影像...</a:t>
            </a:r>
            <a:endParaRPr lang="en-US" sz="1050" dirty="0"/>
          </a:p>
          <a:p>
            <a:pPr marL="0" indent="0">
              <a:lnSpc>
                <a:spcPts val="1785"/>
              </a:lnSpc>
              <a:buNone/>
            </a:pPr>
            <a:r>
              <a:rPr lang="en-US" sz="1050" dirty="0">
                <a:solidFill>
                  <a:srgbClr val="A0AEC0"/>
                </a:solidFill>
              </a:rPr>
              <a:t>* 识别到左侧基底节区低密度影</a:t>
            </a:r>
            <a:endParaRPr lang="en-US" sz="1050" dirty="0"/>
          </a:p>
          <a:p>
            <a:pPr marL="0" indent="0">
              <a:lnSpc>
                <a:spcPts val="1785"/>
              </a:lnSpc>
              <a:buNone/>
            </a:pPr>
            <a:r>
              <a:rPr lang="en-US" sz="1050" dirty="0">
                <a:solidFill>
                  <a:srgbClr val="A0AEC0"/>
                </a:solidFill>
              </a:rPr>
              <a:t>* 关联临床指南：符合急性缺血性卒中特征</a:t>
            </a:r>
            <a:endParaRPr lang="en-US" sz="1050" dirty="0"/>
          </a:p>
          <a:p>
            <a:pPr marL="0" indent="0">
              <a:lnSpc>
                <a:spcPts val="1785"/>
              </a:lnSpc>
              <a:buNone/>
            </a:pPr>
            <a:r>
              <a:rPr lang="en-US" sz="1050" dirty="0">
                <a:solidFill>
                  <a:srgbClr val="A0AEC0"/>
                </a:solidFill>
              </a:rPr>
              <a:t>* 评估 ASPECT 评分建议值为 8 分</a:t>
            </a:r>
            <a:endParaRPr lang="en-US" sz="1050" dirty="0"/>
          </a:p>
          <a:p>
            <a:pPr marL="0" indent="0">
              <a:lnSpc>
                <a:spcPts val="1785"/>
              </a:lnSpc>
              <a:buNone/>
            </a:pPr>
            <a:r>
              <a:rPr lang="en-US" sz="1050" dirty="0">
                <a:solidFill>
                  <a:srgbClr val="00F5FF"/>
                </a:solidFill>
              </a:rPr>
              <a:t>&gt; 准备生成针对性辅导建议...</a:t>
            </a:r>
            <a:endParaRPr lang="en-US" sz="1050" dirty="0"/>
          </a:p>
          <a:p>
            <a:pPr marL="0" indent="0">
              <a:lnSpc>
                <a:spcPts val="1785"/>
              </a:lnSpc>
              <a:buNone/>
            </a:pPr>
            <a:r>
              <a:rPr lang="en-US" sz="1050" dirty="0">
                <a:solidFill>
                  <a:srgbClr val="A0AEC0"/>
                </a:solidFill>
              </a:rPr>
              <a:t>* 优先解答溶栓适应症相关知识点</a:t>
            </a:r>
            <a:endParaRPr lang="en-US" sz="1050" dirty="0"/>
          </a:p>
        </p:txBody>
      </p:sp>
      <p:sp>
        <p:nvSpPr>
          <p:cNvPr id="45" name="SK-7-text-44"/>
          <p:cNvSpPr/>
          <p:nvPr/>
        </p:nvSpPr>
        <p:spPr>
          <a:xfrm>
            <a:off x="6772275" y="1781175"/>
            <a:ext cx="4286250" cy="285750"/>
          </a:xfrm>
          <a:prstGeom prst="rect">
            <a:avLst/>
          </a:prstGeom>
          <a:noFill/>
          <a:ln/>
        </p:spPr>
        <p:txBody>
          <a:bodyPr vert="horz" wrap="square" lIns="0" tIns="0" rIns="0" bIns="0" rtlCol="0" anchor="ctr"/>
          <a:lstStyle/>
          <a:p>
            <a:pPr marL="0" indent="0">
              <a:lnSpc>
                <a:spcPts val="2250"/>
              </a:lnSpc>
              <a:buNone/>
            </a:pPr>
            <a:r>
              <a:rPr lang="en-US" sz="1500" b="1" dirty="0">
                <a:solidFill>
                  <a:srgbClr val="FFFFFF"/>
                </a:solidFill>
                <a:latin typeface="Noto Sans SC" pitchFamily="34" charset="0"/>
                <a:ea typeface="Noto Sans SC" pitchFamily="34" charset="-122"/>
                <a:cs typeface="Noto Sans SC" pitchFamily="34" charset="-120"/>
              </a:rPr>
              <a:t>多模态感知与差异化分析</a:t>
            </a:r>
            <a:endParaRPr lang="en-US" sz="1500" dirty="0"/>
          </a:p>
        </p:txBody>
      </p:sp>
      <p:sp>
        <p:nvSpPr>
          <p:cNvPr id="46" name="SK-7-text-45"/>
          <p:cNvSpPr/>
          <p:nvPr/>
        </p:nvSpPr>
        <p:spPr>
          <a:xfrm>
            <a:off x="6619875" y="2743200"/>
            <a:ext cx="2157413" cy="228600"/>
          </a:xfrm>
          <a:prstGeom prst="rect">
            <a:avLst/>
          </a:prstGeom>
          <a:noFill/>
          <a:ln/>
        </p:spPr>
        <p:txBody>
          <a:bodyPr vert="horz" wrap="square" lIns="0" tIns="0" rIns="0" bIns="0" rtlCol="0" anchor="ctr"/>
          <a:lstStyle/>
          <a:p>
            <a:pPr marL="0" indent="0">
              <a:lnSpc>
                <a:spcPts val="1800"/>
              </a:lnSpc>
              <a:buNone/>
            </a:pPr>
            <a:r>
              <a:rPr lang="en-US" sz="1200" b="1" dirty="0">
                <a:solidFill>
                  <a:srgbClr val="FFFFFF"/>
                </a:solidFill>
                <a:latin typeface="Noto Sans SC" pitchFamily="34" charset="0"/>
                <a:ea typeface="Noto Sans SC" pitchFamily="34" charset="-122"/>
                <a:cs typeface="Noto Sans SC" pitchFamily="34" charset="-120"/>
              </a:rPr>
              <a:t>医学影像理解</a:t>
            </a:r>
            <a:endParaRPr lang="en-US" sz="1200" dirty="0"/>
          </a:p>
        </p:txBody>
      </p:sp>
      <p:sp>
        <p:nvSpPr>
          <p:cNvPr id="47" name="SK-7-text-46"/>
          <p:cNvSpPr/>
          <p:nvPr/>
        </p:nvSpPr>
        <p:spPr>
          <a:xfrm>
            <a:off x="6619875" y="3000375"/>
            <a:ext cx="2081212" cy="371475"/>
          </a:xfrm>
          <a:prstGeom prst="rect">
            <a:avLst/>
          </a:prstGeom>
          <a:noFill/>
          <a:ln/>
        </p:spPr>
        <p:txBody>
          <a:bodyPr vert="horz" wrap="square" lIns="0" tIns="0" rIns="0" bIns="0" rtlCol="0" anchor="ctr"/>
          <a:lstStyle/>
          <a:p>
            <a:pPr marL="0" indent="0">
              <a:lnSpc>
                <a:spcPts val="1463"/>
              </a:lnSpc>
              <a:buNone/>
            </a:pPr>
            <a:r>
              <a:rPr lang="en-US" sz="975" dirty="0">
                <a:solidFill>
                  <a:srgbClr val="718096"/>
                </a:solidFill>
                <a:latin typeface="Noto Sans SC" pitchFamily="34" charset="0"/>
                <a:ea typeface="Noto Sans SC" pitchFamily="34" charset="-122"/>
                <a:cs typeface="Noto Sans SC" pitchFamily="34" charset="-120"/>
              </a:rPr>
              <a:t>辅助分析CT/MRI，计算ASPECTS评分。</a:t>
            </a:r>
            <a:endParaRPr lang="en-US" sz="975" dirty="0"/>
          </a:p>
        </p:txBody>
      </p:sp>
      <p:sp>
        <p:nvSpPr>
          <p:cNvPr id="48" name="SK-7-text-47"/>
          <p:cNvSpPr/>
          <p:nvPr/>
        </p:nvSpPr>
        <p:spPr>
          <a:xfrm>
            <a:off x="9158288" y="2743200"/>
            <a:ext cx="2157413" cy="228600"/>
          </a:xfrm>
          <a:prstGeom prst="rect">
            <a:avLst/>
          </a:prstGeom>
          <a:noFill/>
          <a:ln/>
        </p:spPr>
        <p:txBody>
          <a:bodyPr vert="horz" wrap="square" lIns="0" tIns="0" rIns="0" bIns="0" rtlCol="0" anchor="ctr"/>
          <a:lstStyle/>
          <a:p>
            <a:pPr marL="0" indent="0">
              <a:lnSpc>
                <a:spcPts val="1800"/>
              </a:lnSpc>
              <a:buNone/>
            </a:pPr>
            <a:r>
              <a:rPr lang="en-US" sz="1200" b="1" dirty="0">
                <a:solidFill>
                  <a:srgbClr val="FFFFFF"/>
                </a:solidFill>
                <a:latin typeface="Noto Sans SC" pitchFamily="34" charset="0"/>
                <a:ea typeface="Noto Sans SC" pitchFamily="34" charset="-122"/>
                <a:cs typeface="Noto Sans SC" pitchFamily="34" charset="-120"/>
              </a:rPr>
              <a:t>检验报告解析</a:t>
            </a:r>
            <a:endParaRPr lang="en-US" sz="1200" dirty="0"/>
          </a:p>
        </p:txBody>
      </p:sp>
      <p:sp>
        <p:nvSpPr>
          <p:cNvPr id="49" name="SK-7-text-48"/>
          <p:cNvSpPr/>
          <p:nvPr/>
        </p:nvSpPr>
        <p:spPr>
          <a:xfrm>
            <a:off x="9158288" y="3000375"/>
            <a:ext cx="2081212" cy="371475"/>
          </a:xfrm>
          <a:prstGeom prst="rect">
            <a:avLst/>
          </a:prstGeom>
          <a:noFill/>
          <a:ln/>
        </p:spPr>
        <p:txBody>
          <a:bodyPr vert="horz" wrap="square" lIns="0" tIns="0" rIns="0" bIns="0" rtlCol="0" anchor="ctr"/>
          <a:lstStyle/>
          <a:p>
            <a:pPr marL="0" indent="0">
              <a:lnSpc>
                <a:spcPts val="1463"/>
              </a:lnSpc>
              <a:buNone/>
            </a:pPr>
            <a:r>
              <a:rPr lang="en-US" sz="975" dirty="0">
                <a:solidFill>
                  <a:srgbClr val="718096"/>
                </a:solidFill>
                <a:latin typeface="Noto Sans SC" pitchFamily="34" charset="0"/>
                <a:ea typeface="Noto Sans SC" pitchFamily="34" charset="-122"/>
                <a:cs typeface="Noto Sans SC" pitchFamily="34" charset="-120"/>
              </a:rPr>
              <a:t>结构化读取凝血功能、血常规等报告单。</a:t>
            </a:r>
            <a:endParaRPr lang="en-US" sz="975" dirty="0"/>
          </a:p>
        </p:txBody>
      </p:sp>
      <p:sp>
        <p:nvSpPr>
          <p:cNvPr id="50" name="SK-7-text-49"/>
          <p:cNvSpPr/>
          <p:nvPr/>
        </p:nvSpPr>
        <p:spPr>
          <a:xfrm>
            <a:off x="6619875" y="4143375"/>
            <a:ext cx="2157413" cy="228600"/>
          </a:xfrm>
          <a:prstGeom prst="rect">
            <a:avLst/>
          </a:prstGeom>
          <a:noFill/>
          <a:ln/>
        </p:spPr>
        <p:txBody>
          <a:bodyPr vert="horz" wrap="square" lIns="0" tIns="0" rIns="0" bIns="0" rtlCol="0" anchor="ctr"/>
          <a:lstStyle/>
          <a:p>
            <a:pPr marL="0" indent="0">
              <a:lnSpc>
                <a:spcPts val="1800"/>
              </a:lnSpc>
              <a:buNone/>
            </a:pPr>
            <a:r>
              <a:rPr lang="en-US" sz="1200" b="1" dirty="0">
                <a:solidFill>
                  <a:srgbClr val="FFFFFF"/>
                </a:solidFill>
                <a:latin typeface="Noto Sans SC" pitchFamily="34" charset="0"/>
                <a:ea typeface="Noto Sans SC" pitchFamily="34" charset="-122"/>
                <a:cs typeface="Noto Sans SC" pitchFamily="34" charset="-120"/>
              </a:rPr>
              <a:t>代码/课件识别</a:t>
            </a:r>
            <a:endParaRPr lang="en-US" sz="1200" dirty="0"/>
          </a:p>
        </p:txBody>
      </p:sp>
      <p:sp>
        <p:nvSpPr>
          <p:cNvPr id="51" name="SK-7-text-50"/>
          <p:cNvSpPr/>
          <p:nvPr/>
        </p:nvSpPr>
        <p:spPr>
          <a:xfrm>
            <a:off x="6619875" y="4400550"/>
            <a:ext cx="2081212" cy="371475"/>
          </a:xfrm>
          <a:prstGeom prst="rect">
            <a:avLst/>
          </a:prstGeom>
          <a:noFill/>
          <a:ln/>
        </p:spPr>
        <p:txBody>
          <a:bodyPr vert="horz" wrap="square" lIns="0" tIns="0" rIns="0" bIns="0" rtlCol="0" anchor="ctr"/>
          <a:lstStyle/>
          <a:p>
            <a:pPr marL="0" indent="0">
              <a:lnSpc>
                <a:spcPts val="1463"/>
              </a:lnSpc>
              <a:buNone/>
            </a:pPr>
            <a:r>
              <a:rPr lang="en-US" sz="975" dirty="0">
                <a:solidFill>
                  <a:srgbClr val="718096"/>
                </a:solidFill>
                <a:latin typeface="Noto Sans SC" pitchFamily="34" charset="0"/>
                <a:ea typeface="Noto Sans SC" pitchFamily="34" charset="-122"/>
                <a:cs typeface="Noto Sans SC" pitchFamily="34" charset="-120"/>
              </a:rPr>
              <a:t>OCR识别编程错误或课件笔记核心点。</a:t>
            </a:r>
            <a:endParaRPr lang="en-US" sz="975" dirty="0"/>
          </a:p>
        </p:txBody>
      </p:sp>
      <p:sp>
        <p:nvSpPr>
          <p:cNvPr id="52" name="SK-7-text-51"/>
          <p:cNvSpPr/>
          <p:nvPr/>
        </p:nvSpPr>
        <p:spPr>
          <a:xfrm>
            <a:off x="9158288" y="4143375"/>
            <a:ext cx="2157413" cy="228600"/>
          </a:xfrm>
          <a:prstGeom prst="rect">
            <a:avLst/>
          </a:prstGeom>
          <a:noFill/>
          <a:ln/>
        </p:spPr>
        <p:txBody>
          <a:bodyPr vert="horz" wrap="square" lIns="0" tIns="0" rIns="0" bIns="0" rtlCol="0" anchor="ctr"/>
          <a:lstStyle/>
          <a:p>
            <a:pPr marL="0" indent="0">
              <a:lnSpc>
                <a:spcPts val="1800"/>
              </a:lnSpc>
              <a:buNone/>
            </a:pPr>
            <a:r>
              <a:rPr lang="en-US" sz="1200" b="1" dirty="0">
                <a:solidFill>
                  <a:srgbClr val="FFFFFF"/>
                </a:solidFill>
                <a:latin typeface="Noto Sans SC" pitchFamily="34" charset="0"/>
                <a:ea typeface="Noto Sans SC" pitchFamily="34" charset="-122"/>
                <a:cs typeface="Noto Sans SC" pitchFamily="34" charset="-120"/>
              </a:rPr>
              <a:t>多图联合分析</a:t>
            </a:r>
            <a:endParaRPr lang="en-US" sz="1200" dirty="0"/>
          </a:p>
        </p:txBody>
      </p:sp>
      <p:sp>
        <p:nvSpPr>
          <p:cNvPr id="53" name="SK-7-text-52"/>
          <p:cNvSpPr/>
          <p:nvPr/>
        </p:nvSpPr>
        <p:spPr>
          <a:xfrm>
            <a:off x="9158288" y="4400550"/>
            <a:ext cx="3033713" cy="185738"/>
          </a:xfrm>
          <a:prstGeom prst="rect">
            <a:avLst/>
          </a:prstGeom>
          <a:noFill/>
          <a:ln/>
        </p:spPr>
        <p:txBody>
          <a:bodyPr vert="horz" wrap="square" lIns="0" tIns="0" rIns="0" bIns="0" rtlCol="0" anchor="ctr"/>
          <a:lstStyle/>
          <a:p>
            <a:pPr marL="0" indent="0">
              <a:lnSpc>
                <a:spcPts val="1463"/>
              </a:lnSpc>
              <a:buNone/>
            </a:pPr>
            <a:r>
              <a:rPr lang="en-US" sz="975" dirty="0">
                <a:solidFill>
                  <a:srgbClr val="718096"/>
                </a:solidFill>
                <a:latin typeface="Noto Sans SC" pitchFamily="34" charset="0"/>
                <a:ea typeface="Noto Sans SC" pitchFamily="34" charset="-122"/>
                <a:cs typeface="Noto Sans SC" pitchFamily="34" charset="-120"/>
              </a:rPr>
              <a:t>支持多张影像对比或图文结合推理。</a:t>
            </a:r>
            <a:endParaRPr lang="en-US" sz="975" dirty="0"/>
          </a:p>
        </p:txBody>
      </p:sp>
      <p:sp>
        <p:nvSpPr>
          <p:cNvPr id="54" name="SK-7-text-53"/>
          <p:cNvSpPr/>
          <p:nvPr/>
        </p:nvSpPr>
        <p:spPr>
          <a:xfrm>
            <a:off x="6772275" y="5410200"/>
            <a:ext cx="3143250" cy="285750"/>
          </a:xfrm>
          <a:prstGeom prst="rect">
            <a:avLst/>
          </a:prstGeom>
          <a:noFill/>
          <a:ln/>
        </p:spPr>
        <p:txBody>
          <a:bodyPr vert="horz" wrap="square" lIns="0" tIns="0" rIns="0" bIns="0" rtlCol="0" anchor="ctr"/>
          <a:lstStyle/>
          <a:p>
            <a:pPr marL="0" indent="0">
              <a:lnSpc>
                <a:spcPts val="2250"/>
              </a:lnSpc>
              <a:buNone/>
            </a:pPr>
            <a:r>
              <a:rPr lang="en-US" sz="1500" b="1" dirty="0">
                <a:solidFill>
                  <a:srgbClr val="FFFFFF"/>
                </a:solidFill>
                <a:latin typeface="Noto Sans SC" pitchFamily="34" charset="0"/>
                <a:ea typeface="Noto Sans SC" pitchFamily="34" charset="-122"/>
                <a:cs typeface="Noto Sans SC" pitchFamily="34" charset="-120"/>
              </a:rPr>
              <a:t>期望回答形式定制</a:t>
            </a:r>
            <a:endParaRPr lang="en-US" sz="1500" dirty="0"/>
          </a:p>
        </p:txBody>
      </p:sp>
      <p:sp>
        <p:nvSpPr>
          <p:cNvPr id="55" name="SK-7-text-54"/>
          <p:cNvSpPr/>
          <p:nvPr/>
        </p:nvSpPr>
        <p:spPr>
          <a:xfrm>
            <a:off x="6824663" y="5819775"/>
            <a:ext cx="500063" cy="295275"/>
          </a:xfrm>
          <a:prstGeom prst="rect">
            <a:avLst/>
          </a:prstGeom>
          <a:noFill/>
          <a:ln/>
        </p:spPr>
        <p:txBody>
          <a:bodyPr vert="horz" wrap="square" lIns="0" tIns="0" rIns="0" bIns="0" rtlCol="0" anchor="ctr"/>
          <a:lstStyle/>
          <a:p>
            <a:pPr marL="0" indent="0">
              <a:lnSpc>
                <a:spcPts val="1575"/>
              </a:lnSpc>
              <a:buNone/>
            </a:pPr>
            <a:r>
              <a:rPr lang="en-US" sz="1050" dirty="0">
                <a:solidFill>
                  <a:srgbClr val="FFFFFF"/>
                </a:solidFill>
                <a:latin typeface="Noto Sans SC" pitchFamily="34" charset="0"/>
                <a:ea typeface="Noto Sans SC" pitchFamily="34" charset="-122"/>
                <a:cs typeface="Noto Sans SC" pitchFamily="34" charset="-120"/>
              </a:rPr>
              <a:t>Text</a:t>
            </a:r>
            <a:endParaRPr lang="en-US" sz="1050" dirty="0"/>
          </a:p>
        </p:txBody>
      </p:sp>
      <p:sp>
        <p:nvSpPr>
          <p:cNvPr id="56" name="SK-7-text-55"/>
          <p:cNvSpPr/>
          <p:nvPr/>
        </p:nvSpPr>
        <p:spPr>
          <a:xfrm>
            <a:off x="7686675" y="5819775"/>
            <a:ext cx="831072" cy="295275"/>
          </a:xfrm>
          <a:prstGeom prst="rect">
            <a:avLst/>
          </a:prstGeom>
          <a:noFill/>
          <a:ln/>
        </p:spPr>
        <p:txBody>
          <a:bodyPr vert="horz" wrap="square" lIns="0" tIns="0" rIns="0" bIns="0" rtlCol="0" anchor="ctr"/>
          <a:lstStyle/>
          <a:p>
            <a:pPr marL="0" indent="0">
              <a:lnSpc>
                <a:spcPts val="1575"/>
              </a:lnSpc>
              <a:buNone/>
            </a:pPr>
            <a:r>
              <a:rPr lang="en-US" sz="1050" dirty="0">
                <a:solidFill>
                  <a:srgbClr val="FFFFFF"/>
                </a:solidFill>
                <a:latin typeface="Noto Sans SC" pitchFamily="34" charset="0"/>
                <a:ea typeface="Noto Sans SC" pitchFamily="34" charset="-122"/>
                <a:cs typeface="Noto Sans SC" pitchFamily="34" charset="-120"/>
              </a:rPr>
              <a:t>Diagram</a:t>
            </a:r>
            <a:endParaRPr lang="en-US" sz="1050" dirty="0"/>
          </a:p>
        </p:txBody>
      </p:sp>
      <p:sp>
        <p:nvSpPr>
          <p:cNvPr id="57" name="SK-7-text-56"/>
          <p:cNvSpPr/>
          <p:nvPr/>
        </p:nvSpPr>
        <p:spPr>
          <a:xfrm>
            <a:off x="8815388" y="5819775"/>
            <a:ext cx="557213" cy="295275"/>
          </a:xfrm>
          <a:prstGeom prst="rect">
            <a:avLst/>
          </a:prstGeom>
          <a:noFill/>
          <a:ln/>
        </p:spPr>
        <p:txBody>
          <a:bodyPr vert="horz" wrap="square" lIns="0" tIns="0" rIns="0" bIns="0" rtlCol="0" anchor="ctr"/>
          <a:lstStyle/>
          <a:p>
            <a:pPr marL="0" indent="0">
              <a:lnSpc>
                <a:spcPts val="1575"/>
              </a:lnSpc>
              <a:buNone/>
            </a:pPr>
            <a:r>
              <a:rPr lang="en-US" sz="1050" dirty="0">
                <a:solidFill>
                  <a:srgbClr val="FFFFFF"/>
                </a:solidFill>
                <a:latin typeface="Noto Sans SC" pitchFamily="34" charset="0"/>
                <a:ea typeface="Noto Sans SC" pitchFamily="34" charset="-122"/>
                <a:cs typeface="Noto Sans SC" pitchFamily="34" charset="-120"/>
              </a:rPr>
              <a:t>Code</a:t>
            </a:r>
            <a:endParaRPr lang="en-US" sz="1050" dirty="0"/>
          </a:p>
        </p:txBody>
      </p:sp>
      <p:sp>
        <p:nvSpPr>
          <p:cNvPr id="58" name="SK-7-text-57"/>
          <p:cNvSpPr/>
          <p:nvPr/>
        </p:nvSpPr>
        <p:spPr>
          <a:xfrm>
            <a:off x="9734550" y="5819775"/>
            <a:ext cx="1517493" cy="295275"/>
          </a:xfrm>
          <a:prstGeom prst="rect">
            <a:avLst/>
          </a:prstGeom>
          <a:noFill/>
          <a:ln/>
        </p:spPr>
        <p:txBody>
          <a:bodyPr vert="horz" wrap="square" lIns="0" tIns="0" rIns="0" bIns="0" rtlCol="0" anchor="ctr"/>
          <a:lstStyle/>
          <a:p>
            <a:pPr marL="0" indent="0">
              <a:lnSpc>
                <a:spcPts val="1575"/>
              </a:lnSpc>
              <a:buNone/>
            </a:pPr>
            <a:r>
              <a:rPr lang="en-US" sz="1050" dirty="0">
                <a:solidFill>
                  <a:srgbClr val="FFFFFF"/>
                </a:solidFill>
                <a:latin typeface="Noto Sans SC" pitchFamily="34" charset="0"/>
                <a:ea typeface="Noto Sans SC" pitchFamily="34" charset="-122"/>
                <a:cs typeface="Noto Sans SC" pitchFamily="34" charset="-120"/>
              </a:rPr>
              <a:t>Video Script</a:t>
            </a:r>
            <a:endParaRPr lang="en-US" sz="1050" dirty="0"/>
          </a:p>
        </p:txBody>
      </p:sp>
      <p:sp>
        <p:nvSpPr>
          <p:cNvPr id="59" name="SK-7-text-58"/>
          <p:cNvSpPr/>
          <p:nvPr/>
        </p:nvSpPr>
        <p:spPr>
          <a:xfrm>
            <a:off x="6824663" y="6191250"/>
            <a:ext cx="1968092" cy="295275"/>
          </a:xfrm>
          <a:prstGeom prst="rect">
            <a:avLst/>
          </a:prstGeom>
          <a:noFill/>
          <a:ln/>
        </p:spPr>
        <p:txBody>
          <a:bodyPr vert="horz" wrap="square" lIns="0" tIns="0" rIns="0" bIns="0" rtlCol="0" anchor="ctr"/>
          <a:lstStyle/>
          <a:p>
            <a:pPr marL="0" indent="0">
              <a:lnSpc>
                <a:spcPts val="1575"/>
              </a:lnSpc>
              <a:buNone/>
            </a:pPr>
            <a:r>
              <a:rPr lang="en-US" sz="1050" dirty="0">
                <a:solidFill>
                  <a:srgbClr val="FFFFFF"/>
                </a:solidFill>
                <a:latin typeface="Noto Sans SC" pitchFamily="34" charset="0"/>
                <a:ea typeface="Noto Sans SC" pitchFamily="34" charset="-122"/>
                <a:cs typeface="Noto Sans SC" pitchFamily="34" charset="-120"/>
              </a:rPr>
              <a:t>Structured Data</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SK-8-img-1" descr="preencoded.png"/>
          <p:cNvPicPr>
            <a:picLocks noChangeAspect="1"/>
          </p:cNvPicPr>
          <p:nvPr/>
        </p:nvPicPr>
        <p:blipFill>
          <a:blip r:embed="rId3"/>
          <a:stretch>
            <a:fillRect/>
          </a:stretch>
        </p:blipFill>
        <p:spPr>
          <a:xfrm>
            <a:off x="0" y="0"/>
            <a:ext cx="12192000" cy="6858000"/>
          </a:xfrm>
          <a:prstGeom prst="rect">
            <a:avLst/>
          </a:prstGeom>
        </p:spPr>
      </p:pic>
      <p:pic>
        <p:nvPicPr>
          <p:cNvPr id="3" name="SK-8-img-2" descr="preencoded.png"/>
          <p:cNvPicPr>
            <a:picLocks noChangeAspect="1"/>
          </p:cNvPicPr>
          <p:nvPr/>
        </p:nvPicPr>
        <p:blipFill>
          <a:blip r:embed="rId4"/>
          <a:stretch>
            <a:fillRect/>
          </a:stretch>
        </p:blipFill>
        <p:spPr>
          <a:xfrm>
            <a:off x="571500" y="381000"/>
            <a:ext cx="1962150" cy="238125"/>
          </a:xfrm>
          <a:prstGeom prst="rect">
            <a:avLst/>
          </a:prstGeom>
        </p:spPr>
      </p:pic>
      <p:pic>
        <p:nvPicPr>
          <p:cNvPr id="4" name="SK-8-img-3" descr="preencoded.png"/>
          <p:cNvPicPr>
            <a:picLocks noChangeAspect="1"/>
          </p:cNvPicPr>
          <p:nvPr/>
        </p:nvPicPr>
        <p:blipFill>
          <a:blip r:embed="rId5"/>
          <a:stretch>
            <a:fillRect/>
          </a:stretch>
        </p:blipFill>
        <p:spPr>
          <a:xfrm>
            <a:off x="2647950" y="495300"/>
            <a:ext cx="8972550" cy="9525"/>
          </a:xfrm>
          <a:prstGeom prst="rect">
            <a:avLst/>
          </a:prstGeom>
        </p:spPr>
      </p:pic>
      <p:pic>
        <p:nvPicPr>
          <p:cNvPr id="5" name="SK-8-img-4" descr="preencoded.png"/>
          <p:cNvPicPr>
            <a:picLocks noChangeAspect="1"/>
          </p:cNvPicPr>
          <p:nvPr/>
        </p:nvPicPr>
        <p:blipFill>
          <a:blip r:embed="rId6"/>
          <a:stretch>
            <a:fillRect/>
          </a:stretch>
        </p:blipFill>
        <p:spPr>
          <a:xfrm>
            <a:off x="571500" y="1390650"/>
            <a:ext cx="38100" cy="38100"/>
          </a:xfrm>
          <a:prstGeom prst="rect">
            <a:avLst/>
          </a:prstGeom>
        </p:spPr>
      </p:pic>
      <p:pic>
        <p:nvPicPr>
          <p:cNvPr id="6" name="SK-8-img-5" descr="preencoded.png"/>
          <p:cNvPicPr>
            <a:picLocks noChangeAspect="1"/>
          </p:cNvPicPr>
          <p:nvPr/>
        </p:nvPicPr>
        <p:blipFill>
          <a:blip r:embed="rId7"/>
          <a:stretch>
            <a:fillRect/>
          </a:stretch>
        </p:blipFill>
        <p:spPr>
          <a:xfrm>
            <a:off x="571500" y="1809750"/>
            <a:ext cx="5715000" cy="4667250"/>
          </a:xfrm>
          <a:prstGeom prst="rect">
            <a:avLst/>
          </a:prstGeom>
        </p:spPr>
      </p:pic>
      <p:pic>
        <p:nvPicPr>
          <p:cNvPr id="7" name="SK-8-img-6" descr="preencoded.png"/>
          <p:cNvPicPr>
            <a:picLocks noChangeAspect="1"/>
          </p:cNvPicPr>
          <p:nvPr/>
        </p:nvPicPr>
        <p:blipFill>
          <a:blip r:embed="rId8"/>
          <a:stretch>
            <a:fillRect/>
          </a:stretch>
        </p:blipFill>
        <p:spPr>
          <a:xfrm>
            <a:off x="762000" y="2000250"/>
            <a:ext cx="381000" cy="381000"/>
          </a:xfrm>
          <a:prstGeom prst="rect">
            <a:avLst/>
          </a:prstGeom>
        </p:spPr>
      </p:pic>
      <p:pic>
        <p:nvPicPr>
          <p:cNvPr id="8" name="SK-8-img-7" descr="preencoded.png"/>
          <p:cNvPicPr>
            <a:picLocks noChangeAspect="1"/>
          </p:cNvPicPr>
          <p:nvPr/>
        </p:nvPicPr>
        <p:blipFill>
          <a:blip r:embed="rId9"/>
          <a:stretch>
            <a:fillRect/>
          </a:stretch>
        </p:blipFill>
        <p:spPr>
          <a:xfrm>
            <a:off x="845344" y="2103090"/>
            <a:ext cx="214313" cy="175320"/>
          </a:xfrm>
          <a:prstGeom prst="rect">
            <a:avLst/>
          </a:prstGeom>
        </p:spPr>
      </p:pic>
      <p:pic>
        <p:nvPicPr>
          <p:cNvPr id="9" name="SK-8-img-8" descr="preencoded.png"/>
          <p:cNvPicPr>
            <a:picLocks noChangeAspect="1"/>
          </p:cNvPicPr>
          <p:nvPr/>
        </p:nvPicPr>
        <p:blipFill>
          <a:blip r:embed="rId10"/>
          <a:stretch>
            <a:fillRect/>
          </a:stretch>
        </p:blipFill>
        <p:spPr>
          <a:xfrm>
            <a:off x="762000" y="2495550"/>
            <a:ext cx="178594" cy="142875"/>
          </a:xfrm>
          <a:prstGeom prst="rect">
            <a:avLst/>
          </a:prstGeom>
        </p:spPr>
      </p:pic>
      <p:pic>
        <p:nvPicPr>
          <p:cNvPr id="10" name="SK-8-img-9" descr="preencoded.png"/>
          <p:cNvPicPr>
            <a:picLocks noChangeAspect="1"/>
          </p:cNvPicPr>
          <p:nvPr/>
        </p:nvPicPr>
        <p:blipFill>
          <a:blip r:embed="rId10"/>
          <a:stretch>
            <a:fillRect/>
          </a:stretch>
        </p:blipFill>
        <p:spPr>
          <a:xfrm>
            <a:off x="762000" y="2781300"/>
            <a:ext cx="178594" cy="142875"/>
          </a:xfrm>
          <a:prstGeom prst="rect">
            <a:avLst/>
          </a:prstGeom>
        </p:spPr>
      </p:pic>
      <p:pic>
        <p:nvPicPr>
          <p:cNvPr id="11" name="SK-8-img-10" descr="preencoded.png"/>
          <p:cNvPicPr>
            <a:picLocks noChangeAspect="1"/>
          </p:cNvPicPr>
          <p:nvPr/>
        </p:nvPicPr>
        <p:blipFill>
          <a:blip r:embed="rId10"/>
          <a:stretch>
            <a:fillRect/>
          </a:stretch>
        </p:blipFill>
        <p:spPr>
          <a:xfrm>
            <a:off x="762000" y="3067050"/>
            <a:ext cx="178594" cy="142875"/>
          </a:xfrm>
          <a:prstGeom prst="rect">
            <a:avLst/>
          </a:prstGeom>
        </p:spPr>
      </p:pic>
      <p:pic>
        <p:nvPicPr>
          <p:cNvPr id="12" name="SK-8-img-11" descr="preencoded.png"/>
          <p:cNvPicPr>
            <a:picLocks noChangeAspect="1"/>
          </p:cNvPicPr>
          <p:nvPr/>
        </p:nvPicPr>
        <p:blipFill>
          <a:blip r:embed="rId11"/>
          <a:stretch>
            <a:fillRect/>
          </a:stretch>
        </p:blipFill>
        <p:spPr>
          <a:xfrm>
            <a:off x="762000" y="3467100"/>
            <a:ext cx="5334000" cy="1004887"/>
          </a:xfrm>
          <a:prstGeom prst="rect">
            <a:avLst/>
          </a:prstGeom>
        </p:spPr>
      </p:pic>
      <p:pic>
        <p:nvPicPr>
          <p:cNvPr id="13" name="SK-8-img-12" descr="preencoded.png"/>
          <p:cNvPicPr>
            <a:picLocks noChangeAspect="1"/>
          </p:cNvPicPr>
          <p:nvPr/>
        </p:nvPicPr>
        <p:blipFill>
          <a:blip r:embed="rId12"/>
          <a:stretch>
            <a:fillRect/>
          </a:stretch>
        </p:blipFill>
        <p:spPr>
          <a:xfrm>
            <a:off x="914400" y="3619500"/>
            <a:ext cx="1333500" cy="700088"/>
          </a:xfrm>
          <a:prstGeom prst="rect">
            <a:avLst/>
          </a:prstGeom>
        </p:spPr>
      </p:pic>
      <p:pic>
        <p:nvPicPr>
          <p:cNvPr id="14" name="SK-8-img-13" descr="preencoded.png"/>
          <p:cNvPicPr>
            <a:picLocks noChangeAspect="1"/>
          </p:cNvPicPr>
          <p:nvPr/>
        </p:nvPicPr>
        <p:blipFill>
          <a:blip r:embed="rId13"/>
          <a:stretch>
            <a:fillRect/>
          </a:stretch>
        </p:blipFill>
        <p:spPr>
          <a:xfrm>
            <a:off x="990600" y="4122390"/>
            <a:ext cx="119063" cy="99120"/>
          </a:xfrm>
          <a:prstGeom prst="rect">
            <a:avLst/>
          </a:prstGeom>
        </p:spPr>
      </p:pic>
      <p:pic>
        <p:nvPicPr>
          <p:cNvPr id="15" name="SK-8-img-14" descr="preencoded.png"/>
          <p:cNvPicPr>
            <a:picLocks noChangeAspect="1"/>
          </p:cNvPicPr>
          <p:nvPr/>
        </p:nvPicPr>
        <p:blipFill>
          <a:blip r:embed="rId14"/>
          <a:stretch>
            <a:fillRect/>
          </a:stretch>
        </p:blipFill>
        <p:spPr>
          <a:xfrm>
            <a:off x="2362200" y="3960019"/>
            <a:ext cx="285750" cy="19050"/>
          </a:xfrm>
          <a:prstGeom prst="rect">
            <a:avLst/>
          </a:prstGeom>
        </p:spPr>
      </p:pic>
      <p:pic>
        <p:nvPicPr>
          <p:cNvPr id="16" name="SK-8-img-15" descr="preencoded.png"/>
          <p:cNvPicPr>
            <a:picLocks noChangeAspect="1"/>
          </p:cNvPicPr>
          <p:nvPr/>
        </p:nvPicPr>
        <p:blipFill>
          <a:blip r:embed="rId12"/>
          <a:stretch>
            <a:fillRect/>
          </a:stretch>
        </p:blipFill>
        <p:spPr>
          <a:xfrm>
            <a:off x="2762250" y="3619500"/>
            <a:ext cx="1333500" cy="700088"/>
          </a:xfrm>
          <a:prstGeom prst="rect">
            <a:avLst/>
          </a:prstGeom>
        </p:spPr>
      </p:pic>
      <p:pic>
        <p:nvPicPr>
          <p:cNvPr id="17" name="SK-8-img-16" descr="preencoded.png"/>
          <p:cNvPicPr>
            <a:picLocks noChangeAspect="1"/>
          </p:cNvPicPr>
          <p:nvPr/>
        </p:nvPicPr>
        <p:blipFill>
          <a:blip r:embed="rId15"/>
          <a:stretch>
            <a:fillRect/>
          </a:stretch>
        </p:blipFill>
        <p:spPr>
          <a:xfrm>
            <a:off x="2838450" y="4122390"/>
            <a:ext cx="119063" cy="99120"/>
          </a:xfrm>
          <a:prstGeom prst="rect">
            <a:avLst/>
          </a:prstGeom>
        </p:spPr>
      </p:pic>
      <p:pic>
        <p:nvPicPr>
          <p:cNvPr id="18" name="SK-8-img-17" descr="preencoded.png"/>
          <p:cNvPicPr>
            <a:picLocks noChangeAspect="1"/>
          </p:cNvPicPr>
          <p:nvPr/>
        </p:nvPicPr>
        <p:blipFill>
          <a:blip r:embed="rId16"/>
          <a:stretch>
            <a:fillRect/>
          </a:stretch>
        </p:blipFill>
        <p:spPr>
          <a:xfrm>
            <a:off x="4210050" y="3960019"/>
            <a:ext cx="285750" cy="19050"/>
          </a:xfrm>
          <a:prstGeom prst="rect">
            <a:avLst/>
          </a:prstGeom>
        </p:spPr>
      </p:pic>
      <p:pic>
        <p:nvPicPr>
          <p:cNvPr id="19" name="SK-8-img-18" descr="preencoded.png"/>
          <p:cNvPicPr>
            <a:picLocks noChangeAspect="1"/>
          </p:cNvPicPr>
          <p:nvPr/>
        </p:nvPicPr>
        <p:blipFill>
          <a:blip r:embed="rId17"/>
          <a:stretch>
            <a:fillRect/>
          </a:stretch>
        </p:blipFill>
        <p:spPr>
          <a:xfrm>
            <a:off x="4610100" y="3619500"/>
            <a:ext cx="1333500" cy="700088"/>
          </a:xfrm>
          <a:prstGeom prst="rect">
            <a:avLst/>
          </a:prstGeom>
        </p:spPr>
      </p:pic>
      <p:pic>
        <p:nvPicPr>
          <p:cNvPr id="20" name="SK-8-img-19" descr="preencoded.png"/>
          <p:cNvPicPr>
            <a:picLocks noChangeAspect="1"/>
          </p:cNvPicPr>
          <p:nvPr/>
        </p:nvPicPr>
        <p:blipFill>
          <a:blip r:embed="rId18"/>
          <a:stretch>
            <a:fillRect/>
          </a:stretch>
        </p:blipFill>
        <p:spPr>
          <a:xfrm>
            <a:off x="6515100" y="1809750"/>
            <a:ext cx="5105400" cy="2257425"/>
          </a:xfrm>
          <a:prstGeom prst="rect">
            <a:avLst/>
          </a:prstGeom>
        </p:spPr>
      </p:pic>
      <p:pic>
        <p:nvPicPr>
          <p:cNvPr id="21" name="SK-8-img-20" descr="preencoded.png"/>
          <p:cNvPicPr>
            <a:picLocks noChangeAspect="1"/>
          </p:cNvPicPr>
          <p:nvPr/>
        </p:nvPicPr>
        <p:blipFill>
          <a:blip r:embed="rId19"/>
          <a:stretch>
            <a:fillRect/>
          </a:stretch>
        </p:blipFill>
        <p:spPr>
          <a:xfrm>
            <a:off x="6705600" y="2000250"/>
            <a:ext cx="381000" cy="381000"/>
          </a:xfrm>
          <a:prstGeom prst="rect">
            <a:avLst/>
          </a:prstGeom>
        </p:spPr>
      </p:pic>
      <p:pic>
        <p:nvPicPr>
          <p:cNvPr id="22" name="SK-8-img-21" descr="preencoded.png"/>
          <p:cNvPicPr>
            <a:picLocks noChangeAspect="1"/>
          </p:cNvPicPr>
          <p:nvPr/>
        </p:nvPicPr>
        <p:blipFill>
          <a:blip r:embed="rId20"/>
          <a:stretch>
            <a:fillRect/>
          </a:stretch>
        </p:blipFill>
        <p:spPr>
          <a:xfrm>
            <a:off x="6788944" y="2103090"/>
            <a:ext cx="214313" cy="175320"/>
          </a:xfrm>
          <a:prstGeom prst="rect">
            <a:avLst/>
          </a:prstGeom>
        </p:spPr>
      </p:pic>
      <p:pic>
        <p:nvPicPr>
          <p:cNvPr id="23" name="SK-8-img-22" descr="preencoded.png"/>
          <p:cNvPicPr>
            <a:picLocks noChangeAspect="1"/>
          </p:cNvPicPr>
          <p:nvPr/>
        </p:nvPicPr>
        <p:blipFill>
          <a:blip r:embed="rId10"/>
          <a:stretch>
            <a:fillRect/>
          </a:stretch>
        </p:blipFill>
        <p:spPr>
          <a:xfrm>
            <a:off x="6705600" y="2495550"/>
            <a:ext cx="178594" cy="142875"/>
          </a:xfrm>
          <a:prstGeom prst="rect">
            <a:avLst/>
          </a:prstGeom>
        </p:spPr>
      </p:pic>
      <p:pic>
        <p:nvPicPr>
          <p:cNvPr id="24" name="SK-8-img-23" descr="preencoded.png"/>
          <p:cNvPicPr>
            <a:picLocks noChangeAspect="1"/>
          </p:cNvPicPr>
          <p:nvPr/>
        </p:nvPicPr>
        <p:blipFill>
          <a:blip r:embed="rId10"/>
          <a:stretch>
            <a:fillRect/>
          </a:stretch>
        </p:blipFill>
        <p:spPr>
          <a:xfrm>
            <a:off x="6705600" y="2781300"/>
            <a:ext cx="178594" cy="142875"/>
          </a:xfrm>
          <a:prstGeom prst="rect">
            <a:avLst/>
          </a:prstGeom>
        </p:spPr>
      </p:pic>
      <p:pic>
        <p:nvPicPr>
          <p:cNvPr id="25" name="SK-8-img-24" descr="preencoded.png"/>
          <p:cNvPicPr>
            <a:picLocks noChangeAspect="1"/>
          </p:cNvPicPr>
          <p:nvPr/>
        </p:nvPicPr>
        <p:blipFill>
          <a:blip r:embed="rId10"/>
          <a:stretch>
            <a:fillRect/>
          </a:stretch>
        </p:blipFill>
        <p:spPr>
          <a:xfrm>
            <a:off x="6705600" y="3067050"/>
            <a:ext cx="178594" cy="142875"/>
          </a:xfrm>
          <a:prstGeom prst="rect">
            <a:avLst/>
          </a:prstGeom>
        </p:spPr>
      </p:pic>
      <p:pic>
        <p:nvPicPr>
          <p:cNvPr id="26" name="SK-8-img-25" descr="preencoded.png"/>
          <p:cNvPicPr>
            <a:picLocks noChangeAspect="1"/>
          </p:cNvPicPr>
          <p:nvPr/>
        </p:nvPicPr>
        <p:blipFill>
          <a:blip r:embed="rId21"/>
          <a:stretch>
            <a:fillRect/>
          </a:stretch>
        </p:blipFill>
        <p:spPr>
          <a:xfrm>
            <a:off x="6705600" y="3467100"/>
            <a:ext cx="771525" cy="247650"/>
          </a:xfrm>
          <a:prstGeom prst="rect">
            <a:avLst/>
          </a:prstGeom>
        </p:spPr>
      </p:pic>
      <p:pic>
        <p:nvPicPr>
          <p:cNvPr id="27" name="SK-8-img-26" descr="preencoded.png"/>
          <p:cNvPicPr>
            <a:picLocks noChangeAspect="1"/>
          </p:cNvPicPr>
          <p:nvPr/>
        </p:nvPicPr>
        <p:blipFill>
          <a:blip r:embed="rId22"/>
          <a:stretch>
            <a:fillRect/>
          </a:stretch>
        </p:blipFill>
        <p:spPr>
          <a:xfrm>
            <a:off x="7553325" y="3467100"/>
            <a:ext cx="1123950" cy="247650"/>
          </a:xfrm>
          <a:prstGeom prst="rect">
            <a:avLst/>
          </a:prstGeom>
        </p:spPr>
      </p:pic>
      <p:pic>
        <p:nvPicPr>
          <p:cNvPr id="28" name="SK-8-img-27" descr="preencoded.png"/>
          <p:cNvPicPr>
            <a:picLocks noChangeAspect="1"/>
          </p:cNvPicPr>
          <p:nvPr/>
        </p:nvPicPr>
        <p:blipFill>
          <a:blip r:embed="rId23"/>
          <a:stretch>
            <a:fillRect/>
          </a:stretch>
        </p:blipFill>
        <p:spPr>
          <a:xfrm>
            <a:off x="8753475" y="3467100"/>
            <a:ext cx="1114425" cy="247650"/>
          </a:xfrm>
          <a:prstGeom prst="rect">
            <a:avLst/>
          </a:prstGeom>
        </p:spPr>
      </p:pic>
      <p:pic>
        <p:nvPicPr>
          <p:cNvPr id="29" name="SK-8-img-28" descr="preencoded.png"/>
          <p:cNvPicPr>
            <a:picLocks noChangeAspect="1"/>
          </p:cNvPicPr>
          <p:nvPr/>
        </p:nvPicPr>
        <p:blipFill>
          <a:blip r:embed="rId24"/>
          <a:stretch>
            <a:fillRect/>
          </a:stretch>
        </p:blipFill>
        <p:spPr>
          <a:xfrm>
            <a:off x="6515100" y="4219575"/>
            <a:ext cx="5105400" cy="2257425"/>
          </a:xfrm>
          <a:prstGeom prst="rect">
            <a:avLst/>
          </a:prstGeom>
        </p:spPr>
      </p:pic>
      <p:pic>
        <p:nvPicPr>
          <p:cNvPr id="30" name="SK-8-img-29" descr="preencoded.png"/>
          <p:cNvPicPr>
            <a:picLocks noChangeAspect="1"/>
          </p:cNvPicPr>
          <p:nvPr/>
        </p:nvPicPr>
        <p:blipFill>
          <a:blip r:embed="rId19"/>
          <a:stretch>
            <a:fillRect/>
          </a:stretch>
        </p:blipFill>
        <p:spPr>
          <a:xfrm>
            <a:off x="6705600" y="4410075"/>
            <a:ext cx="381000" cy="381000"/>
          </a:xfrm>
          <a:prstGeom prst="rect">
            <a:avLst/>
          </a:prstGeom>
        </p:spPr>
      </p:pic>
      <p:pic>
        <p:nvPicPr>
          <p:cNvPr id="31" name="SK-8-img-30" descr="preencoded.png"/>
          <p:cNvPicPr>
            <a:picLocks noChangeAspect="1"/>
          </p:cNvPicPr>
          <p:nvPr/>
        </p:nvPicPr>
        <p:blipFill>
          <a:blip r:embed="rId25"/>
          <a:stretch>
            <a:fillRect/>
          </a:stretch>
        </p:blipFill>
        <p:spPr>
          <a:xfrm>
            <a:off x="6788944" y="4512915"/>
            <a:ext cx="214313" cy="175320"/>
          </a:xfrm>
          <a:prstGeom prst="rect">
            <a:avLst/>
          </a:prstGeom>
        </p:spPr>
      </p:pic>
      <p:pic>
        <p:nvPicPr>
          <p:cNvPr id="32" name="SK-8-img-31" descr="preencoded.png"/>
          <p:cNvPicPr>
            <a:picLocks noChangeAspect="1"/>
          </p:cNvPicPr>
          <p:nvPr/>
        </p:nvPicPr>
        <p:blipFill>
          <a:blip r:embed="rId10"/>
          <a:stretch>
            <a:fillRect/>
          </a:stretch>
        </p:blipFill>
        <p:spPr>
          <a:xfrm>
            <a:off x="6705600" y="4905375"/>
            <a:ext cx="178594" cy="142875"/>
          </a:xfrm>
          <a:prstGeom prst="rect">
            <a:avLst/>
          </a:prstGeom>
        </p:spPr>
      </p:pic>
      <p:pic>
        <p:nvPicPr>
          <p:cNvPr id="33" name="SK-8-img-32" descr="preencoded.png"/>
          <p:cNvPicPr>
            <a:picLocks noChangeAspect="1"/>
          </p:cNvPicPr>
          <p:nvPr/>
        </p:nvPicPr>
        <p:blipFill>
          <a:blip r:embed="rId10"/>
          <a:stretch>
            <a:fillRect/>
          </a:stretch>
        </p:blipFill>
        <p:spPr>
          <a:xfrm>
            <a:off x="6705600" y="5191125"/>
            <a:ext cx="178594" cy="142875"/>
          </a:xfrm>
          <a:prstGeom prst="rect">
            <a:avLst/>
          </a:prstGeom>
        </p:spPr>
      </p:pic>
      <p:pic>
        <p:nvPicPr>
          <p:cNvPr id="34" name="SK-8-img-33" descr="preencoded.png"/>
          <p:cNvPicPr>
            <a:picLocks noChangeAspect="1"/>
          </p:cNvPicPr>
          <p:nvPr/>
        </p:nvPicPr>
        <p:blipFill>
          <a:blip r:embed="rId10"/>
          <a:stretch>
            <a:fillRect/>
          </a:stretch>
        </p:blipFill>
        <p:spPr>
          <a:xfrm>
            <a:off x="6705600" y="5476875"/>
            <a:ext cx="178594" cy="142875"/>
          </a:xfrm>
          <a:prstGeom prst="rect">
            <a:avLst/>
          </a:prstGeom>
        </p:spPr>
      </p:pic>
      <p:sp>
        <p:nvSpPr>
          <p:cNvPr id="35" name="SK-8-text-34"/>
          <p:cNvSpPr/>
          <p:nvPr/>
        </p:nvSpPr>
        <p:spPr>
          <a:xfrm>
            <a:off x="647700" y="381000"/>
            <a:ext cx="3077222" cy="238125"/>
          </a:xfrm>
          <a:prstGeom prst="rect">
            <a:avLst/>
          </a:prstGeom>
          <a:noFill/>
          <a:ln/>
        </p:spPr>
        <p:txBody>
          <a:bodyPr vert="horz" wrap="square" lIns="0" tIns="0" rIns="0" bIns="0" rtlCol="0" anchor="ctr"/>
          <a:lstStyle/>
          <a:p>
            <a:pPr marL="0" indent="0">
              <a:lnSpc>
                <a:spcPts val="1575"/>
              </a:lnSpc>
              <a:buNone/>
            </a:pPr>
            <a:r>
              <a:rPr lang="en-US" sz="1050" kern="0" spc="120" dirty="0">
                <a:solidFill>
                  <a:srgbClr val="00F5FF"/>
                </a:solidFill>
              </a:rPr>
              <a:t>TECHNICAL MODULE 04</a:t>
            </a:r>
            <a:endParaRPr lang="en-US" sz="1050" dirty="0"/>
          </a:p>
        </p:txBody>
      </p:sp>
      <p:sp>
        <p:nvSpPr>
          <p:cNvPr id="36" name="SK-8-text-35"/>
          <p:cNvSpPr/>
          <p:nvPr/>
        </p:nvSpPr>
        <p:spPr>
          <a:xfrm>
            <a:off x="571500" y="695325"/>
            <a:ext cx="11049000" cy="485775"/>
          </a:xfrm>
          <a:prstGeom prst="rect">
            <a:avLst/>
          </a:prstGeom>
          <a:noFill/>
          <a:ln/>
        </p:spPr>
        <p:txBody>
          <a:bodyPr vert="horz" wrap="square" lIns="0" tIns="0" rIns="0" bIns="0" rtlCol="0" anchor="ctr"/>
          <a:lstStyle/>
          <a:p>
            <a:pPr marL="0" indent="0">
              <a:lnSpc>
                <a:spcPts val="3825"/>
              </a:lnSpc>
              <a:buNone/>
            </a:pPr>
            <a:r>
              <a:rPr lang="en-US" sz="2550" b="1" dirty="0">
                <a:solidFill>
                  <a:srgbClr val="7B61FF"/>
                </a:solidFill>
                <a:latin typeface="Noto Sans SC" pitchFamily="34" charset="0"/>
                <a:ea typeface="Noto Sans SC" pitchFamily="34" charset="-122"/>
                <a:cs typeface="Noto Sans SC" pitchFamily="34" charset="-120"/>
              </a:rPr>
              <a:t>#模块四：个性化学习路径规划</a:t>
            </a:r>
            <a:endParaRPr lang="en-US" sz="2550" dirty="0"/>
          </a:p>
        </p:txBody>
      </p:sp>
      <p:sp>
        <p:nvSpPr>
          <p:cNvPr id="37" name="SK-8-text-36"/>
          <p:cNvSpPr/>
          <p:nvPr/>
        </p:nvSpPr>
        <p:spPr>
          <a:xfrm>
            <a:off x="685800" y="1295400"/>
            <a:ext cx="11049000" cy="228600"/>
          </a:xfrm>
          <a:prstGeom prst="rect">
            <a:avLst/>
          </a:prstGeom>
          <a:noFill/>
          <a:ln/>
        </p:spPr>
        <p:txBody>
          <a:bodyPr vert="horz" wrap="square" lIns="0" tIns="0" rIns="0" bIns="0" rtlCol="0" anchor="ctr"/>
          <a:lstStyle/>
          <a:p>
            <a:pPr marL="0" indent="0">
              <a:lnSpc>
                <a:spcPts val="1800"/>
              </a:lnSpc>
              <a:buNone/>
            </a:pPr>
            <a:r>
              <a:rPr lang="en-US" sz="1200" dirty="0">
                <a:solidFill>
                  <a:srgbClr val="A0AEC0"/>
                </a:solidFill>
                <a:latin typeface="Noto Sans SC" pitchFamily="34" charset="0"/>
                <a:ea typeface="Noto Sans SC" pitchFamily="34" charset="-122"/>
                <a:cs typeface="Noto Sans SC" pitchFamily="34" charset="-120"/>
              </a:rPr>
              <a:t>基于学生画像的 5-15 步动态学习路径编排与全生命周期进度追踪</a:t>
            </a:r>
            <a:endParaRPr lang="en-US" sz="1200" dirty="0"/>
          </a:p>
        </p:txBody>
      </p:sp>
      <p:sp>
        <p:nvSpPr>
          <p:cNvPr id="38" name="SK-8-text-37"/>
          <p:cNvSpPr/>
          <p:nvPr/>
        </p:nvSpPr>
        <p:spPr>
          <a:xfrm>
            <a:off x="1257300" y="2047875"/>
            <a:ext cx="3524250" cy="285750"/>
          </a:xfrm>
          <a:prstGeom prst="rect">
            <a:avLst/>
          </a:prstGeom>
          <a:noFill/>
          <a:ln/>
        </p:spPr>
        <p:txBody>
          <a:bodyPr vert="horz" wrap="square" lIns="0" tIns="0" rIns="0" bIns="0" rtlCol="0" anchor="ctr"/>
          <a:lstStyle/>
          <a:p>
            <a:pPr marL="0" indent="0">
              <a:lnSpc>
                <a:spcPts val="2250"/>
              </a:lnSpc>
              <a:buNone/>
            </a:pPr>
            <a:r>
              <a:rPr lang="en-US" sz="1500" b="1" dirty="0">
                <a:solidFill>
                  <a:srgbClr val="FFFFFF"/>
                </a:solidFill>
                <a:latin typeface="Noto Sans SC" pitchFamily="34" charset="0"/>
                <a:ea typeface="Noto Sans SC" pitchFamily="34" charset="-122"/>
                <a:cs typeface="Noto Sans SC" pitchFamily="34" charset="-120"/>
              </a:rPr>
              <a:t>自动化路径生成引擎</a:t>
            </a:r>
            <a:endParaRPr lang="en-US" sz="1500" dirty="0"/>
          </a:p>
        </p:txBody>
      </p:sp>
      <p:sp>
        <p:nvSpPr>
          <p:cNvPr id="39" name="SK-8-text-38"/>
          <p:cNvSpPr/>
          <p:nvPr/>
        </p:nvSpPr>
        <p:spPr>
          <a:xfrm>
            <a:off x="1016794" y="2495550"/>
            <a:ext cx="9715500" cy="228600"/>
          </a:xfrm>
          <a:prstGeom prst="rect">
            <a:avLst/>
          </a:prstGeom>
          <a:noFill/>
          <a:ln/>
        </p:spPr>
        <p:txBody>
          <a:bodyPr vert="horz" wrap="square" lIns="0" tIns="0" rIns="0" bIns="0" rtlCol="0" anchor="ctr"/>
          <a:lstStyle/>
          <a:p>
            <a:pPr marL="0" indent="0" algn="l">
              <a:lnSpc>
                <a:spcPts val="1800"/>
              </a:lnSpc>
              <a:buNone/>
            </a:pPr>
            <a:r>
              <a:rPr lang="en-US" sz="1125" b="1" dirty="0">
                <a:solidFill>
                  <a:srgbClr val="A0AEC0"/>
                </a:solidFill>
                <a:latin typeface="Noto Sans SC" pitchFamily="34" charset="0"/>
                <a:ea typeface="Noto Sans SC" pitchFamily="34" charset="-122"/>
                <a:cs typeface="Noto Sans SC" pitchFamily="34" charset="-120"/>
              </a:rPr>
              <a:t>多级结构：</a:t>
            </a:r>
            <a:r>
              <a:rPr lang="en-US" sz="1125" dirty="0">
                <a:solidFill>
                  <a:srgbClr val="A0AEC0"/>
                </a:solidFill>
                <a:latin typeface="Noto Sans SC" pitchFamily="34" charset="0"/>
                <a:ea typeface="Noto Sans SC" pitchFamily="34" charset="-122"/>
                <a:cs typeface="Noto Sans SC" pitchFamily="34" charset="-120"/>
              </a:rPr>
              <a:t> 自动生成 5-15 步学习路径，每步涵盖 2-5 个核心知识点。</a:t>
            </a:r>
            <a:endParaRPr lang="en-US" sz="1125" dirty="0"/>
          </a:p>
        </p:txBody>
      </p:sp>
      <p:sp>
        <p:nvSpPr>
          <p:cNvPr id="40" name="SK-8-text-39"/>
          <p:cNvSpPr/>
          <p:nvPr/>
        </p:nvSpPr>
        <p:spPr>
          <a:xfrm>
            <a:off x="1016794" y="2781300"/>
            <a:ext cx="8401050" cy="228600"/>
          </a:xfrm>
          <a:prstGeom prst="rect">
            <a:avLst/>
          </a:prstGeom>
          <a:noFill/>
          <a:ln/>
        </p:spPr>
        <p:txBody>
          <a:bodyPr vert="horz" wrap="square" lIns="0" tIns="0" rIns="0" bIns="0" rtlCol="0" anchor="ctr"/>
          <a:lstStyle/>
          <a:p>
            <a:pPr marL="0" indent="0" algn="l">
              <a:lnSpc>
                <a:spcPts val="1800"/>
              </a:lnSpc>
              <a:buNone/>
            </a:pPr>
            <a:r>
              <a:rPr lang="en-US" sz="1125" b="1" dirty="0">
                <a:solidFill>
                  <a:srgbClr val="A0AEC0"/>
                </a:solidFill>
                <a:latin typeface="Noto Sans SC" pitchFamily="34" charset="0"/>
                <a:ea typeface="Noto Sans SC" pitchFamily="34" charset="-122"/>
                <a:cs typeface="Noto Sans SC" pitchFamily="34" charset="-120"/>
              </a:rPr>
              <a:t>依赖关系：</a:t>
            </a:r>
            <a:r>
              <a:rPr lang="en-US" sz="1125" dirty="0">
                <a:solidFill>
                  <a:srgbClr val="A0AEC0"/>
                </a:solidFill>
                <a:latin typeface="Noto Sans SC" pitchFamily="34" charset="0"/>
                <a:ea typeface="Noto Sans SC" pitchFamily="34" charset="-122"/>
                <a:cs typeface="Noto Sans SC" pitchFamily="34" charset="-120"/>
              </a:rPr>
              <a:t> 严格遵循知识点前置依赖逻辑，确保学习过程循序渐进。</a:t>
            </a:r>
            <a:endParaRPr lang="en-US" sz="1125" dirty="0"/>
          </a:p>
        </p:txBody>
      </p:sp>
      <p:sp>
        <p:nvSpPr>
          <p:cNvPr id="41" name="SK-8-text-40"/>
          <p:cNvSpPr/>
          <p:nvPr/>
        </p:nvSpPr>
        <p:spPr>
          <a:xfrm>
            <a:off x="1016794" y="3067050"/>
            <a:ext cx="8115300" cy="228600"/>
          </a:xfrm>
          <a:prstGeom prst="rect">
            <a:avLst/>
          </a:prstGeom>
          <a:noFill/>
          <a:ln/>
        </p:spPr>
        <p:txBody>
          <a:bodyPr vert="horz" wrap="square" lIns="0" tIns="0" rIns="0" bIns="0" rtlCol="0" anchor="ctr"/>
          <a:lstStyle/>
          <a:p>
            <a:pPr marL="0" indent="0" algn="l">
              <a:lnSpc>
                <a:spcPts val="1800"/>
              </a:lnSpc>
              <a:buNone/>
            </a:pPr>
            <a:r>
              <a:rPr lang="en-US" sz="1125" b="1" dirty="0">
                <a:solidFill>
                  <a:srgbClr val="A0AEC0"/>
                </a:solidFill>
                <a:latin typeface="Noto Sans SC" pitchFamily="34" charset="0"/>
                <a:ea typeface="Noto Sans SC" pitchFamily="34" charset="-122"/>
                <a:cs typeface="Noto Sans SC" pitchFamily="34" charset="-120"/>
              </a:rPr>
              <a:t>精准推送：</a:t>
            </a:r>
            <a:r>
              <a:rPr lang="en-US" sz="1125" dirty="0">
                <a:solidFill>
                  <a:srgbClr val="A0AEC0"/>
                </a:solidFill>
                <a:latin typeface="Noto Sans SC" pitchFamily="34" charset="0"/>
                <a:ea typeface="Noto Sans SC" pitchFamily="34" charset="-122"/>
                <a:cs typeface="Noto Sans SC" pitchFamily="34" charset="-120"/>
              </a:rPr>
              <a:t> 基于画像维度计算相关性评分，提供个性化推荐理由。</a:t>
            </a:r>
            <a:endParaRPr lang="en-US" sz="1125" dirty="0"/>
          </a:p>
        </p:txBody>
      </p:sp>
      <p:sp>
        <p:nvSpPr>
          <p:cNvPr id="42" name="SK-8-text-41"/>
          <p:cNvSpPr/>
          <p:nvPr/>
        </p:nvSpPr>
        <p:spPr>
          <a:xfrm>
            <a:off x="990600" y="3695700"/>
            <a:ext cx="1257300" cy="142875"/>
          </a:xfrm>
          <a:prstGeom prst="rect">
            <a:avLst/>
          </a:prstGeom>
          <a:noFill/>
          <a:ln/>
        </p:spPr>
        <p:txBody>
          <a:bodyPr vert="horz" wrap="square" lIns="0" tIns="0" rIns="0" bIns="0" rtlCol="0" anchor="ctr"/>
          <a:lstStyle/>
          <a:p>
            <a:pPr marL="0" indent="0">
              <a:lnSpc>
                <a:spcPts val="1125"/>
              </a:lnSpc>
              <a:buNone/>
            </a:pPr>
            <a:r>
              <a:rPr lang="en-US" sz="750" dirty="0">
                <a:solidFill>
                  <a:srgbClr val="00F5FF"/>
                </a:solidFill>
              </a:rPr>
              <a:t>Step 01</a:t>
            </a:r>
            <a:endParaRPr lang="en-US" sz="750" dirty="0"/>
          </a:p>
        </p:txBody>
      </p:sp>
      <p:sp>
        <p:nvSpPr>
          <p:cNvPr id="43" name="SK-8-text-42"/>
          <p:cNvSpPr/>
          <p:nvPr/>
        </p:nvSpPr>
        <p:spPr>
          <a:xfrm>
            <a:off x="990600" y="3876675"/>
            <a:ext cx="1809750" cy="185738"/>
          </a:xfrm>
          <a:prstGeom prst="rect">
            <a:avLst/>
          </a:prstGeom>
          <a:noFill/>
          <a:ln/>
        </p:spPr>
        <p:txBody>
          <a:bodyPr vert="horz" wrap="none" lIns="0" tIns="0" rIns="0" bIns="0" rtlCol="0" anchor="ctr"/>
          <a:lstStyle/>
          <a:p>
            <a:pPr marL="0" indent="0">
              <a:lnSpc>
                <a:spcPts val="1463"/>
              </a:lnSpc>
              <a:buNone/>
            </a:pPr>
            <a:r>
              <a:rPr lang="en-US" sz="975" b="1" dirty="0">
                <a:solidFill>
                  <a:srgbClr val="FFFFFF"/>
                </a:solidFill>
                <a:latin typeface="Noto Sans SC" pitchFamily="34" charset="0"/>
                <a:ea typeface="Noto Sans SC" pitchFamily="34" charset="-122"/>
                <a:cs typeface="Noto Sans SC" pitchFamily="34" charset="-120"/>
              </a:rPr>
              <a:t>脑卒中基础概念</a:t>
            </a:r>
            <a:endParaRPr lang="en-US" sz="975" dirty="0"/>
          </a:p>
        </p:txBody>
      </p:sp>
      <p:sp>
        <p:nvSpPr>
          <p:cNvPr id="44" name="SK-8-text-43"/>
          <p:cNvSpPr/>
          <p:nvPr/>
        </p:nvSpPr>
        <p:spPr>
          <a:xfrm>
            <a:off x="1147763" y="4100513"/>
            <a:ext cx="1181100" cy="142875"/>
          </a:xfrm>
          <a:prstGeom prst="rect">
            <a:avLst/>
          </a:prstGeom>
          <a:noFill/>
          <a:ln/>
        </p:spPr>
        <p:txBody>
          <a:bodyPr vert="horz" wrap="square" lIns="0" tIns="0" rIns="0" bIns="0" rtlCol="0" anchor="ctr"/>
          <a:lstStyle/>
          <a:p>
            <a:pPr marL="0" indent="0">
              <a:lnSpc>
                <a:spcPts val="1125"/>
              </a:lnSpc>
              <a:buNone/>
            </a:pPr>
            <a:r>
              <a:rPr lang="en-US" sz="750" dirty="0">
                <a:solidFill>
                  <a:srgbClr val="48BB78"/>
                </a:solidFill>
                <a:latin typeface="Noto Sans SC" pitchFamily="34" charset="0"/>
                <a:ea typeface="Noto Sans SC" pitchFamily="34" charset="-122"/>
                <a:cs typeface="Noto Sans SC" pitchFamily="34" charset="-120"/>
              </a:rPr>
              <a:t>已完成</a:t>
            </a:r>
            <a:endParaRPr lang="en-US" sz="750" dirty="0"/>
          </a:p>
        </p:txBody>
      </p:sp>
      <p:sp>
        <p:nvSpPr>
          <p:cNvPr id="45" name="SK-8-text-44"/>
          <p:cNvSpPr/>
          <p:nvPr/>
        </p:nvSpPr>
        <p:spPr>
          <a:xfrm>
            <a:off x="2838450" y="3695700"/>
            <a:ext cx="1257300" cy="142875"/>
          </a:xfrm>
          <a:prstGeom prst="rect">
            <a:avLst/>
          </a:prstGeom>
          <a:noFill/>
          <a:ln/>
        </p:spPr>
        <p:txBody>
          <a:bodyPr vert="horz" wrap="square" lIns="0" tIns="0" rIns="0" bIns="0" rtlCol="0" anchor="ctr"/>
          <a:lstStyle/>
          <a:p>
            <a:pPr marL="0" indent="0">
              <a:lnSpc>
                <a:spcPts val="1125"/>
              </a:lnSpc>
              <a:buNone/>
            </a:pPr>
            <a:r>
              <a:rPr lang="en-US" sz="750" dirty="0">
                <a:solidFill>
                  <a:srgbClr val="00F5FF"/>
                </a:solidFill>
              </a:rPr>
              <a:t>Step 02</a:t>
            </a:r>
            <a:endParaRPr lang="en-US" sz="750" dirty="0"/>
          </a:p>
        </p:txBody>
      </p:sp>
      <p:sp>
        <p:nvSpPr>
          <p:cNvPr id="46" name="SK-8-text-45"/>
          <p:cNvSpPr/>
          <p:nvPr/>
        </p:nvSpPr>
        <p:spPr>
          <a:xfrm>
            <a:off x="2838450" y="3876675"/>
            <a:ext cx="1809750" cy="185738"/>
          </a:xfrm>
          <a:prstGeom prst="rect">
            <a:avLst/>
          </a:prstGeom>
          <a:noFill/>
          <a:ln/>
        </p:spPr>
        <p:txBody>
          <a:bodyPr vert="horz" wrap="none" lIns="0" tIns="0" rIns="0" bIns="0" rtlCol="0" anchor="ctr"/>
          <a:lstStyle/>
          <a:p>
            <a:pPr marL="0" indent="0">
              <a:lnSpc>
                <a:spcPts val="1463"/>
              </a:lnSpc>
              <a:buNone/>
            </a:pPr>
            <a:r>
              <a:rPr lang="en-US" sz="975" b="1" dirty="0">
                <a:solidFill>
                  <a:srgbClr val="FFFFFF"/>
                </a:solidFill>
                <a:latin typeface="Noto Sans SC" pitchFamily="34" charset="0"/>
                <a:ea typeface="Noto Sans SC" pitchFamily="34" charset="-122"/>
                <a:cs typeface="Noto Sans SC" pitchFamily="34" charset="-120"/>
              </a:rPr>
              <a:t>NIHSS评分细则</a:t>
            </a:r>
            <a:endParaRPr lang="en-US" sz="975" dirty="0"/>
          </a:p>
        </p:txBody>
      </p:sp>
      <p:sp>
        <p:nvSpPr>
          <p:cNvPr id="47" name="SK-8-text-46"/>
          <p:cNvSpPr/>
          <p:nvPr/>
        </p:nvSpPr>
        <p:spPr>
          <a:xfrm>
            <a:off x="2995613" y="4100513"/>
            <a:ext cx="1181100" cy="142875"/>
          </a:xfrm>
          <a:prstGeom prst="rect">
            <a:avLst/>
          </a:prstGeom>
          <a:noFill/>
          <a:ln/>
        </p:spPr>
        <p:txBody>
          <a:bodyPr vert="horz" wrap="square" lIns="0" tIns="0" rIns="0" bIns="0" rtlCol="0" anchor="ctr"/>
          <a:lstStyle/>
          <a:p>
            <a:pPr marL="0" indent="0">
              <a:lnSpc>
                <a:spcPts val="1125"/>
              </a:lnSpc>
              <a:buNone/>
            </a:pPr>
            <a:r>
              <a:rPr lang="en-US" sz="750" dirty="0">
                <a:solidFill>
                  <a:srgbClr val="ECC94B"/>
                </a:solidFill>
                <a:latin typeface="Noto Sans SC" pitchFamily="34" charset="0"/>
                <a:ea typeface="Noto Sans SC" pitchFamily="34" charset="-122"/>
                <a:cs typeface="Noto Sans SC" pitchFamily="34" charset="-120"/>
              </a:rPr>
              <a:t>进行中</a:t>
            </a:r>
            <a:endParaRPr lang="en-US" sz="750" dirty="0"/>
          </a:p>
        </p:txBody>
      </p:sp>
      <p:sp>
        <p:nvSpPr>
          <p:cNvPr id="48" name="SK-8-text-47"/>
          <p:cNvSpPr/>
          <p:nvPr/>
        </p:nvSpPr>
        <p:spPr>
          <a:xfrm>
            <a:off x="4686300" y="3695700"/>
            <a:ext cx="1257300" cy="142875"/>
          </a:xfrm>
          <a:prstGeom prst="rect">
            <a:avLst/>
          </a:prstGeom>
          <a:noFill/>
          <a:ln/>
        </p:spPr>
        <p:txBody>
          <a:bodyPr vert="horz" wrap="square" lIns="0" tIns="0" rIns="0" bIns="0" rtlCol="0" anchor="ctr"/>
          <a:lstStyle/>
          <a:p>
            <a:pPr marL="0" indent="0">
              <a:lnSpc>
                <a:spcPts val="1125"/>
              </a:lnSpc>
              <a:buNone/>
            </a:pPr>
            <a:r>
              <a:rPr lang="en-US" sz="750" dirty="0">
                <a:solidFill>
                  <a:srgbClr val="00F5FF"/>
                </a:solidFill>
              </a:rPr>
              <a:t>Step 03</a:t>
            </a:r>
            <a:endParaRPr lang="en-US" sz="750" dirty="0"/>
          </a:p>
        </p:txBody>
      </p:sp>
      <p:sp>
        <p:nvSpPr>
          <p:cNvPr id="49" name="SK-8-text-48"/>
          <p:cNvSpPr/>
          <p:nvPr/>
        </p:nvSpPr>
        <p:spPr>
          <a:xfrm>
            <a:off x="4686300" y="3876675"/>
            <a:ext cx="1859280" cy="185738"/>
          </a:xfrm>
          <a:prstGeom prst="rect">
            <a:avLst/>
          </a:prstGeom>
          <a:noFill/>
          <a:ln/>
        </p:spPr>
        <p:txBody>
          <a:bodyPr vert="horz" wrap="none" lIns="0" tIns="0" rIns="0" bIns="0" rtlCol="0" anchor="ctr"/>
          <a:lstStyle/>
          <a:p>
            <a:pPr marL="0" indent="0">
              <a:lnSpc>
                <a:spcPts val="1463"/>
              </a:lnSpc>
              <a:buNone/>
            </a:pPr>
            <a:r>
              <a:rPr lang="en-US" sz="975" b="1" dirty="0">
                <a:solidFill>
                  <a:srgbClr val="FFFFFF"/>
                </a:solidFill>
                <a:latin typeface="Noto Sans SC" pitchFamily="34" charset="0"/>
                <a:ea typeface="Noto Sans SC" pitchFamily="34" charset="-122"/>
                <a:cs typeface="Noto Sans SC" pitchFamily="34" charset="-120"/>
              </a:rPr>
              <a:t>急诊头颅CT识别</a:t>
            </a:r>
            <a:endParaRPr lang="en-US" sz="975" dirty="0"/>
          </a:p>
        </p:txBody>
      </p:sp>
      <p:sp>
        <p:nvSpPr>
          <p:cNvPr id="50" name="SK-8-text-49"/>
          <p:cNvSpPr/>
          <p:nvPr/>
        </p:nvSpPr>
        <p:spPr>
          <a:xfrm>
            <a:off x="4843463" y="4100513"/>
            <a:ext cx="1181100" cy="142875"/>
          </a:xfrm>
          <a:prstGeom prst="rect">
            <a:avLst/>
          </a:prstGeom>
          <a:noFill/>
          <a:ln/>
        </p:spPr>
        <p:txBody>
          <a:bodyPr vert="horz" wrap="square" lIns="0" tIns="0" rIns="0" bIns="0" rtlCol="0" anchor="ctr"/>
          <a:lstStyle/>
          <a:p>
            <a:pPr marL="0" indent="0">
              <a:lnSpc>
                <a:spcPts val="1125"/>
              </a:lnSpc>
              <a:buNone/>
            </a:pPr>
            <a:r>
              <a:rPr lang="en-US" sz="750" dirty="0">
                <a:solidFill>
                  <a:srgbClr val="718096"/>
                </a:solidFill>
                <a:latin typeface="Noto Sans SC" pitchFamily="34" charset="0"/>
                <a:ea typeface="Noto Sans SC" pitchFamily="34" charset="-122"/>
                <a:cs typeface="Noto Sans SC" pitchFamily="34" charset="-120"/>
              </a:rPr>
              <a:t>待解锁</a:t>
            </a:r>
            <a:endParaRPr lang="en-US" sz="750" dirty="0"/>
          </a:p>
        </p:txBody>
      </p:sp>
      <p:sp>
        <p:nvSpPr>
          <p:cNvPr id="51" name="SK-8-text-50"/>
          <p:cNvSpPr/>
          <p:nvPr/>
        </p:nvSpPr>
        <p:spPr>
          <a:xfrm>
            <a:off x="7200900" y="2047875"/>
            <a:ext cx="4991100" cy="285750"/>
          </a:xfrm>
          <a:prstGeom prst="rect">
            <a:avLst/>
          </a:prstGeom>
          <a:noFill/>
          <a:ln/>
        </p:spPr>
        <p:txBody>
          <a:bodyPr vert="horz" wrap="square" lIns="0" tIns="0" rIns="0" bIns="0" rtlCol="0" anchor="ctr"/>
          <a:lstStyle/>
          <a:p>
            <a:pPr marL="0" indent="0">
              <a:lnSpc>
                <a:spcPts val="2250"/>
              </a:lnSpc>
              <a:buNone/>
            </a:pPr>
            <a:r>
              <a:rPr lang="en-US" sz="1500" b="1" dirty="0">
                <a:solidFill>
                  <a:srgbClr val="FFFFFF"/>
                </a:solidFill>
                <a:latin typeface="Noto Sans SC" pitchFamily="34" charset="0"/>
                <a:ea typeface="Noto Sans SC" pitchFamily="34" charset="-122"/>
                <a:cs typeface="Noto Sans SC" pitchFamily="34" charset="-120"/>
              </a:rPr>
              <a:t>动态调整机制 (Dynamic Tuning)</a:t>
            </a:r>
            <a:endParaRPr lang="en-US" sz="1500" dirty="0"/>
          </a:p>
        </p:txBody>
      </p:sp>
      <p:sp>
        <p:nvSpPr>
          <p:cNvPr id="52" name="SK-8-text-51"/>
          <p:cNvSpPr/>
          <p:nvPr/>
        </p:nvSpPr>
        <p:spPr>
          <a:xfrm>
            <a:off x="6960394" y="2495550"/>
            <a:ext cx="5231606" cy="228600"/>
          </a:xfrm>
          <a:prstGeom prst="rect">
            <a:avLst/>
          </a:prstGeom>
          <a:noFill/>
          <a:ln/>
        </p:spPr>
        <p:txBody>
          <a:bodyPr vert="horz" wrap="square" lIns="0" tIns="0" rIns="0" bIns="0" rtlCol="0" anchor="ctr"/>
          <a:lstStyle/>
          <a:p>
            <a:pPr marL="0" indent="0" algn="l">
              <a:lnSpc>
                <a:spcPts val="1800"/>
              </a:lnSpc>
              <a:buNone/>
            </a:pPr>
            <a:r>
              <a:rPr lang="en-US" sz="1125" b="1" dirty="0">
                <a:solidFill>
                  <a:srgbClr val="A0AEC0"/>
                </a:solidFill>
                <a:latin typeface="Noto Sans SC" pitchFamily="34" charset="0"/>
                <a:ea typeface="Noto Sans SC" pitchFamily="34" charset="-122"/>
                <a:cs typeface="Noto Sans SC" pitchFamily="34" charset="-120"/>
              </a:rPr>
              <a:t>插入步骤：</a:t>
            </a:r>
            <a:r>
              <a:rPr lang="en-US" sz="1125" dirty="0">
                <a:solidFill>
                  <a:srgbClr val="A0AEC0"/>
                </a:solidFill>
                <a:latin typeface="Noto Sans SC" pitchFamily="34" charset="0"/>
                <a:ea typeface="Noto Sans SC" pitchFamily="34" charset="-122"/>
                <a:cs typeface="Noto Sans SC" pitchFamily="34" charset="-120"/>
              </a:rPr>
              <a:t> 针对薄弱环节，系统自动在路径中插入补充巩固环节。</a:t>
            </a:r>
            <a:endParaRPr lang="en-US" sz="1125" dirty="0"/>
          </a:p>
        </p:txBody>
      </p:sp>
      <p:sp>
        <p:nvSpPr>
          <p:cNvPr id="53" name="SK-8-text-52"/>
          <p:cNvSpPr/>
          <p:nvPr/>
        </p:nvSpPr>
        <p:spPr>
          <a:xfrm>
            <a:off x="6960394" y="2781300"/>
            <a:ext cx="5231606" cy="228600"/>
          </a:xfrm>
          <a:prstGeom prst="rect">
            <a:avLst/>
          </a:prstGeom>
          <a:noFill/>
          <a:ln/>
        </p:spPr>
        <p:txBody>
          <a:bodyPr vert="horz" wrap="square" lIns="0" tIns="0" rIns="0" bIns="0" rtlCol="0" anchor="ctr"/>
          <a:lstStyle/>
          <a:p>
            <a:pPr marL="0" indent="0" algn="l">
              <a:lnSpc>
                <a:spcPts val="1800"/>
              </a:lnSpc>
              <a:buNone/>
            </a:pPr>
            <a:r>
              <a:rPr lang="en-US" sz="1125" b="1" dirty="0">
                <a:solidFill>
                  <a:srgbClr val="A0AEC0"/>
                </a:solidFill>
                <a:latin typeface="Noto Sans SC" pitchFamily="34" charset="0"/>
                <a:ea typeface="Noto Sans SC" pitchFamily="34" charset="-122"/>
                <a:cs typeface="Noto Sans SC" pitchFamily="34" charset="-120"/>
              </a:rPr>
              <a:t>更新资源：</a:t>
            </a:r>
            <a:r>
              <a:rPr lang="en-US" sz="1125" dirty="0">
                <a:solidFill>
                  <a:srgbClr val="A0AEC0"/>
                </a:solidFill>
                <a:latin typeface="Noto Sans SC" pitchFamily="34" charset="0"/>
                <a:ea typeface="Noto Sans SC" pitchFamily="34" charset="-122"/>
                <a:cs typeface="Noto Sans SC" pitchFamily="34" charset="-120"/>
              </a:rPr>
              <a:t> 随知识库更新或反馈评价，动态替换低效学习资源。</a:t>
            </a:r>
            <a:endParaRPr lang="en-US" sz="1125" dirty="0"/>
          </a:p>
        </p:txBody>
      </p:sp>
      <p:sp>
        <p:nvSpPr>
          <p:cNvPr id="54" name="SK-8-text-53"/>
          <p:cNvSpPr/>
          <p:nvPr/>
        </p:nvSpPr>
        <p:spPr>
          <a:xfrm>
            <a:off x="6960394" y="3067050"/>
            <a:ext cx="5231606" cy="228600"/>
          </a:xfrm>
          <a:prstGeom prst="rect">
            <a:avLst/>
          </a:prstGeom>
          <a:noFill/>
          <a:ln/>
        </p:spPr>
        <p:txBody>
          <a:bodyPr vert="horz" wrap="square" lIns="0" tIns="0" rIns="0" bIns="0" rtlCol="0" anchor="ctr"/>
          <a:lstStyle/>
          <a:p>
            <a:pPr marL="0" indent="0" algn="l">
              <a:lnSpc>
                <a:spcPts val="1800"/>
              </a:lnSpc>
              <a:buNone/>
            </a:pPr>
            <a:r>
              <a:rPr lang="en-US" sz="1125" b="1" dirty="0">
                <a:solidFill>
                  <a:srgbClr val="A0AEC0"/>
                </a:solidFill>
                <a:latin typeface="Noto Sans SC" pitchFamily="34" charset="0"/>
                <a:ea typeface="Noto Sans SC" pitchFamily="34" charset="-122"/>
                <a:cs typeface="Noto Sans SC" pitchFamily="34" charset="-120"/>
              </a:rPr>
              <a:t>调整难度：</a:t>
            </a:r>
            <a:r>
              <a:rPr lang="en-US" sz="1125" dirty="0">
                <a:solidFill>
                  <a:srgbClr val="A0AEC0"/>
                </a:solidFill>
                <a:latin typeface="Noto Sans SC" pitchFamily="34" charset="0"/>
                <a:ea typeface="Noto Sans SC" pitchFamily="34" charset="-122"/>
                <a:cs typeface="Noto Sans SC" pitchFamily="34" charset="-120"/>
              </a:rPr>
              <a:t> 根据学习评估结果，自动在 入门/中级/进阶 档位间切换。</a:t>
            </a:r>
            <a:endParaRPr lang="en-US" sz="1125" dirty="0"/>
          </a:p>
        </p:txBody>
      </p:sp>
      <p:sp>
        <p:nvSpPr>
          <p:cNvPr id="55" name="SK-8-text-54"/>
          <p:cNvSpPr/>
          <p:nvPr/>
        </p:nvSpPr>
        <p:spPr>
          <a:xfrm>
            <a:off x="6800850" y="3467100"/>
            <a:ext cx="1212427" cy="247650"/>
          </a:xfrm>
          <a:prstGeom prst="rect">
            <a:avLst/>
          </a:prstGeom>
          <a:noFill/>
          <a:ln/>
        </p:spPr>
        <p:txBody>
          <a:bodyPr vert="horz" wrap="square" lIns="0" tIns="0" rIns="0" bIns="0" rtlCol="0" anchor="ctr"/>
          <a:lstStyle/>
          <a:p>
            <a:pPr marL="0" indent="0">
              <a:lnSpc>
                <a:spcPts val="1350"/>
              </a:lnSpc>
              <a:buNone/>
            </a:pPr>
            <a:r>
              <a:rPr lang="en-US" sz="900" b="1" dirty="0">
                <a:solidFill>
                  <a:srgbClr val="00F5FF"/>
                </a:solidFill>
                <a:latin typeface="Noto Sans SC" pitchFamily="34" charset="0"/>
                <a:ea typeface="Noto Sans SC" pitchFamily="34" charset="-122"/>
                <a:cs typeface="Noto Sans SC" pitchFamily="34" charset="-120"/>
              </a:rPr>
              <a:t>Insert Step</a:t>
            </a:r>
            <a:endParaRPr lang="en-US" sz="900" dirty="0"/>
          </a:p>
        </p:txBody>
      </p:sp>
      <p:sp>
        <p:nvSpPr>
          <p:cNvPr id="56" name="SK-8-text-55"/>
          <p:cNvSpPr/>
          <p:nvPr/>
        </p:nvSpPr>
        <p:spPr>
          <a:xfrm>
            <a:off x="7648575" y="3467100"/>
            <a:ext cx="1784888" cy="247650"/>
          </a:xfrm>
          <a:prstGeom prst="rect">
            <a:avLst/>
          </a:prstGeom>
          <a:noFill/>
          <a:ln/>
        </p:spPr>
        <p:txBody>
          <a:bodyPr vert="horz" wrap="square" lIns="0" tIns="0" rIns="0" bIns="0" rtlCol="0" anchor="ctr"/>
          <a:lstStyle/>
          <a:p>
            <a:pPr marL="0" indent="0">
              <a:lnSpc>
                <a:spcPts val="1350"/>
              </a:lnSpc>
              <a:buNone/>
            </a:pPr>
            <a:r>
              <a:rPr lang="en-US" sz="900" b="1" dirty="0">
                <a:solidFill>
                  <a:srgbClr val="00F5FF"/>
                </a:solidFill>
                <a:latin typeface="Noto Sans SC" pitchFamily="34" charset="0"/>
                <a:ea typeface="Noto Sans SC" pitchFamily="34" charset="-122"/>
                <a:cs typeface="Noto Sans SC" pitchFamily="34" charset="-120"/>
              </a:rPr>
              <a:t>Update Resource</a:t>
            </a:r>
            <a:endParaRPr lang="en-US" sz="900" dirty="0"/>
          </a:p>
        </p:txBody>
      </p:sp>
      <p:sp>
        <p:nvSpPr>
          <p:cNvPr id="57" name="SK-8-text-56"/>
          <p:cNvSpPr/>
          <p:nvPr/>
        </p:nvSpPr>
        <p:spPr>
          <a:xfrm>
            <a:off x="8848725" y="3467100"/>
            <a:ext cx="2123049" cy="247650"/>
          </a:xfrm>
          <a:prstGeom prst="rect">
            <a:avLst/>
          </a:prstGeom>
          <a:noFill/>
          <a:ln/>
        </p:spPr>
        <p:txBody>
          <a:bodyPr vert="horz" wrap="square" lIns="0" tIns="0" rIns="0" bIns="0" rtlCol="0" anchor="ctr"/>
          <a:lstStyle/>
          <a:p>
            <a:pPr marL="0" indent="0">
              <a:lnSpc>
                <a:spcPts val="1350"/>
              </a:lnSpc>
              <a:buNone/>
            </a:pPr>
            <a:r>
              <a:rPr lang="en-US" sz="900" b="1" dirty="0">
                <a:solidFill>
                  <a:srgbClr val="00F5FF"/>
                </a:solidFill>
                <a:latin typeface="Noto Sans SC" pitchFamily="34" charset="0"/>
                <a:ea typeface="Noto Sans SC" pitchFamily="34" charset="-122"/>
                <a:cs typeface="Noto Sans SC" pitchFamily="34" charset="-120"/>
              </a:rPr>
              <a:t>Difficulty Scaling</a:t>
            </a:r>
            <a:endParaRPr lang="en-US" sz="900" dirty="0"/>
          </a:p>
        </p:txBody>
      </p:sp>
      <p:sp>
        <p:nvSpPr>
          <p:cNvPr id="58" name="SK-8-text-57"/>
          <p:cNvSpPr/>
          <p:nvPr/>
        </p:nvSpPr>
        <p:spPr>
          <a:xfrm>
            <a:off x="7200900" y="4457700"/>
            <a:ext cx="3524250" cy="285750"/>
          </a:xfrm>
          <a:prstGeom prst="rect">
            <a:avLst/>
          </a:prstGeom>
          <a:noFill/>
          <a:ln/>
        </p:spPr>
        <p:txBody>
          <a:bodyPr vert="horz" wrap="square" lIns="0" tIns="0" rIns="0" bIns="0" rtlCol="0" anchor="ctr"/>
          <a:lstStyle/>
          <a:p>
            <a:pPr marL="0" indent="0">
              <a:lnSpc>
                <a:spcPts val="2250"/>
              </a:lnSpc>
              <a:buNone/>
            </a:pPr>
            <a:r>
              <a:rPr lang="en-US" sz="1500" b="1" dirty="0">
                <a:solidFill>
                  <a:srgbClr val="FFFFFF"/>
                </a:solidFill>
                <a:latin typeface="Noto Sans SC" pitchFamily="34" charset="0"/>
                <a:ea typeface="Noto Sans SC" pitchFamily="34" charset="-122"/>
                <a:cs typeface="Noto Sans SC" pitchFamily="34" charset="-120"/>
              </a:rPr>
              <a:t>全生命周期进度追踪</a:t>
            </a:r>
            <a:endParaRPr lang="en-US" sz="1500" dirty="0"/>
          </a:p>
        </p:txBody>
      </p:sp>
      <p:sp>
        <p:nvSpPr>
          <p:cNvPr id="59" name="SK-8-text-58"/>
          <p:cNvSpPr/>
          <p:nvPr/>
        </p:nvSpPr>
        <p:spPr>
          <a:xfrm>
            <a:off x="6960394" y="4905375"/>
            <a:ext cx="5231606" cy="228600"/>
          </a:xfrm>
          <a:prstGeom prst="rect">
            <a:avLst/>
          </a:prstGeom>
          <a:noFill/>
          <a:ln/>
        </p:spPr>
        <p:txBody>
          <a:bodyPr vert="horz" wrap="square" lIns="0" tIns="0" rIns="0" bIns="0" rtlCol="0" anchor="ctr"/>
          <a:lstStyle/>
          <a:p>
            <a:pPr marL="0" indent="0" algn="l">
              <a:lnSpc>
                <a:spcPts val="1800"/>
              </a:lnSpc>
              <a:buNone/>
            </a:pPr>
            <a:r>
              <a:rPr lang="en-US" sz="1125" b="1" dirty="0">
                <a:solidFill>
                  <a:srgbClr val="A0AEC0"/>
                </a:solidFill>
                <a:latin typeface="Noto Sans SC" pitchFamily="34" charset="0"/>
                <a:ea typeface="Noto Sans SC" pitchFamily="34" charset="-122"/>
                <a:cs typeface="Noto Sans SC" pitchFamily="34" charset="-120"/>
              </a:rPr>
              <a:t>状态记录：</a:t>
            </a:r>
            <a:r>
              <a:rPr lang="en-US" sz="1125" dirty="0">
                <a:solidFill>
                  <a:srgbClr val="A0AEC0"/>
                </a:solidFill>
                <a:latin typeface="Noto Sans SC" pitchFamily="34" charset="0"/>
                <a:ea typeface="Noto Sans SC" pitchFamily="34" charset="-122"/>
                <a:cs typeface="Noto Sans SC" pitchFamily="34" charset="-120"/>
              </a:rPr>
              <a:t> 实时同步 待开始 / 进行中 / 已完成 三种完成状态。</a:t>
            </a:r>
            <a:endParaRPr lang="en-US" sz="1125" dirty="0"/>
          </a:p>
        </p:txBody>
      </p:sp>
      <p:sp>
        <p:nvSpPr>
          <p:cNvPr id="60" name="SK-8-text-59"/>
          <p:cNvSpPr/>
          <p:nvPr/>
        </p:nvSpPr>
        <p:spPr>
          <a:xfrm>
            <a:off x="6960394" y="5191125"/>
            <a:ext cx="5231606" cy="228600"/>
          </a:xfrm>
          <a:prstGeom prst="rect">
            <a:avLst/>
          </a:prstGeom>
          <a:noFill/>
          <a:ln/>
        </p:spPr>
        <p:txBody>
          <a:bodyPr vert="horz" wrap="square" lIns="0" tIns="0" rIns="0" bIns="0" rtlCol="0" anchor="ctr"/>
          <a:lstStyle/>
          <a:p>
            <a:pPr marL="0" indent="0" algn="l">
              <a:lnSpc>
                <a:spcPts val="1800"/>
              </a:lnSpc>
              <a:buNone/>
            </a:pPr>
            <a:r>
              <a:rPr lang="en-US" sz="1125" b="1" dirty="0">
                <a:solidFill>
                  <a:srgbClr val="A0AEC0"/>
                </a:solidFill>
                <a:latin typeface="Noto Sans SC" pitchFamily="34" charset="0"/>
                <a:ea typeface="Noto Sans SC" pitchFamily="34" charset="-122"/>
                <a:cs typeface="Noto Sans SC" pitchFamily="34" charset="-120"/>
              </a:rPr>
              <a:t>时效分析：</a:t>
            </a:r>
            <a:r>
              <a:rPr lang="en-US" sz="1125" dirty="0">
                <a:solidFill>
                  <a:srgbClr val="A0AEC0"/>
                </a:solidFill>
                <a:latin typeface="Noto Sans SC" pitchFamily="34" charset="0"/>
                <a:ea typeface="Noto Sans SC" pitchFamily="34" charset="-122"/>
                <a:cs typeface="Noto Sans SC" pitchFamily="34" charset="-120"/>
              </a:rPr>
              <a:t> 记录每个环节投入时长，分析学习效率与疲劳程度。</a:t>
            </a:r>
            <a:endParaRPr lang="en-US" sz="1125" dirty="0"/>
          </a:p>
        </p:txBody>
      </p:sp>
      <p:sp>
        <p:nvSpPr>
          <p:cNvPr id="61" name="SK-8-text-60"/>
          <p:cNvSpPr/>
          <p:nvPr/>
        </p:nvSpPr>
        <p:spPr>
          <a:xfrm>
            <a:off x="6960394" y="5476875"/>
            <a:ext cx="5231606" cy="228600"/>
          </a:xfrm>
          <a:prstGeom prst="rect">
            <a:avLst/>
          </a:prstGeom>
          <a:noFill/>
          <a:ln/>
        </p:spPr>
        <p:txBody>
          <a:bodyPr vert="horz" wrap="square" lIns="0" tIns="0" rIns="0" bIns="0" rtlCol="0" anchor="ctr"/>
          <a:lstStyle/>
          <a:p>
            <a:pPr marL="0" indent="0" algn="l">
              <a:lnSpc>
                <a:spcPts val="1800"/>
              </a:lnSpc>
              <a:buNone/>
            </a:pPr>
            <a:r>
              <a:rPr lang="en-US" sz="1125" b="1" dirty="0">
                <a:solidFill>
                  <a:srgbClr val="A0AEC0"/>
                </a:solidFill>
                <a:latin typeface="Noto Sans SC" pitchFamily="34" charset="0"/>
                <a:ea typeface="Noto Sans SC" pitchFamily="34" charset="-122"/>
                <a:cs typeface="Noto Sans SC" pitchFamily="34" charset="-120"/>
              </a:rPr>
              <a:t>闭环反馈：</a:t>
            </a:r>
            <a:r>
              <a:rPr lang="en-US" sz="1125" dirty="0">
                <a:solidFill>
                  <a:srgbClr val="A0AEC0"/>
                </a:solidFill>
                <a:latin typeface="Noto Sans SC" pitchFamily="34" charset="0"/>
                <a:ea typeface="Noto Sans SC" pitchFamily="34" charset="-122"/>
                <a:cs typeface="Noto Sans SC" pitchFamily="34" charset="-120"/>
              </a:rPr>
              <a:t> 自评反馈结果直接作用于画像更新，实现路径自进化。</a:t>
            </a:r>
            <a:endParaRPr lang="en-US" sz="112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SK-9-img-1" descr="preencoded.png"/>
          <p:cNvPicPr>
            <a:picLocks noChangeAspect="1"/>
          </p:cNvPicPr>
          <p:nvPr/>
        </p:nvPicPr>
        <p:blipFill>
          <a:blip r:embed="rId3"/>
          <a:stretch>
            <a:fillRect/>
          </a:stretch>
        </p:blipFill>
        <p:spPr>
          <a:xfrm>
            <a:off x="0" y="0"/>
            <a:ext cx="12192000" cy="6858000"/>
          </a:xfrm>
          <a:prstGeom prst="rect">
            <a:avLst/>
          </a:prstGeom>
        </p:spPr>
      </p:pic>
      <p:pic>
        <p:nvPicPr>
          <p:cNvPr id="3" name="SK-9-img-2" descr="preencoded.png"/>
          <p:cNvPicPr>
            <a:picLocks noChangeAspect="1"/>
          </p:cNvPicPr>
          <p:nvPr/>
        </p:nvPicPr>
        <p:blipFill>
          <a:blip r:embed="rId4"/>
          <a:stretch>
            <a:fillRect/>
          </a:stretch>
        </p:blipFill>
        <p:spPr>
          <a:xfrm>
            <a:off x="0" y="0"/>
            <a:ext cx="12192000" cy="6858000"/>
          </a:xfrm>
          <a:prstGeom prst="rect">
            <a:avLst/>
          </a:prstGeom>
        </p:spPr>
      </p:pic>
      <p:pic>
        <p:nvPicPr>
          <p:cNvPr id="4" name="SK-9-img-3" descr="preencoded.png"/>
          <p:cNvPicPr>
            <a:picLocks noChangeAspect="1"/>
          </p:cNvPicPr>
          <p:nvPr/>
        </p:nvPicPr>
        <p:blipFill>
          <a:blip r:embed="rId5"/>
          <a:stretch>
            <a:fillRect/>
          </a:stretch>
        </p:blipFill>
        <p:spPr>
          <a:xfrm>
            <a:off x="571500" y="247650"/>
            <a:ext cx="1962150" cy="238125"/>
          </a:xfrm>
          <a:prstGeom prst="rect">
            <a:avLst/>
          </a:prstGeom>
        </p:spPr>
      </p:pic>
      <p:pic>
        <p:nvPicPr>
          <p:cNvPr id="5" name="SK-9-img-4" descr="preencoded.png"/>
          <p:cNvPicPr>
            <a:picLocks noChangeAspect="1"/>
          </p:cNvPicPr>
          <p:nvPr/>
        </p:nvPicPr>
        <p:blipFill>
          <a:blip r:embed="rId6"/>
          <a:stretch>
            <a:fillRect/>
          </a:stretch>
        </p:blipFill>
        <p:spPr>
          <a:xfrm>
            <a:off x="2647950" y="361950"/>
            <a:ext cx="8972550" cy="9525"/>
          </a:xfrm>
          <a:prstGeom prst="rect">
            <a:avLst/>
          </a:prstGeom>
        </p:spPr>
      </p:pic>
      <p:pic>
        <p:nvPicPr>
          <p:cNvPr id="6" name="SK-9-img-5" descr="preencoded.png"/>
          <p:cNvPicPr>
            <a:picLocks noChangeAspect="1"/>
          </p:cNvPicPr>
          <p:nvPr/>
        </p:nvPicPr>
        <p:blipFill>
          <a:blip r:embed="rId7"/>
          <a:stretch>
            <a:fillRect/>
          </a:stretch>
        </p:blipFill>
        <p:spPr>
          <a:xfrm>
            <a:off x="571500" y="1257300"/>
            <a:ext cx="38100" cy="38100"/>
          </a:xfrm>
          <a:prstGeom prst="rect">
            <a:avLst/>
          </a:prstGeom>
        </p:spPr>
      </p:pic>
      <p:pic>
        <p:nvPicPr>
          <p:cNvPr id="7" name="SK-9-img-6" descr="preencoded.png"/>
          <p:cNvPicPr>
            <a:picLocks noChangeAspect="1"/>
          </p:cNvPicPr>
          <p:nvPr/>
        </p:nvPicPr>
        <p:blipFill>
          <a:blip r:embed="rId8"/>
          <a:stretch>
            <a:fillRect/>
          </a:stretch>
        </p:blipFill>
        <p:spPr>
          <a:xfrm>
            <a:off x="571500" y="2430066"/>
            <a:ext cx="2095500" cy="827484"/>
          </a:xfrm>
          <a:prstGeom prst="rect">
            <a:avLst/>
          </a:prstGeom>
        </p:spPr>
      </p:pic>
      <p:pic>
        <p:nvPicPr>
          <p:cNvPr id="8" name="SK-9-img-7" descr="preencoded.png"/>
          <p:cNvPicPr>
            <a:picLocks noChangeAspect="1"/>
          </p:cNvPicPr>
          <p:nvPr/>
        </p:nvPicPr>
        <p:blipFill>
          <a:blip r:embed="rId9"/>
          <a:stretch>
            <a:fillRect/>
          </a:stretch>
        </p:blipFill>
        <p:spPr>
          <a:xfrm>
            <a:off x="685800" y="2577108"/>
            <a:ext cx="178594" cy="148828"/>
          </a:xfrm>
          <a:prstGeom prst="rect">
            <a:avLst/>
          </a:prstGeom>
        </p:spPr>
      </p:pic>
      <p:pic>
        <p:nvPicPr>
          <p:cNvPr id="9" name="SK-9-img-8" descr="preencoded.png"/>
          <p:cNvPicPr>
            <a:picLocks noChangeAspect="1"/>
          </p:cNvPicPr>
          <p:nvPr/>
        </p:nvPicPr>
        <p:blipFill>
          <a:blip r:embed="rId10"/>
          <a:stretch>
            <a:fillRect/>
          </a:stretch>
        </p:blipFill>
        <p:spPr>
          <a:xfrm>
            <a:off x="2781300" y="2430066"/>
            <a:ext cx="2095500" cy="827484"/>
          </a:xfrm>
          <a:prstGeom prst="rect">
            <a:avLst/>
          </a:prstGeom>
        </p:spPr>
      </p:pic>
      <p:pic>
        <p:nvPicPr>
          <p:cNvPr id="10" name="SK-9-img-9" descr="preencoded.png"/>
          <p:cNvPicPr>
            <a:picLocks noChangeAspect="1"/>
          </p:cNvPicPr>
          <p:nvPr/>
        </p:nvPicPr>
        <p:blipFill>
          <a:blip r:embed="rId11"/>
          <a:stretch>
            <a:fillRect/>
          </a:stretch>
        </p:blipFill>
        <p:spPr>
          <a:xfrm>
            <a:off x="2895600" y="2577108"/>
            <a:ext cx="178594" cy="148828"/>
          </a:xfrm>
          <a:prstGeom prst="rect">
            <a:avLst/>
          </a:prstGeom>
        </p:spPr>
      </p:pic>
      <p:pic>
        <p:nvPicPr>
          <p:cNvPr id="11" name="SK-9-img-10" descr="preencoded.png"/>
          <p:cNvPicPr>
            <a:picLocks noChangeAspect="1"/>
          </p:cNvPicPr>
          <p:nvPr/>
        </p:nvPicPr>
        <p:blipFill>
          <a:blip r:embed="rId12"/>
          <a:stretch>
            <a:fillRect/>
          </a:stretch>
        </p:blipFill>
        <p:spPr>
          <a:xfrm>
            <a:off x="571500" y="3371850"/>
            <a:ext cx="2095500" cy="827484"/>
          </a:xfrm>
          <a:prstGeom prst="rect">
            <a:avLst/>
          </a:prstGeom>
        </p:spPr>
      </p:pic>
      <p:pic>
        <p:nvPicPr>
          <p:cNvPr id="12" name="SK-9-img-11" descr="preencoded.png"/>
          <p:cNvPicPr>
            <a:picLocks noChangeAspect="1"/>
          </p:cNvPicPr>
          <p:nvPr/>
        </p:nvPicPr>
        <p:blipFill>
          <a:blip r:embed="rId13"/>
          <a:stretch>
            <a:fillRect/>
          </a:stretch>
        </p:blipFill>
        <p:spPr>
          <a:xfrm>
            <a:off x="685800" y="3518892"/>
            <a:ext cx="178594" cy="148828"/>
          </a:xfrm>
          <a:prstGeom prst="rect">
            <a:avLst/>
          </a:prstGeom>
        </p:spPr>
      </p:pic>
      <p:pic>
        <p:nvPicPr>
          <p:cNvPr id="13" name="SK-9-img-12" descr="preencoded.png"/>
          <p:cNvPicPr>
            <a:picLocks noChangeAspect="1"/>
          </p:cNvPicPr>
          <p:nvPr/>
        </p:nvPicPr>
        <p:blipFill>
          <a:blip r:embed="rId14"/>
          <a:stretch>
            <a:fillRect/>
          </a:stretch>
        </p:blipFill>
        <p:spPr>
          <a:xfrm>
            <a:off x="2781300" y="3371850"/>
            <a:ext cx="2095500" cy="827484"/>
          </a:xfrm>
          <a:prstGeom prst="rect">
            <a:avLst/>
          </a:prstGeom>
        </p:spPr>
      </p:pic>
      <p:pic>
        <p:nvPicPr>
          <p:cNvPr id="14" name="SK-9-img-13" descr="preencoded.png"/>
          <p:cNvPicPr>
            <a:picLocks noChangeAspect="1"/>
          </p:cNvPicPr>
          <p:nvPr/>
        </p:nvPicPr>
        <p:blipFill>
          <a:blip r:embed="rId15"/>
          <a:stretch>
            <a:fillRect/>
          </a:stretch>
        </p:blipFill>
        <p:spPr>
          <a:xfrm>
            <a:off x="2895600" y="3518892"/>
            <a:ext cx="178594" cy="148828"/>
          </a:xfrm>
          <a:prstGeom prst="rect">
            <a:avLst/>
          </a:prstGeom>
        </p:spPr>
      </p:pic>
      <p:pic>
        <p:nvPicPr>
          <p:cNvPr id="15" name="SK-9-img-14" descr="preencoded.png"/>
          <p:cNvPicPr>
            <a:picLocks noChangeAspect="1"/>
          </p:cNvPicPr>
          <p:nvPr/>
        </p:nvPicPr>
        <p:blipFill>
          <a:blip r:embed="rId16"/>
          <a:stretch>
            <a:fillRect/>
          </a:stretch>
        </p:blipFill>
        <p:spPr>
          <a:xfrm>
            <a:off x="571500" y="4485084"/>
            <a:ext cx="4305300" cy="1209675"/>
          </a:xfrm>
          <a:prstGeom prst="rect">
            <a:avLst/>
          </a:prstGeom>
        </p:spPr>
      </p:pic>
      <p:pic>
        <p:nvPicPr>
          <p:cNvPr id="16" name="SK-9-img-15" descr="preencoded.png"/>
          <p:cNvPicPr>
            <a:picLocks noChangeAspect="1"/>
          </p:cNvPicPr>
          <p:nvPr/>
        </p:nvPicPr>
        <p:blipFill>
          <a:blip r:embed="rId17"/>
          <a:stretch>
            <a:fillRect/>
          </a:stretch>
        </p:blipFill>
        <p:spPr>
          <a:xfrm>
            <a:off x="723900" y="4678412"/>
            <a:ext cx="214313" cy="175320"/>
          </a:xfrm>
          <a:prstGeom prst="rect">
            <a:avLst/>
          </a:prstGeom>
        </p:spPr>
      </p:pic>
      <p:pic>
        <p:nvPicPr>
          <p:cNvPr id="17" name="SK-9-img-16" descr="preencoded.png"/>
          <p:cNvPicPr>
            <a:picLocks noChangeAspect="1"/>
          </p:cNvPicPr>
          <p:nvPr/>
        </p:nvPicPr>
        <p:blipFill>
          <a:blip r:embed="rId18"/>
          <a:stretch>
            <a:fillRect/>
          </a:stretch>
        </p:blipFill>
        <p:spPr>
          <a:xfrm>
            <a:off x="1017984" y="5008959"/>
            <a:ext cx="304800" cy="304800"/>
          </a:xfrm>
          <a:prstGeom prst="rect">
            <a:avLst/>
          </a:prstGeom>
        </p:spPr>
      </p:pic>
      <p:pic>
        <p:nvPicPr>
          <p:cNvPr id="18" name="SK-9-img-17" descr="preencoded.png"/>
          <p:cNvPicPr>
            <a:picLocks noChangeAspect="1"/>
          </p:cNvPicPr>
          <p:nvPr/>
        </p:nvPicPr>
        <p:blipFill>
          <a:blip r:embed="rId19"/>
          <a:stretch>
            <a:fillRect/>
          </a:stretch>
        </p:blipFill>
        <p:spPr>
          <a:xfrm>
            <a:off x="1087041" y="5092750"/>
            <a:ext cx="166688" cy="137220"/>
          </a:xfrm>
          <a:prstGeom prst="rect">
            <a:avLst/>
          </a:prstGeom>
        </p:spPr>
      </p:pic>
      <p:pic>
        <p:nvPicPr>
          <p:cNvPr id="19" name="SK-9-img-18" descr="preencoded.png"/>
          <p:cNvPicPr>
            <a:picLocks noChangeAspect="1"/>
          </p:cNvPicPr>
          <p:nvPr/>
        </p:nvPicPr>
        <p:blipFill>
          <a:blip r:embed="rId20"/>
          <a:stretch>
            <a:fillRect/>
          </a:stretch>
        </p:blipFill>
        <p:spPr>
          <a:xfrm>
            <a:off x="1616869" y="5218509"/>
            <a:ext cx="142875" cy="114300"/>
          </a:xfrm>
          <a:prstGeom prst="rect">
            <a:avLst/>
          </a:prstGeom>
        </p:spPr>
      </p:pic>
      <p:pic>
        <p:nvPicPr>
          <p:cNvPr id="20" name="SK-9-img-19" descr="preencoded.png"/>
          <p:cNvPicPr>
            <a:picLocks noChangeAspect="1"/>
          </p:cNvPicPr>
          <p:nvPr/>
        </p:nvPicPr>
        <p:blipFill>
          <a:blip r:embed="rId21"/>
          <a:stretch>
            <a:fillRect/>
          </a:stretch>
        </p:blipFill>
        <p:spPr>
          <a:xfrm>
            <a:off x="2053828" y="5008959"/>
            <a:ext cx="304800" cy="304800"/>
          </a:xfrm>
          <a:prstGeom prst="rect">
            <a:avLst/>
          </a:prstGeom>
        </p:spPr>
      </p:pic>
      <p:pic>
        <p:nvPicPr>
          <p:cNvPr id="21" name="SK-9-img-20" descr="preencoded.png"/>
          <p:cNvPicPr>
            <a:picLocks noChangeAspect="1"/>
          </p:cNvPicPr>
          <p:nvPr/>
        </p:nvPicPr>
        <p:blipFill>
          <a:blip r:embed="rId22"/>
          <a:stretch>
            <a:fillRect/>
          </a:stretch>
        </p:blipFill>
        <p:spPr>
          <a:xfrm>
            <a:off x="2122884" y="5092750"/>
            <a:ext cx="166688" cy="137220"/>
          </a:xfrm>
          <a:prstGeom prst="rect">
            <a:avLst/>
          </a:prstGeom>
        </p:spPr>
      </p:pic>
      <p:pic>
        <p:nvPicPr>
          <p:cNvPr id="22" name="SK-9-img-21" descr="preencoded.png"/>
          <p:cNvPicPr>
            <a:picLocks noChangeAspect="1"/>
          </p:cNvPicPr>
          <p:nvPr/>
        </p:nvPicPr>
        <p:blipFill>
          <a:blip r:embed="rId20"/>
          <a:stretch>
            <a:fillRect/>
          </a:stretch>
        </p:blipFill>
        <p:spPr>
          <a:xfrm>
            <a:off x="2652713" y="5218509"/>
            <a:ext cx="142875" cy="114300"/>
          </a:xfrm>
          <a:prstGeom prst="rect">
            <a:avLst/>
          </a:prstGeom>
        </p:spPr>
      </p:pic>
      <p:pic>
        <p:nvPicPr>
          <p:cNvPr id="23" name="SK-9-img-22" descr="preencoded.png"/>
          <p:cNvPicPr>
            <a:picLocks noChangeAspect="1"/>
          </p:cNvPicPr>
          <p:nvPr/>
        </p:nvPicPr>
        <p:blipFill>
          <a:blip r:embed="rId23"/>
          <a:stretch>
            <a:fillRect/>
          </a:stretch>
        </p:blipFill>
        <p:spPr>
          <a:xfrm>
            <a:off x="3089672" y="5008959"/>
            <a:ext cx="304800" cy="304800"/>
          </a:xfrm>
          <a:prstGeom prst="rect">
            <a:avLst/>
          </a:prstGeom>
        </p:spPr>
      </p:pic>
      <p:pic>
        <p:nvPicPr>
          <p:cNvPr id="24" name="SK-9-img-23" descr="preencoded.png"/>
          <p:cNvPicPr>
            <a:picLocks noChangeAspect="1"/>
          </p:cNvPicPr>
          <p:nvPr/>
        </p:nvPicPr>
        <p:blipFill>
          <a:blip r:embed="rId24"/>
          <a:stretch>
            <a:fillRect/>
          </a:stretch>
        </p:blipFill>
        <p:spPr>
          <a:xfrm>
            <a:off x="3158728" y="5092750"/>
            <a:ext cx="166688" cy="137220"/>
          </a:xfrm>
          <a:prstGeom prst="rect">
            <a:avLst/>
          </a:prstGeom>
        </p:spPr>
      </p:pic>
      <p:pic>
        <p:nvPicPr>
          <p:cNvPr id="25" name="SK-9-img-24" descr="preencoded.png"/>
          <p:cNvPicPr>
            <a:picLocks noChangeAspect="1"/>
          </p:cNvPicPr>
          <p:nvPr/>
        </p:nvPicPr>
        <p:blipFill>
          <a:blip r:embed="rId20"/>
          <a:stretch>
            <a:fillRect/>
          </a:stretch>
        </p:blipFill>
        <p:spPr>
          <a:xfrm>
            <a:off x="3688556" y="5218509"/>
            <a:ext cx="142875" cy="114300"/>
          </a:xfrm>
          <a:prstGeom prst="rect">
            <a:avLst/>
          </a:prstGeom>
        </p:spPr>
      </p:pic>
      <p:pic>
        <p:nvPicPr>
          <p:cNvPr id="26" name="SK-9-img-25" descr="preencoded.png"/>
          <p:cNvPicPr>
            <a:picLocks noChangeAspect="1"/>
          </p:cNvPicPr>
          <p:nvPr/>
        </p:nvPicPr>
        <p:blipFill>
          <a:blip r:embed="rId21"/>
          <a:stretch>
            <a:fillRect/>
          </a:stretch>
        </p:blipFill>
        <p:spPr>
          <a:xfrm>
            <a:off x="4125516" y="5008959"/>
            <a:ext cx="304800" cy="304800"/>
          </a:xfrm>
          <a:prstGeom prst="rect">
            <a:avLst/>
          </a:prstGeom>
        </p:spPr>
      </p:pic>
      <p:pic>
        <p:nvPicPr>
          <p:cNvPr id="27" name="SK-9-img-26" descr="preencoded.png"/>
          <p:cNvPicPr>
            <a:picLocks noChangeAspect="1"/>
          </p:cNvPicPr>
          <p:nvPr/>
        </p:nvPicPr>
        <p:blipFill>
          <a:blip r:embed="rId25"/>
          <a:stretch>
            <a:fillRect/>
          </a:stretch>
        </p:blipFill>
        <p:spPr>
          <a:xfrm>
            <a:off x="4194572" y="5092750"/>
            <a:ext cx="166688" cy="137220"/>
          </a:xfrm>
          <a:prstGeom prst="rect">
            <a:avLst/>
          </a:prstGeom>
        </p:spPr>
      </p:pic>
      <p:pic>
        <p:nvPicPr>
          <p:cNvPr id="28" name="SK-9-img-27" descr="preencoded.png"/>
          <p:cNvPicPr>
            <a:picLocks noChangeAspect="1"/>
          </p:cNvPicPr>
          <p:nvPr/>
        </p:nvPicPr>
        <p:blipFill>
          <a:blip r:embed="rId26"/>
          <a:stretch>
            <a:fillRect/>
          </a:stretch>
        </p:blipFill>
        <p:spPr>
          <a:xfrm>
            <a:off x="5162550" y="1514475"/>
            <a:ext cx="6457950" cy="5095875"/>
          </a:xfrm>
          <a:prstGeom prst="rect">
            <a:avLst/>
          </a:prstGeom>
        </p:spPr>
      </p:pic>
      <p:pic>
        <p:nvPicPr>
          <p:cNvPr id="29" name="SK-9-img-28" descr="preencoded.png"/>
          <p:cNvPicPr>
            <a:picLocks noChangeAspect="1"/>
          </p:cNvPicPr>
          <p:nvPr/>
        </p:nvPicPr>
        <p:blipFill>
          <a:blip r:embed="rId27"/>
          <a:stretch>
            <a:fillRect/>
          </a:stretch>
        </p:blipFill>
        <p:spPr>
          <a:xfrm>
            <a:off x="5162550" y="1514475"/>
            <a:ext cx="6457950" cy="352425"/>
          </a:xfrm>
          <a:prstGeom prst="rect">
            <a:avLst/>
          </a:prstGeom>
        </p:spPr>
      </p:pic>
      <p:pic>
        <p:nvPicPr>
          <p:cNvPr id="30" name="SK-9-img-29" descr="preencoded.png"/>
          <p:cNvPicPr>
            <a:picLocks noChangeAspect="1"/>
          </p:cNvPicPr>
          <p:nvPr/>
        </p:nvPicPr>
        <p:blipFill>
          <a:blip r:embed="rId28"/>
          <a:stretch>
            <a:fillRect/>
          </a:stretch>
        </p:blipFill>
        <p:spPr>
          <a:xfrm>
            <a:off x="10582275" y="1593056"/>
            <a:ext cx="847725" cy="195263"/>
          </a:xfrm>
          <a:prstGeom prst="rect">
            <a:avLst/>
          </a:prstGeom>
        </p:spPr>
      </p:pic>
      <p:pic>
        <p:nvPicPr>
          <p:cNvPr id="31" name="SK-9-img-30" descr="preencoded.png"/>
          <p:cNvPicPr>
            <a:picLocks noChangeAspect="1"/>
          </p:cNvPicPr>
          <p:nvPr/>
        </p:nvPicPr>
        <p:blipFill>
          <a:blip r:embed="rId29"/>
          <a:stretch>
            <a:fillRect/>
          </a:stretch>
        </p:blipFill>
        <p:spPr>
          <a:xfrm>
            <a:off x="5162550" y="1866900"/>
            <a:ext cx="6448425" cy="4686300"/>
          </a:xfrm>
          <a:prstGeom prst="rect">
            <a:avLst/>
          </a:prstGeom>
        </p:spPr>
      </p:pic>
      <p:sp>
        <p:nvSpPr>
          <p:cNvPr id="32" name="SK-9-text-31"/>
          <p:cNvSpPr/>
          <p:nvPr/>
        </p:nvSpPr>
        <p:spPr>
          <a:xfrm>
            <a:off x="647700" y="247650"/>
            <a:ext cx="3077222" cy="238125"/>
          </a:xfrm>
          <a:prstGeom prst="rect">
            <a:avLst/>
          </a:prstGeom>
          <a:noFill/>
          <a:ln/>
        </p:spPr>
        <p:txBody>
          <a:bodyPr vert="horz" wrap="square" lIns="0" tIns="0" rIns="0" bIns="0" rtlCol="0" anchor="ctr"/>
          <a:lstStyle/>
          <a:p>
            <a:pPr marL="0" indent="0">
              <a:lnSpc>
                <a:spcPts val="1575"/>
              </a:lnSpc>
              <a:buNone/>
            </a:pPr>
            <a:r>
              <a:rPr lang="en-US" sz="1050" kern="0" spc="120" dirty="0">
                <a:solidFill>
                  <a:srgbClr val="00F5FF"/>
                </a:solidFill>
              </a:rPr>
              <a:t>TECHNICAL MODULE 05</a:t>
            </a:r>
            <a:endParaRPr lang="en-US" sz="1050" dirty="0"/>
          </a:p>
        </p:txBody>
      </p:sp>
      <p:sp>
        <p:nvSpPr>
          <p:cNvPr id="33" name="SK-9-text-32"/>
          <p:cNvSpPr/>
          <p:nvPr/>
        </p:nvSpPr>
        <p:spPr>
          <a:xfrm>
            <a:off x="571500" y="561975"/>
            <a:ext cx="11049000" cy="485775"/>
          </a:xfrm>
          <a:prstGeom prst="rect">
            <a:avLst/>
          </a:prstGeom>
          <a:noFill/>
          <a:ln/>
        </p:spPr>
        <p:txBody>
          <a:bodyPr vert="horz" wrap="square" lIns="0" tIns="0" rIns="0" bIns="0" rtlCol="0" anchor="ctr"/>
          <a:lstStyle/>
          <a:p>
            <a:pPr marL="0" indent="0">
              <a:lnSpc>
                <a:spcPts val="3825"/>
              </a:lnSpc>
              <a:buNone/>
            </a:pPr>
            <a:r>
              <a:rPr lang="en-US" sz="2550" b="1" dirty="0">
                <a:solidFill>
                  <a:srgbClr val="7B61FF"/>
                </a:solidFill>
                <a:latin typeface="Noto Sans SC" pitchFamily="34" charset="0"/>
                <a:ea typeface="Noto Sans SC" pitchFamily="34" charset="-122"/>
                <a:cs typeface="Noto Sans SC" pitchFamily="34" charset="-120"/>
              </a:rPr>
              <a:t>#</a:t>
            </a:r>
            <a:r>
              <a:rPr lang="en-US" sz="2550" b="1" dirty="0">
                <a:solidFill>
                  <a:srgbClr val="FFFFFF"/>
                </a:solidFill>
                <a:latin typeface="Noto Sans SC" pitchFamily="34" charset="0"/>
                <a:ea typeface="Noto Sans SC" pitchFamily="34" charset="-122"/>
                <a:cs typeface="Noto Sans SC" pitchFamily="34" charset="-120"/>
              </a:rPr>
              <a:t>模块五：学习效果评估</a:t>
            </a:r>
            <a:endParaRPr lang="en-US" sz="2550" dirty="0"/>
          </a:p>
        </p:txBody>
      </p:sp>
      <p:sp>
        <p:nvSpPr>
          <p:cNvPr id="34" name="SK-9-text-33"/>
          <p:cNvSpPr/>
          <p:nvPr/>
        </p:nvSpPr>
        <p:spPr>
          <a:xfrm>
            <a:off x="685800" y="1162050"/>
            <a:ext cx="11506200" cy="228600"/>
          </a:xfrm>
          <a:prstGeom prst="rect">
            <a:avLst/>
          </a:prstGeom>
          <a:noFill/>
          <a:ln/>
        </p:spPr>
        <p:txBody>
          <a:bodyPr vert="horz" wrap="square" lIns="0" tIns="0" rIns="0" bIns="0" rtlCol="0" anchor="ctr"/>
          <a:lstStyle/>
          <a:p>
            <a:pPr marL="0" indent="0">
              <a:lnSpc>
                <a:spcPts val="1800"/>
              </a:lnSpc>
              <a:buNone/>
            </a:pPr>
            <a:r>
              <a:rPr lang="en-US" sz="1200" dirty="0">
                <a:solidFill>
                  <a:srgbClr val="A0AEC0"/>
                </a:solidFill>
                <a:latin typeface="Noto Sans SC" pitchFamily="34" charset="0"/>
                <a:ea typeface="Noto Sans SC" pitchFamily="34" charset="-122"/>
                <a:cs typeface="Noto Sans SC" pitchFamily="34" charset="-120"/>
              </a:rPr>
              <a:t>基于5维度量化评估与知识点热力图，实现评估结果自动触发路径调整与画像更新的闭环</a:t>
            </a:r>
            <a:endParaRPr lang="en-US" sz="1200" dirty="0"/>
          </a:p>
        </p:txBody>
      </p:sp>
      <p:sp>
        <p:nvSpPr>
          <p:cNvPr id="35" name="SK-9-text-34"/>
          <p:cNvSpPr/>
          <p:nvPr/>
        </p:nvSpPr>
        <p:spPr>
          <a:xfrm>
            <a:off x="940594" y="2544366"/>
            <a:ext cx="1866900" cy="214313"/>
          </a:xfrm>
          <a:prstGeom prst="rect">
            <a:avLst/>
          </a:prstGeom>
          <a:noFill/>
          <a:ln/>
        </p:spPr>
        <p:txBody>
          <a:bodyPr vert="horz" wrap="square" lIns="0" tIns="0" rIns="0" bIns="0" rtlCol="0" anchor="ctr"/>
          <a:lstStyle/>
          <a:p>
            <a:pPr marL="0" indent="0">
              <a:lnSpc>
                <a:spcPts val="1688"/>
              </a:lnSpc>
              <a:buNone/>
            </a:pPr>
            <a:r>
              <a:rPr lang="en-US" sz="1125" b="1" dirty="0">
                <a:solidFill>
                  <a:srgbClr val="00F5FF"/>
                </a:solidFill>
                <a:latin typeface="Noto Sans SC" pitchFamily="34" charset="0"/>
                <a:ea typeface="Noto Sans SC" pitchFamily="34" charset="-122"/>
                <a:cs typeface="Noto Sans SC" pitchFamily="34" charset="-120"/>
              </a:rPr>
              <a:t>知识掌握度</a:t>
            </a:r>
            <a:endParaRPr lang="en-US" sz="1125" dirty="0"/>
          </a:p>
        </p:txBody>
      </p:sp>
      <p:sp>
        <p:nvSpPr>
          <p:cNvPr id="36" name="SK-9-text-35"/>
          <p:cNvSpPr/>
          <p:nvPr/>
        </p:nvSpPr>
        <p:spPr>
          <a:xfrm>
            <a:off x="685800" y="2796778"/>
            <a:ext cx="1866900" cy="346472"/>
          </a:xfrm>
          <a:prstGeom prst="rect">
            <a:avLst/>
          </a:prstGeom>
          <a:noFill/>
          <a:ln/>
        </p:spPr>
        <p:txBody>
          <a:bodyPr vert="horz" wrap="square" lIns="0" tIns="0" rIns="0" bIns="0" rtlCol="0" anchor="ctr"/>
          <a:lstStyle/>
          <a:p>
            <a:pPr marL="0" indent="0">
              <a:lnSpc>
                <a:spcPts val="1365"/>
              </a:lnSpc>
              <a:buNone/>
            </a:pPr>
            <a:r>
              <a:rPr lang="en-US" sz="975" dirty="0">
                <a:solidFill>
                  <a:srgbClr val="A0AEC0"/>
                </a:solidFill>
                <a:latin typeface="Noto Sans SC" pitchFamily="34" charset="0"/>
                <a:ea typeface="Noto Sans SC" pitchFamily="34" charset="-122"/>
                <a:cs typeface="Noto Sans SC" pitchFamily="34" charset="-120"/>
              </a:rPr>
              <a:t>基于练习批改与知识点树状热力图，精准刻画知识盲区。</a:t>
            </a:r>
            <a:endParaRPr lang="en-US" sz="975" dirty="0"/>
          </a:p>
        </p:txBody>
      </p:sp>
      <p:sp>
        <p:nvSpPr>
          <p:cNvPr id="37" name="SK-9-text-36"/>
          <p:cNvSpPr/>
          <p:nvPr/>
        </p:nvSpPr>
        <p:spPr>
          <a:xfrm>
            <a:off x="3150394" y="2544366"/>
            <a:ext cx="1866900" cy="214313"/>
          </a:xfrm>
          <a:prstGeom prst="rect">
            <a:avLst/>
          </a:prstGeom>
          <a:noFill/>
          <a:ln/>
        </p:spPr>
        <p:txBody>
          <a:bodyPr vert="horz" wrap="square" lIns="0" tIns="0" rIns="0" bIns="0" rtlCol="0" anchor="ctr"/>
          <a:lstStyle/>
          <a:p>
            <a:pPr marL="0" indent="0">
              <a:lnSpc>
                <a:spcPts val="1688"/>
              </a:lnSpc>
              <a:buNone/>
            </a:pPr>
            <a:r>
              <a:rPr lang="en-US" sz="1125" b="1" dirty="0">
                <a:solidFill>
                  <a:srgbClr val="00F5FF"/>
                </a:solidFill>
                <a:latin typeface="Noto Sans SC" pitchFamily="34" charset="0"/>
                <a:ea typeface="Noto Sans SC" pitchFamily="34" charset="-122"/>
                <a:cs typeface="Noto Sans SC" pitchFamily="34" charset="-120"/>
              </a:rPr>
              <a:t>学习效率</a:t>
            </a:r>
            <a:endParaRPr lang="en-US" sz="1125" dirty="0"/>
          </a:p>
        </p:txBody>
      </p:sp>
      <p:sp>
        <p:nvSpPr>
          <p:cNvPr id="38" name="SK-9-text-37"/>
          <p:cNvSpPr/>
          <p:nvPr/>
        </p:nvSpPr>
        <p:spPr>
          <a:xfrm>
            <a:off x="2895600" y="2796778"/>
            <a:ext cx="1866900" cy="346472"/>
          </a:xfrm>
          <a:prstGeom prst="rect">
            <a:avLst/>
          </a:prstGeom>
          <a:noFill/>
          <a:ln/>
        </p:spPr>
        <p:txBody>
          <a:bodyPr vert="horz" wrap="square" lIns="0" tIns="0" rIns="0" bIns="0" rtlCol="0" anchor="ctr"/>
          <a:lstStyle/>
          <a:p>
            <a:pPr marL="0" indent="0">
              <a:lnSpc>
                <a:spcPts val="1365"/>
              </a:lnSpc>
              <a:buNone/>
            </a:pPr>
            <a:r>
              <a:rPr lang="en-US" sz="975" dirty="0">
                <a:solidFill>
                  <a:srgbClr val="A0AEC0"/>
                </a:solidFill>
                <a:latin typeface="Noto Sans SC" pitchFamily="34" charset="0"/>
                <a:ea typeface="Noto Sans SC" pitchFamily="34" charset="-122"/>
                <a:cs typeface="Noto Sans SC" pitchFamily="34" charset="-120"/>
              </a:rPr>
              <a:t>综合计算时间投入与知识获取成效比，优化学习节奏。</a:t>
            </a:r>
            <a:endParaRPr lang="en-US" sz="975" dirty="0"/>
          </a:p>
        </p:txBody>
      </p:sp>
      <p:sp>
        <p:nvSpPr>
          <p:cNvPr id="39" name="SK-9-text-38"/>
          <p:cNvSpPr/>
          <p:nvPr/>
        </p:nvSpPr>
        <p:spPr>
          <a:xfrm>
            <a:off x="940594" y="3486150"/>
            <a:ext cx="1866900" cy="214313"/>
          </a:xfrm>
          <a:prstGeom prst="rect">
            <a:avLst/>
          </a:prstGeom>
          <a:noFill/>
          <a:ln/>
        </p:spPr>
        <p:txBody>
          <a:bodyPr vert="horz" wrap="square" lIns="0" tIns="0" rIns="0" bIns="0" rtlCol="0" anchor="ctr"/>
          <a:lstStyle/>
          <a:p>
            <a:pPr marL="0" indent="0">
              <a:lnSpc>
                <a:spcPts val="1688"/>
              </a:lnSpc>
              <a:buNone/>
            </a:pPr>
            <a:r>
              <a:rPr lang="en-US" sz="1125" b="1" dirty="0">
                <a:solidFill>
                  <a:srgbClr val="00F5FF"/>
                </a:solidFill>
                <a:latin typeface="Noto Sans SC" pitchFamily="34" charset="0"/>
                <a:ea typeface="Noto Sans SC" pitchFamily="34" charset="-122"/>
                <a:cs typeface="Noto Sans SC" pitchFamily="34" charset="-120"/>
              </a:rPr>
              <a:t>技能应用</a:t>
            </a:r>
            <a:endParaRPr lang="en-US" sz="1125" dirty="0"/>
          </a:p>
        </p:txBody>
      </p:sp>
      <p:sp>
        <p:nvSpPr>
          <p:cNvPr id="40" name="SK-9-text-39"/>
          <p:cNvSpPr/>
          <p:nvPr/>
        </p:nvSpPr>
        <p:spPr>
          <a:xfrm>
            <a:off x="685800" y="3738563"/>
            <a:ext cx="1866900" cy="346472"/>
          </a:xfrm>
          <a:prstGeom prst="rect">
            <a:avLst/>
          </a:prstGeom>
          <a:noFill/>
          <a:ln/>
        </p:spPr>
        <p:txBody>
          <a:bodyPr vert="horz" wrap="square" lIns="0" tIns="0" rIns="0" bIns="0" rtlCol="0" anchor="ctr"/>
          <a:lstStyle/>
          <a:p>
            <a:pPr marL="0" indent="0">
              <a:lnSpc>
                <a:spcPts val="1365"/>
              </a:lnSpc>
              <a:buNone/>
            </a:pPr>
            <a:r>
              <a:rPr lang="en-US" sz="975" dirty="0">
                <a:solidFill>
                  <a:srgbClr val="A0AEC0"/>
                </a:solidFill>
                <a:latin typeface="Noto Sans SC" pitchFamily="34" charset="0"/>
                <a:ea typeface="Noto Sans SC" pitchFamily="34" charset="-122"/>
                <a:cs typeface="Noto Sans SC" pitchFamily="34" charset="-120"/>
              </a:rPr>
              <a:t>评估在脑卒中临床模拟场景下的决策能力与实操水平。</a:t>
            </a:r>
            <a:endParaRPr lang="en-US" sz="975" dirty="0"/>
          </a:p>
        </p:txBody>
      </p:sp>
      <p:sp>
        <p:nvSpPr>
          <p:cNvPr id="41" name="SK-9-text-40"/>
          <p:cNvSpPr/>
          <p:nvPr/>
        </p:nvSpPr>
        <p:spPr>
          <a:xfrm>
            <a:off x="3150394" y="3486150"/>
            <a:ext cx="1866900" cy="214313"/>
          </a:xfrm>
          <a:prstGeom prst="rect">
            <a:avLst/>
          </a:prstGeom>
          <a:noFill/>
          <a:ln/>
        </p:spPr>
        <p:txBody>
          <a:bodyPr vert="horz" wrap="square" lIns="0" tIns="0" rIns="0" bIns="0" rtlCol="0" anchor="ctr"/>
          <a:lstStyle/>
          <a:p>
            <a:pPr marL="0" indent="0">
              <a:lnSpc>
                <a:spcPts val="1688"/>
              </a:lnSpc>
              <a:buNone/>
            </a:pPr>
            <a:r>
              <a:rPr lang="en-US" sz="1125" b="1" dirty="0">
                <a:solidFill>
                  <a:srgbClr val="00F5FF"/>
                </a:solidFill>
                <a:latin typeface="Noto Sans SC" pitchFamily="34" charset="0"/>
                <a:ea typeface="Noto Sans SC" pitchFamily="34" charset="-122"/>
                <a:cs typeface="Noto Sans SC" pitchFamily="34" charset="-120"/>
              </a:rPr>
              <a:t>学习一致性</a:t>
            </a:r>
            <a:endParaRPr lang="en-US" sz="1125" dirty="0"/>
          </a:p>
        </p:txBody>
      </p:sp>
      <p:sp>
        <p:nvSpPr>
          <p:cNvPr id="42" name="SK-9-text-41"/>
          <p:cNvSpPr/>
          <p:nvPr/>
        </p:nvSpPr>
        <p:spPr>
          <a:xfrm>
            <a:off x="2895600" y="3738563"/>
            <a:ext cx="1866900" cy="346472"/>
          </a:xfrm>
          <a:prstGeom prst="rect">
            <a:avLst/>
          </a:prstGeom>
          <a:noFill/>
          <a:ln/>
        </p:spPr>
        <p:txBody>
          <a:bodyPr vert="horz" wrap="square" lIns="0" tIns="0" rIns="0" bIns="0" rtlCol="0" anchor="ctr"/>
          <a:lstStyle/>
          <a:p>
            <a:pPr marL="0" indent="0">
              <a:lnSpc>
                <a:spcPts val="1365"/>
              </a:lnSpc>
              <a:buNone/>
            </a:pPr>
            <a:r>
              <a:rPr lang="en-US" sz="975" dirty="0">
                <a:solidFill>
                  <a:srgbClr val="A0AEC0"/>
                </a:solidFill>
                <a:latin typeface="Noto Sans SC" pitchFamily="34" charset="0"/>
                <a:ea typeface="Noto Sans SC" pitchFamily="34" charset="-122"/>
                <a:cs typeface="Noto Sans SC" pitchFamily="34" charset="-120"/>
              </a:rPr>
              <a:t>分析学习习惯的稳定性，识别潜在的动力衰减预警。</a:t>
            </a:r>
            <a:endParaRPr lang="en-US" sz="975" dirty="0"/>
          </a:p>
        </p:txBody>
      </p:sp>
      <p:sp>
        <p:nvSpPr>
          <p:cNvPr id="43" name="SK-9-text-42"/>
          <p:cNvSpPr/>
          <p:nvPr/>
        </p:nvSpPr>
        <p:spPr>
          <a:xfrm>
            <a:off x="1033462" y="4637484"/>
            <a:ext cx="4000500" cy="257175"/>
          </a:xfrm>
          <a:prstGeom prst="rect">
            <a:avLst/>
          </a:prstGeom>
          <a:noFill/>
          <a:ln/>
        </p:spPr>
        <p:txBody>
          <a:bodyPr vert="horz" wrap="square" lIns="0" tIns="0" rIns="0" bIns="0" rtlCol="0" anchor="ctr"/>
          <a:lstStyle/>
          <a:p>
            <a:pPr marL="0" indent="0">
              <a:lnSpc>
                <a:spcPts val="2025"/>
              </a:lnSpc>
              <a:buNone/>
            </a:pPr>
            <a:r>
              <a:rPr lang="en-US" sz="1350" b="1" dirty="0">
                <a:solidFill>
                  <a:srgbClr val="FFFFFF"/>
                </a:solidFill>
                <a:latin typeface="Noto Sans SC" pitchFamily="34" charset="0"/>
                <a:ea typeface="Noto Sans SC" pitchFamily="34" charset="-122"/>
                <a:cs typeface="Noto Sans SC" pitchFamily="34" charset="-120"/>
              </a:rPr>
              <a:t>自动评估闭环反馈逻辑</a:t>
            </a:r>
            <a:endParaRPr lang="en-US" sz="1350" dirty="0"/>
          </a:p>
        </p:txBody>
      </p:sp>
      <p:sp>
        <p:nvSpPr>
          <p:cNvPr id="44" name="SK-9-text-43"/>
          <p:cNvSpPr/>
          <p:nvPr/>
        </p:nvSpPr>
        <p:spPr>
          <a:xfrm>
            <a:off x="789384" y="5370909"/>
            <a:ext cx="762000" cy="171450"/>
          </a:xfrm>
          <a:prstGeom prst="rect">
            <a:avLst/>
          </a:prstGeom>
          <a:noFill/>
          <a:ln/>
        </p:spPr>
        <p:txBody>
          <a:bodyPr vert="horz" wrap="square" lIns="0" tIns="0" rIns="0" bIns="0" rtlCol="0" anchor="ctr"/>
          <a:lstStyle/>
          <a:p>
            <a:pPr marL="0" indent="0" algn="ctr">
              <a:lnSpc>
                <a:spcPts val="1350"/>
              </a:lnSpc>
              <a:buNone/>
            </a:pPr>
            <a:r>
              <a:rPr lang="en-US" sz="900" dirty="0">
                <a:solidFill>
                  <a:srgbClr val="A0AEC0"/>
                </a:solidFill>
                <a:latin typeface="Noto Sans SC" pitchFamily="34" charset="0"/>
                <a:ea typeface="Noto Sans SC" pitchFamily="34" charset="-122"/>
                <a:cs typeface="Noto Sans SC" pitchFamily="34" charset="-120"/>
              </a:rPr>
              <a:t>实时测验批改</a:t>
            </a:r>
            <a:endParaRPr lang="en-US" sz="900" dirty="0"/>
          </a:p>
        </p:txBody>
      </p:sp>
      <p:sp>
        <p:nvSpPr>
          <p:cNvPr id="45" name="SK-9-text-44"/>
          <p:cNvSpPr/>
          <p:nvPr/>
        </p:nvSpPr>
        <p:spPr>
          <a:xfrm>
            <a:off x="1768078" y="5370909"/>
            <a:ext cx="876300" cy="171450"/>
          </a:xfrm>
          <a:prstGeom prst="rect">
            <a:avLst/>
          </a:prstGeom>
          <a:noFill/>
          <a:ln/>
        </p:spPr>
        <p:txBody>
          <a:bodyPr vert="horz" wrap="square" lIns="0" tIns="0" rIns="0" bIns="0" rtlCol="0" anchor="ctr"/>
          <a:lstStyle/>
          <a:p>
            <a:pPr marL="0" indent="0" algn="ctr">
              <a:lnSpc>
                <a:spcPts val="1350"/>
              </a:lnSpc>
              <a:buNone/>
            </a:pPr>
            <a:r>
              <a:rPr lang="en-US" sz="900" dirty="0">
                <a:solidFill>
                  <a:srgbClr val="A0AEC0"/>
                </a:solidFill>
                <a:latin typeface="Noto Sans SC" pitchFamily="34" charset="0"/>
                <a:ea typeface="Noto Sans SC" pitchFamily="34" charset="-122"/>
                <a:cs typeface="Noto Sans SC" pitchFamily="34" charset="-120"/>
              </a:rPr>
              <a:t>多维掌握度分析</a:t>
            </a:r>
            <a:endParaRPr lang="en-US" sz="900" dirty="0"/>
          </a:p>
        </p:txBody>
      </p:sp>
      <p:sp>
        <p:nvSpPr>
          <p:cNvPr id="46" name="SK-9-text-45"/>
          <p:cNvSpPr/>
          <p:nvPr/>
        </p:nvSpPr>
        <p:spPr>
          <a:xfrm>
            <a:off x="2861072" y="5370909"/>
            <a:ext cx="762000" cy="171450"/>
          </a:xfrm>
          <a:prstGeom prst="rect">
            <a:avLst/>
          </a:prstGeom>
          <a:noFill/>
          <a:ln/>
        </p:spPr>
        <p:txBody>
          <a:bodyPr vert="horz" wrap="square" lIns="0" tIns="0" rIns="0" bIns="0" rtlCol="0" anchor="ctr"/>
          <a:lstStyle/>
          <a:p>
            <a:pPr marL="0" indent="0" algn="ctr">
              <a:lnSpc>
                <a:spcPts val="1350"/>
              </a:lnSpc>
              <a:buNone/>
            </a:pPr>
            <a:r>
              <a:rPr lang="en-US" sz="900" dirty="0">
                <a:solidFill>
                  <a:srgbClr val="A0AEC0"/>
                </a:solidFill>
                <a:latin typeface="Noto Sans SC" pitchFamily="34" charset="0"/>
                <a:ea typeface="Noto Sans SC" pitchFamily="34" charset="-122"/>
                <a:cs typeface="Noto Sans SC" pitchFamily="34" charset="-120"/>
              </a:rPr>
              <a:t>画像特征刷新</a:t>
            </a:r>
            <a:endParaRPr lang="en-US" sz="900" dirty="0"/>
          </a:p>
        </p:txBody>
      </p:sp>
      <p:sp>
        <p:nvSpPr>
          <p:cNvPr id="47" name="SK-9-text-46"/>
          <p:cNvSpPr/>
          <p:nvPr/>
        </p:nvSpPr>
        <p:spPr>
          <a:xfrm>
            <a:off x="3839766" y="5370909"/>
            <a:ext cx="876300" cy="171450"/>
          </a:xfrm>
          <a:prstGeom prst="rect">
            <a:avLst/>
          </a:prstGeom>
          <a:noFill/>
          <a:ln/>
        </p:spPr>
        <p:txBody>
          <a:bodyPr vert="horz" wrap="square" lIns="0" tIns="0" rIns="0" bIns="0" rtlCol="0" anchor="ctr"/>
          <a:lstStyle/>
          <a:p>
            <a:pPr marL="0" indent="0" algn="ctr">
              <a:lnSpc>
                <a:spcPts val="1350"/>
              </a:lnSpc>
              <a:buNone/>
            </a:pPr>
            <a:r>
              <a:rPr lang="en-US" sz="900" dirty="0">
                <a:solidFill>
                  <a:srgbClr val="A0AEC0"/>
                </a:solidFill>
                <a:latin typeface="Noto Sans SC" pitchFamily="34" charset="0"/>
                <a:ea typeface="Noto Sans SC" pitchFamily="34" charset="-122"/>
                <a:cs typeface="Noto Sans SC" pitchFamily="34" charset="-120"/>
              </a:rPr>
              <a:t>路径动态重规划</a:t>
            </a:r>
            <a:endParaRPr lang="en-US" sz="900" dirty="0"/>
          </a:p>
        </p:txBody>
      </p:sp>
      <p:sp>
        <p:nvSpPr>
          <p:cNvPr id="48" name="SK-9-text-47"/>
          <p:cNvSpPr/>
          <p:nvPr/>
        </p:nvSpPr>
        <p:spPr>
          <a:xfrm>
            <a:off x="5353050" y="1590675"/>
            <a:ext cx="2743200" cy="200025"/>
          </a:xfrm>
          <a:prstGeom prst="rect">
            <a:avLst/>
          </a:prstGeom>
          <a:noFill/>
          <a:ln/>
        </p:spPr>
        <p:txBody>
          <a:bodyPr vert="horz" wrap="square" lIns="0" tIns="0" rIns="0" bIns="0" rtlCol="0" anchor="ctr"/>
          <a:lstStyle/>
          <a:p>
            <a:pPr marL="0" indent="0">
              <a:lnSpc>
                <a:spcPts val="1575"/>
              </a:lnSpc>
              <a:buNone/>
            </a:pPr>
            <a:r>
              <a:rPr lang="en-US" sz="1050" b="1" dirty="0">
                <a:solidFill>
                  <a:srgbClr val="FFFFFF"/>
                </a:solidFill>
                <a:latin typeface="Noto Sans SC" pitchFamily="34" charset="0"/>
                <a:ea typeface="Noto Sans SC" pitchFamily="34" charset="-122"/>
                <a:cs typeface="Noto Sans SC" pitchFamily="34" charset="-120"/>
              </a:rPr>
              <a:t>5维度评估量化雷达图</a:t>
            </a:r>
            <a:endParaRPr lang="en-US" sz="1050" dirty="0"/>
          </a:p>
        </p:txBody>
      </p:sp>
      <p:sp>
        <p:nvSpPr>
          <p:cNvPr id="49" name="SK-9-text-48"/>
          <p:cNvSpPr/>
          <p:nvPr/>
        </p:nvSpPr>
        <p:spPr>
          <a:xfrm>
            <a:off x="10639425" y="1593056"/>
            <a:ext cx="1345272" cy="195263"/>
          </a:xfrm>
          <a:prstGeom prst="rect">
            <a:avLst/>
          </a:prstGeom>
          <a:noFill/>
          <a:ln/>
        </p:spPr>
        <p:txBody>
          <a:bodyPr vert="horz" wrap="square" lIns="0" tIns="0" rIns="0" bIns="0" rtlCol="0" anchor="ctr"/>
          <a:lstStyle/>
          <a:p>
            <a:pPr marL="0" indent="0">
              <a:lnSpc>
                <a:spcPts val="1238"/>
              </a:lnSpc>
              <a:buNone/>
            </a:pPr>
            <a:r>
              <a:rPr lang="en-US" sz="825" dirty="0">
                <a:solidFill>
                  <a:srgbClr val="00F5FF"/>
                </a:solidFill>
                <a:latin typeface="Noto Sans SC" pitchFamily="34" charset="0"/>
                <a:ea typeface="Noto Sans SC" pitchFamily="34" charset="-122"/>
                <a:cs typeface="Noto Sans SC" pitchFamily="34" charset="-120"/>
              </a:rPr>
              <a:t>实时数据流驱动</a:t>
            </a:r>
            <a:endParaRPr lang="en-US" sz="825"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SK-10-img-1" descr="preencoded.png"/>
          <p:cNvPicPr>
            <a:picLocks noChangeAspect="1"/>
          </p:cNvPicPr>
          <p:nvPr/>
        </p:nvPicPr>
        <p:blipFill>
          <a:blip r:embed="rId3"/>
          <a:stretch>
            <a:fillRect/>
          </a:stretch>
        </p:blipFill>
        <p:spPr>
          <a:xfrm>
            <a:off x="0" y="0"/>
            <a:ext cx="12192000" cy="6858000"/>
          </a:xfrm>
          <a:prstGeom prst="rect">
            <a:avLst/>
          </a:prstGeom>
        </p:spPr>
      </p:pic>
      <p:pic>
        <p:nvPicPr>
          <p:cNvPr id="3" name="SK-10-img-2" descr="preencoded.png"/>
          <p:cNvPicPr>
            <a:picLocks noChangeAspect="1"/>
          </p:cNvPicPr>
          <p:nvPr/>
        </p:nvPicPr>
        <p:blipFill>
          <a:blip r:embed="rId4"/>
          <a:stretch>
            <a:fillRect/>
          </a:stretch>
        </p:blipFill>
        <p:spPr>
          <a:xfrm>
            <a:off x="571500" y="304800"/>
            <a:ext cx="1962150" cy="238125"/>
          </a:xfrm>
          <a:prstGeom prst="rect">
            <a:avLst/>
          </a:prstGeom>
        </p:spPr>
      </p:pic>
      <p:pic>
        <p:nvPicPr>
          <p:cNvPr id="4" name="SK-10-img-3" descr="preencoded.png"/>
          <p:cNvPicPr>
            <a:picLocks noChangeAspect="1"/>
          </p:cNvPicPr>
          <p:nvPr/>
        </p:nvPicPr>
        <p:blipFill>
          <a:blip r:embed="rId5"/>
          <a:stretch>
            <a:fillRect/>
          </a:stretch>
        </p:blipFill>
        <p:spPr>
          <a:xfrm>
            <a:off x="2647950" y="419100"/>
            <a:ext cx="8972550" cy="9525"/>
          </a:xfrm>
          <a:prstGeom prst="rect">
            <a:avLst/>
          </a:prstGeom>
        </p:spPr>
      </p:pic>
      <p:pic>
        <p:nvPicPr>
          <p:cNvPr id="5" name="SK-10-img-4" descr="preencoded.png"/>
          <p:cNvPicPr>
            <a:picLocks noChangeAspect="1"/>
          </p:cNvPicPr>
          <p:nvPr/>
        </p:nvPicPr>
        <p:blipFill>
          <a:blip r:embed="rId6"/>
          <a:stretch>
            <a:fillRect/>
          </a:stretch>
        </p:blipFill>
        <p:spPr>
          <a:xfrm>
            <a:off x="571500" y="1314450"/>
            <a:ext cx="38100" cy="38100"/>
          </a:xfrm>
          <a:prstGeom prst="rect">
            <a:avLst/>
          </a:prstGeom>
        </p:spPr>
      </p:pic>
      <p:pic>
        <p:nvPicPr>
          <p:cNvPr id="6" name="SK-10-img-5" descr="preencoded.png"/>
          <p:cNvPicPr>
            <a:picLocks noChangeAspect="1"/>
          </p:cNvPicPr>
          <p:nvPr/>
        </p:nvPicPr>
        <p:blipFill>
          <a:blip r:embed="rId7"/>
          <a:stretch>
            <a:fillRect/>
          </a:stretch>
        </p:blipFill>
        <p:spPr>
          <a:xfrm>
            <a:off x="571500" y="1692771"/>
            <a:ext cx="6457950" cy="1535311"/>
          </a:xfrm>
          <a:prstGeom prst="rect">
            <a:avLst/>
          </a:prstGeom>
        </p:spPr>
      </p:pic>
      <p:pic>
        <p:nvPicPr>
          <p:cNvPr id="7" name="SK-10-img-6" descr="preencoded.png"/>
          <p:cNvPicPr>
            <a:picLocks noChangeAspect="1"/>
          </p:cNvPicPr>
          <p:nvPr/>
        </p:nvPicPr>
        <p:blipFill>
          <a:blip r:embed="rId8"/>
          <a:stretch>
            <a:fillRect/>
          </a:stretch>
        </p:blipFill>
        <p:spPr>
          <a:xfrm>
            <a:off x="762000" y="1845171"/>
            <a:ext cx="381000" cy="381000"/>
          </a:xfrm>
          <a:prstGeom prst="rect">
            <a:avLst/>
          </a:prstGeom>
        </p:spPr>
      </p:pic>
      <p:pic>
        <p:nvPicPr>
          <p:cNvPr id="8" name="SK-10-img-7" descr="preencoded.png"/>
          <p:cNvPicPr>
            <a:picLocks noChangeAspect="1"/>
          </p:cNvPicPr>
          <p:nvPr/>
        </p:nvPicPr>
        <p:blipFill>
          <a:blip r:embed="rId9"/>
          <a:stretch>
            <a:fillRect/>
          </a:stretch>
        </p:blipFill>
        <p:spPr>
          <a:xfrm>
            <a:off x="845344" y="1948011"/>
            <a:ext cx="214313" cy="175320"/>
          </a:xfrm>
          <a:prstGeom prst="rect">
            <a:avLst/>
          </a:prstGeom>
        </p:spPr>
      </p:pic>
      <p:pic>
        <p:nvPicPr>
          <p:cNvPr id="9" name="SK-10-img-8" descr="preencoded.png"/>
          <p:cNvPicPr>
            <a:picLocks noChangeAspect="1"/>
          </p:cNvPicPr>
          <p:nvPr/>
        </p:nvPicPr>
        <p:blipFill>
          <a:blip r:embed="rId10"/>
          <a:stretch>
            <a:fillRect/>
          </a:stretch>
        </p:blipFill>
        <p:spPr>
          <a:xfrm>
            <a:off x="762000" y="2835771"/>
            <a:ext cx="1457325" cy="239911"/>
          </a:xfrm>
          <a:prstGeom prst="rect">
            <a:avLst/>
          </a:prstGeom>
        </p:spPr>
      </p:pic>
      <p:pic>
        <p:nvPicPr>
          <p:cNvPr id="10" name="SK-10-img-9" descr="preencoded.png"/>
          <p:cNvPicPr>
            <a:picLocks noChangeAspect="1"/>
          </p:cNvPicPr>
          <p:nvPr/>
        </p:nvPicPr>
        <p:blipFill>
          <a:blip r:embed="rId11"/>
          <a:stretch>
            <a:fillRect/>
          </a:stretch>
        </p:blipFill>
        <p:spPr>
          <a:xfrm>
            <a:off x="2295525" y="2835771"/>
            <a:ext cx="1057275" cy="239911"/>
          </a:xfrm>
          <a:prstGeom prst="rect">
            <a:avLst/>
          </a:prstGeom>
        </p:spPr>
      </p:pic>
      <p:pic>
        <p:nvPicPr>
          <p:cNvPr id="11" name="SK-10-img-10" descr="preencoded.png"/>
          <p:cNvPicPr>
            <a:picLocks noChangeAspect="1"/>
          </p:cNvPicPr>
          <p:nvPr/>
        </p:nvPicPr>
        <p:blipFill>
          <a:blip r:embed="rId12"/>
          <a:stretch>
            <a:fillRect/>
          </a:stretch>
        </p:blipFill>
        <p:spPr>
          <a:xfrm>
            <a:off x="571500" y="3351907"/>
            <a:ext cx="6457950" cy="1535311"/>
          </a:xfrm>
          <a:prstGeom prst="rect">
            <a:avLst/>
          </a:prstGeom>
        </p:spPr>
      </p:pic>
      <p:pic>
        <p:nvPicPr>
          <p:cNvPr id="12" name="SK-10-img-11" descr="preencoded.png"/>
          <p:cNvPicPr>
            <a:picLocks noChangeAspect="1"/>
          </p:cNvPicPr>
          <p:nvPr/>
        </p:nvPicPr>
        <p:blipFill>
          <a:blip r:embed="rId8"/>
          <a:stretch>
            <a:fillRect/>
          </a:stretch>
        </p:blipFill>
        <p:spPr>
          <a:xfrm>
            <a:off x="762000" y="3504307"/>
            <a:ext cx="381000" cy="381000"/>
          </a:xfrm>
          <a:prstGeom prst="rect">
            <a:avLst/>
          </a:prstGeom>
        </p:spPr>
      </p:pic>
      <p:pic>
        <p:nvPicPr>
          <p:cNvPr id="13" name="SK-10-img-12" descr="preencoded.png"/>
          <p:cNvPicPr>
            <a:picLocks noChangeAspect="1"/>
          </p:cNvPicPr>
          <p:nvPr/>
        </p:nvPicPr>
        <p:blipFill>
          <a:blip r:embed="rId13"/>
          <a:stretch>
            <a:fillRect/>
          </a:stretch>
        </p:blipFill>
        <p:spPr>
          <a:xfrm>
            <a:off x="845344" y="3607147"/>
            <a:ext cx="214313" cy="175320"/>
          </a:xfrm>
          <a:prstGeom prst="rect">
            <a:avLst/>
          </a:prstGeom>
        </p:spPr>
      </p:pic>
      <p:pic>
        <p:nvPicPr>
          <p:cNvPr id="14" name="SK-10-img-13" descr="preencoded.png"/>
          <p:cNvPicPr>
            <a:picLocks noChangeAspect="1"/>
          </p:cNvPicPr>
          <p:nvPr/>
        </p:nvPicPr>
        <p:blipFill>
          <a:blip r:embed="rId14"/>
          <a:stretch>
            <a:fillRect/>
          </a:stretch>
        </p:blipFill>
        <p:spPr>
          <a:xfrm>
            <a:off x="762000" y="4494907"/>
            <a:ext cx="857250" cy="239911"/>
          </a:xfrm>
          <a:prstGeom prst="rect">
            <a:avLst/>
          </a:prstGeom>
        </p:spPr>
      </p:pic>
      <p:pic>
        <p:nvPicPr>
          <p:cNvPr id="15" name="SK-10-img-14" descr="preencoded.png"/>
          <p:cNvPicPr>
            <a:picLocks noChangeAspect="1"/>
          </p:cNvPicPr>
          <p:nvPr/>
        </p:nvPicPr>
        <p:blipFill>
          <a:blip r:embed="rId10"/>
          <a:stretch>
            <a:fillRect/>
          </a:stretch>
        </p:blipFill>
        <p:spPr>
          <a:xfrm>
            <a:off x="1695450" y="4494907"/>
            <a:ext cx="1457325" cy="239911"/>
          </a:xfrm>
          <a:prstGeom prst="rect">
            <a:avLst/>
          </a:prstGeom>
        </p:spPr>
      </p:pic>
      <p:pic>
        <p:nvPicPr>
          <p:cNvPr id="16" name="SK-10-img-15" descr="preencoded.png"/>
          <p:cNvPicPr>
            <a:picLocks noChangeAspect="1"/>
          </p:cNvPicPr>
          <p:nvPr/>
        </p:nvPicPr>
        <p:blipFill>
          <a:blip r:embed="rId7"/>
          <a:stretch>
            <a:fillRect/>
          </a:stretch>
        </p:blipFill>
        <p:spPr>
          <a:xfrm>
            <a:off x="571500" y="5011043"/>
            <a:ext cx="6457950" cy="1535311"/>
          </a:xfrm>
          <a:prstGeom prst="rect">
            <a:avLst/>
          </a:prstGeom>
        </p:spPr>
      </p:pic>
      <p:pic>
        <p:nvPicPr>
          <p:cNvPr id="17" name="SK-10-img-16" descr="preencoded.png"/>
          <p:cNvPicPr>
            <a:picLocks noChangeAspect="1"/>
          </p:cNvPicPr>
          <p:nvPr/>
        </p:nvPicPr>
        <p:blipFill>
          <a:blip r:embed="rId8"/>
          <a:stretch>
            <a:fillRect/>
          </a:stretch>
        </p:blipFill>
        <p:spPr>
          <a:xfrm>
            <a:off x="762000" y="5163443"/>
            <a:ext cx="381000" cy="381000"/>
          </a:xfrm>
          <a:prstGeom prst="rect">
            <a:avLst/>
          </a:prstGeom>
        </p:spPr>
      </p:pic>
      <p:pic>
        <p:nvPicPr>
          <p:cNvPr id="18" name="SK-10-img-17" descr="preencoded.png"/>
          <p:cNvPicPr>
            <a:picLocks noChangeAspect="1"/>
          </p:cNvPicPr>
          <p:nvPr/>
        </p:nvPicPr>
        <p:blipFill>
          <a:blip r:embed="rId15"/>
          <a:stretch>
            <a:fillRect/>
          </a:stretch>
        </p:blipFill>
        <p:spPr>
          <a:xfrm>
            <a:off x="845344" y="5266283"/>
            <a:ext cx="214313" cy="175320"/>
          </a:xfrm>
          <a:prstGeom prst="rect">
            <a:avLst/>
          </a:prstGeom>
        </p:spPr>
      </p:pic>
      <p:pic>
        <p:nvPicPr>
          <p:cNvPr id="19" name="SK-10-img-18" descr="preencoded.png"/>
          <p:cNvPicPr>
            <a:picLocks noChangeAspect="1"/>
          </p:cNvPicPr>
          <p:nvPr/>
        </p:nvPicPr>
        <p:blipFill>
          <a:blip r:embed="rId16"/>
          <a:stretch>
            <a:fillRect/>
          </a:stretch>
        </p:blipFill>
        <p:spPr>
          <a:xfrm>
            <a:off x="762000" y="6154043"/>
            <a:ext cx="723900" cy="239911"/>
          </a:xfrm>
          <a:prstGeom prst="rect">
            <a:avLst/>
          </a:prstGeom>
        </p:spPr>
      </p:pic>
      <p:pic>
        <p:nvPicPr>
          <p:cNvPr id="20" name="SK-10-img-19" descr="preencoded.png"/>
          <p:cNvPicPr>
            <a:picLocks noChangeAspect="1"/>
          </p:cNvPicPr>
          <p:nvPr/>
        </p:nvPicPr>
        <p:blipFill>
          <a:blip r:embed="rId17"/>
          <a:stretch>
            <a:fillRect/>
          </a:stretch>
        </p:blipFill>
        <p:spPr>
          <a:xfrm>
            <a:off x="1562100" y="6154043"/>
            <a:ext cx="1257300" cy="239911"/>
          </a:xfrm>
          <a:prstGeom prst="rect">
            <a:avLst/>
          </a:prstGeom>
        </p:spPr>
      </p:pic>
      <p:pic>
        <p:nvPicPr>
          <p:cNvPr id="21" name="SK-10-img-20" descr="preencoded.png"/>
          <p:cNvPicPr>
            <a:picLocks noChangeAspect="1"/>
          </p:cNvPicPr>
          <p:nvPr/>
        </p:nvPicPr>
        <p:blipFill>
          <a:blip r:embed="rId18"/>
          <a:stretch>
            <a:fillRect/>
          </a:stretch>
        </p:blipFill>
        <p:spPr>
          <a:xfrm>
            <a:off x="7315200" y="1676400"/>
            <a:ext cx="4305300" cy="3048000"/>
          </a:xfrm>
          <a:prstGeom prst="rect">
            <a:avLst/>
          </a:prstGeom>
        </p:spPr>
      </p:pic>
      <p:pic>
        <p:nvPicPr>
          <p:cNvPr id="22" name="SK-10-img-21" descr="preencoded.png"/>
          <p:cNvPicPr>
            <a:picLocks noChangeAspect="1"/>
          </p:cNvPicPr>
          <p:nvPr/>
        </p:nvPicPr>
        <p:blipFill>
          <a:blip r:embed="rId19"/>
          <a:stretch>
            <a:fillRect/>
          </a:stretch>
        </p:blipFill>
        <p:spPr>
          <a:xfrm>
            <a:off x="7315200" y="1676400"/>
            <a:ext cx="4305300" cy="3048000"/>
          </a:xfrm>
          <a:prstGeom prst="rect">
            <a:avLst/>
          </a:prstGeom>
        </p:spPr>
      </p:pic>
      <p:pic>
        <p:nvPicPr>
          <p:cNvPr id="23" name="SK-10-img-22" descr="preencoded.png"/>
          <p:cNvPicPr>
            <a:picLocks noChangeAspect="1"/>
          </p:cNvPicPr>
          <p:nvPr/>
        </p:nvPicPr>
        <p:blipFill>
          <a:blip r:embed="rId20"/>
          <a:stretch>
            <a:fillRect/>
          </a:stretch>
        </p:blipFill>
        <p:spPr>
          <a:xfrm>
            <a:off x="7315200" y="4914900"/>
            <a:ext cx="4305300" cy="1647825"/>
          </a:xfrm>
          <a:prstGeom prst="rect">
            <a:avLst/>
          </a:prstGeom>
        </p:spPr>
      </p:pic>
      <p:pic>
        <p:nvPicPr>
          <p:cNvPr id="24" name="SK-10-img-23" descr="preencoded.png"/>
          <p:cNvPicPr>
            <a:picLocks noChangeAspect="1"/>
          </p:cNvPicPr>
          <p:nvPr/>
        </p:nvPicPr>
        <p:blipFill>
          <a:blip r:embed="rId21"/>
          <a:stretch>
            <a:fillRect/>
          </a:stretch>
        </p:blipFill>
        <p:spPr>
          <a:xfrm>
            <a:off x="7467600" y="5098703"/>
            <a:ext cx="166688" cy="137220"/>
          </a:xfrm>
          <a:prstGeom prst="rect">
            <a:avLst/>
          </a:prstGeom>
        </p:spPr>
      </p:pic>
      <p:pic>
        <p:nvPicPr>
          <p:cNvPr id="25" name="SK-10-img-24" descr="preencoded.png"/>
          <p:cNvPicPr>
            <a:picLocks noChangeAspect="1"/>
          </p:cNvPicPr>
          <p:nvPr/>
        </p:nvPicPr>
        <p:blipFill>
          <a:blip r:embed="rId22"/>
          <a:stretch>
            <a:fillRect/>
          </a:stretch>
        </p:blipFill>
        <p:spPr>
          <a:xfrm>
            <a:off x="7467600" y="5453063"/>
            <a:ext cx="57150" cy="57150"/>
          </a:xfrm>
          <a:prstGeom prst="rect">
            <a:avLst/>
          </a:prstGeom>
        </p:spPr>
      </p:pic>
      <p:pic>
        <p:nvPicPr>
          <p:cNvPr id="26" name="SK-10-img-25" descr="preencoded.png"/>
          <p:cNvPicPr>
            <a:picLocks noChangeAspect="1"/>
          </p:cNvPicPr>
          <p:nvPr/>
        </p:nvPicPr>
        <p:blipFill>
          <a:blip r:embed="rId22"/>
          <a:stretch>
            <a:fillRect/>
          </a:stretch>
        </p:blipFill>
        <p:spPr>
          <a:xfrm>
            <a:off x="7467600" y="5729288"/>
            <a:ext cx="57150" cy="57150"/>
          </a:xfrm>
          <a:prstGeom prst="rect">
            <a:avLst/>
          </a:prstGeom>
        </p:spPr>
      </p:pic>
      <p:pic>
        <p:nvPicPr>
          <p:cNvPr id="27" name="SK-10-img-26" descr="preencoded.png"/>
          <p:cNvPicPr>
            <a:picLocks noChangeAspect="1"/>
          </p:cNvPicPr>
          <p:nvPr/>
        </p:nvPicPr>
        <p:blipFill>
          <a:blip r:embed="rId23"/>
          <a:stretch>
            <a:fillRect/>
          </a:stretch>
        </p:blipFill>
        <p:spPr>
          <a:xfrm>
            <a:off x="7467600" y="6005513"/>
            <a:ext cx="57150" cy="57150"/>
          </a:xfrm>
          <a:prstGeom prst="rect">
            <a:avLst/>
          </a:prstGeom>
        </p:spPr>
      </p:pic>
      <p:pic>
        <p:nvPicPr>
          <p:cNvPr id="28" name="SK-10-img-27" descr="preencoded.png"/>
          <p:cNvPicPr>
            <a:picLocks noChangeAspect="1"/>
          </p:cNvPicPr>
          <p:nvPr/>
        </p:nvPicPr>
        <p:blipFill>
          <a:blip r:embed="rId22"/>
          <a:stretch>
            <a:fillRect/>
          </a:stretch>
        </p:blipFill>
        <p:spPr>
          <a:xfrm>
            <a:off x="7467600" y="6281738"/>
            <a:ext cx="57150" cy="57150"/>
          </a:xfrm>
          <a:prstGeom prst="rect">
            <a:avLst/>
          </a:prstGeom>
        </p:spPr>
      </p:pic>
      <p:sp>
        <p:nvSpPr>
          <p:cNvPr id="29" name="SK-10-text-28"/>
          <p:cNvSpPr/>
          <p:nvPr/>
        </p:nvSpPr>
        <p:spPr>
          <a:xfrm>
            <a:off x="647700" y="304800"/>
            <a:ext cx="3077222" cy="238125"/>
          </a:xfrm>
          <a:prstGeom prst="rect">
            <a:avLst/>
          </a:prstGeom>
          <a:noFill/>
          <a:ln/>
        </p:spPr>
        <p:txBody>
          <a:bodyPr vert="horz" wrap="square" lIns="0" tIns="0" rIns="0" bIns="0" rtlCol="0" anchor="ctr"/>
          <a:lstStyle/>
          <a:p>
            <a:pPr marL="0" indent="0">
              <a:lnSpc>
                <a:spcPts val="1575"/>
              </a:lnSpc>
              <a:buNone/>
            </a:pPr>
            <a:r>
              <a:rPr lang="en-US" sz="1050" kern="0" spc="120" dirty="0">
                <a:solidFill>
                  <a:srgbClr val="00F5FF"/>
                </a:solidFill>
              </a:rPr>
              <a:t>TECHNICAL MODULE 06</a:t>
            </a:r>
            <a:endParaRPr lang="en-US" sz="1050" dirty="0"/>
          </a:p>
        </p:txBody>
      </p:sp>
      <p:sp>
        <p:nvSpPr>
          <p:cNvPr id="30" name="SK-10-text-29"/>
          <p:cNvSpPr/>
          <p:nvPr/>
        </p:nvSpPr>
        <p:spPr>
          <a:xfrm>
            <a:off x="571500" y="619125"/>
            <a:ext cx="11140440" cy="485775"/>
          </a:xfrm>
          <a:prstGeom prst="rect">
            <a:avLst/>
          </a:prstGeom>
          <a:noFill/>
          <a:ln/>
        </p:spPr>
        <p:txBody>
          <a:bodyPr vert="horz" wrap="square" lIns="0" tIns="0" rIns="0" bIns="0" rtlCol="0" anchor="ctr"/>
          <a:lstStyle/>
          <a:p>
            <a:pPr marL="0" indent="0">
              <a:lnSpc>
                <a:spcPts val="3825"/>
              </a:lnSpc>
              <a:buNone/>
            </a:pPr>
            <a:r>
              <a:rPr lang="en-US" sz="2550" b="1" dirty="0">
                <a:solidFill>
                  <a:srgbClr val="7B61FF"/>
                </a:solidFill>
                <a:latin typeface="Noto Sans SC" pitchFamily="34" charset="0"/>
                <a:ea typeface="Noto Sans SC" pitchFamily="34" charset="-122"/>
                <a:cs typeface="Noto Sans SC" pitchFamily="34" charset="-120"/>
              </a:rPr>
              <a:t>#</a:t>
            </a:r>
            <a:r>
              <a:rPr lang="en-US" sz="2550" b="1" dirty="0">
                <a:solidFill>
                  <a:srgbClr val="FFFFFF"/>
                </a:solidFill>
                <a:latin typeface="Noto Sans SC" pitchFamily="34" charset="0"/>
                <a:ea typeface="Noto Sans SC" pitchFamily="34" charset="-122"/>
                <a:cs typeface="Noto Sans SC" pitchFamily="34" charset="-120"/>
              </a:rPr>
              <a:t>模块六：多模态影像识别与辅助分析</a:t>
            </a:r>
            <a:endParaRPr lang="en-US" sz="2550" dirty="0"/>
          </a:p>
        </p:txBody>
      </p:sp>
      <p:sp>
        <p:nvSpPr>
          <p:cNvPr id="31" name="SK-10-text-30"/>
          <p:cNvSpPr/>
          <p:nvPr/>
        </p:nvSpPr>
        <p:spPr>
          <a:xfrm>
            <a:off x="685800" y="1219200"/>
            <a:ext cx="11049000" cy="228600"/>
          </a:xfrm>
          <a:prstGeom prst="rect">
            <a:avLst/>
          </a:prstGeom>
          <a:noFill/>
          <a:ln/>
        </p:spPr>
        <p:txBody>
          <a:bodyPr vert="horz" wrap="square" lIns="0" tIns="0" rIns="0" bIns="0" rtlCol="0" anchor="ctr"/>
          <a:lstStyle/>
          <a:p>
            <a:pPr marL="0" indent="0">
              <a:lnSpc>
                <a:spcPts val="1800"/>
              </a:lnSpc>
              <a:buNone/>
            </a:pPr>
            <a:r>
              <a:rPr lang="en-US" sz="1200" dirty="0">
                <a:solidFill>
                  <a:srgbClr val="A0AEC0"/>
                </a:solidFill>
                <a:latin typeface="Noto Sans SC" pitchFamily="34" charset="0"/>
                <a:ea typeface="Noto Sans SC" pitchFamily="34" charset="-122"/>
                <a:cs typeface="Noto Sans SC" pitchFamily="34" charset="-120"/>
              </a:rPr>
              <a:t>集成 qwen-vl-max，实现医学影像语义理解与检验报告结构化解析</a:t>
            </a:r>
            <a:endParaRPr lang="en-US" sz="1200" dirty="0"/>
          </a:p>
        </p:txBody>
      </p:sp>
      <p:sp>
        <p:nvSpPr>
          <p:cNvPr id="32" name="SK-10-text-31"/>
          <p:cNvSpPr/>
          <p:nvPr/>
        </p:nvSpPr>
        <p:spPr>
          <a:xfrm>
            <a:off x="1257300" y="1892796"/>
            <a:ext cx="3524250" cy="285750"/>
          </a:xfrm>
          <a:prstGeom prst="rect">
            <a:avLst/>
          </a:prstGeom>
          <a:noFill/>
          <a:ln/>
        </p:spPr>
        <p:txBody>
          <a:bodyPr vert="horz" wrap="square" lIns="0" tIns="0" rIns="0" bIns="0" rtlCol="0" anchor="ctr"/>
          <a:lstStyle/>
          <a:p>
            <a:pPr marL="0" indent="0">
              <a:lnSpc>
                <a:spcPts val="2250"/>
              </a:lnSpc>
              <a:buNone/>
            </a:pPr>
            <a:r>
              <a:rPr lang="en-US" sz="1500" b="1" dirty="0">
                <a:solidFill>
                  <a:srgbClr val="FFFFFF"/>
                </a:solidFill>
                <a:latin typeface="Noto Sans SC" pitchFamily="34" charset="0"/>
                <a:ea typeface="Noto Sans SC" pitchFamily="34" charset="-122"/>
                <a:cs typeface="Noto Sans SC" pitchFamily="34" charset="-120"/>
              </a:rPr>
              <a:t>智能识别与分流策略</a:t>
            </a:r>
            <a:endParaRPr lang="en-US" sz="1500" dirty="0"/>
          </a:p>
        </p:txBody>
      </p:sp>
      <p:sp>
        <p:nvSpPr>
          <p:cNvPr id="33" name="SK-10-text-32"/>
          <p:cNvSpPr/>
          <p:nvPr/>
        </p:nvSpPr>
        <p:spPr>
          <a:xfrm>
            <a:off x="762000" y="2321421"/>
            <a:ext cx="6076950" cy="754261"/>
          </a:xfrm>
          <a:prstGeom prst="rect">
            <a:avLst/>
          </a:prstGeom>
          <a:noFill/>
          <a:ln/>
        </p:spPr>
        <p:txBody>
          <a:bodyPr vert="horz" wrap="square" lIns="0" tIns="0" rIns="0" bIns="0" rtlCol="0" anchor="ctr"/>
          <a:lstStyle/>
          <a:p>
            <a:pPr marL="0" indent="0">
              <a:lnSpc>
                <a:spcPts val="1800"/>
              </a:lnSpc>
              <a:buNone/>
            </a:pPr>
            <a:r>
              <a:rPr lang="en-US" sz="1125" dirty="0">
                <a:solidFill>
                  <a:srgbClr val="A0AEC0"/>
                </a:solidFill>
                <a:latin typeface="Noto Sans SC" pitchFamily="34" charset="0"/>
                <a:ea typeface="Noto Sans SC" pitchFamily="34" charset="-122"/>
                <a:cs typeface="Noto Sans SC" pitchFamily="34" charset="-120"/>
              </a:rPr>
              <a:t>自动识别上传图片类型，匹配差异化分析引擎。支持课件笔记、代码编程及专业医学影像的精准分类。</a:t>
            </a:r>
            <a:endParaRPr lang="en-US" sz="1125" dirty="0"/>
          </a:p>
        </p:txBody>
      </p:sp>
      <p:sp>
        <p:nvSpPr>
          <p:cNvPr id="34" name="SK-10-text-33"/>
          <p:cNvSpPr/>
          <p:nvPr/>
        </p:nvSpPr>
        <p:spPr>
          <a:xfrm>
            <a:off x="1257300" y="3551932"/>
            <a:ext cx="5734050" cy="285750"/>
          </a:xfrm>
          <a:prstGeom prst="rect">
            <a:avLst/>
          </a:prstGeom>
          <a:noFill/>
          <a:ln/>
        </p:spPr>
        <p:txBody>
          <a:bodyPr vert="horz" wrap="square" lIns="0" tIns="0" rIns="0" bIns="0" rtlCol="0" anchor="ctr"/>
          <a:lstStyle/>
          <a:p>
            <a:pPr marL="0" indent="0">
              <a:lnSpc>
                <a:spcPts val="2250"/>
              </a:lnSpc>
              <a:buNone/>
            </a:pPr>
            <a:r>
              <a:rPr lang="en-US" sz="1500" b="1" dirty="0">
                <a:solidFill>
                  <a:srgbClr val="FFFFFF"/>
                </a:solidFill>
                <a:latin typeface="Noto Sans SC" pitchFamily="34" charset="0"/>
                <a:ea typeface="Noto Sans SC" pitchFamily="34" charset="-122"/>
                <a:cs typeface="Noto Sans SC" pitchFamily="34" charset="-120"/>
              </a:rPr>
              <a:t>医学影像深度理解 (脑卒中专项)</a:t>
            </a:r>
            <a:endParaRPr lang="en-US" sz="1500" dirty="0"/>
          </a:p>
        </p:txBody>
      </p:sp>
      <p:sp>
        <p:nvSpPr>
          <p:cNvPr id="35" name="SK-10-text-34"/>
          <p:cNvSpPr/>
          <p:nvPr/>
        </p:nvSpPr>
        <p:spPr>
          <a:xfrm>
            <a:off x="762000" y="3980557"/>
            <a:ext cx="6076950" cy="754261"/>
          </a:xfrm>
          <a:prstGeom prst="rect">
            <a:avLst/>
          </a:prstGeom>
          <a:noFill/>
          <a:ln/>
        </p:spPr>
        <p:txBody>
          <a:bodyPr vert="horz" wrap="square" lIns="0" tIns="0" rIns="0" bIns="0" rtlCol="0" anchor="ctr"/>
          <a:lstStyle/>
          <a:p>
            <a:pPr marL="0" indent="0">
              <a:lnSpc>
                <a:spcPts val="1800"/>
              </a:lnSpc>
              <a:buNone/>
            </a:pPr>
            <a:r>
              <a:rPr lang="en-US" sz="1125" dirty="0">
                <a:solidFill>
                  <a:srgbClr val="A0AEC0"/>
                </a:solidFill>
                <a:latin typeface="Noto Sans SC" pitchFamily="34" charset="0"/>
                <a:ea typeface="Noto Sans SC" pitchFamily="34" charset="-122"/>
                <a:cs typeface="Noto Sans SC" pitchFamily="34" charset="-120"/>
              </a:rPr>
              <a:t>对急诊头颅 CT 影像进行视觉语义提取，辅助计算 ASPECTS 评分。通过流式管道实时反馈病灶区域分析。</a:t>
            </a:r>
            <a:endParaRPr lang="en-US" sz="1125" dirty="0"/>
          </a:p>
        </p:txBody>
      </p:sp>
      <p:sp>
        <p:nvSpPr>
          <p:cNvPr id="36" name="SK-10-text-35"/>
          <p:cNvSpPr/>
          <p:nvPr/>
        </p:nvSpPr>
        <p:spPr>
          <a:xfrm>
            <a:off x="1257300" y="5211068"/>
            <a:ext cx="3524250" cy="285750"/>
          </a:xfrm>
          <a:prstGeom prst="rect">
            <a:avLst/>
          </a:prstGeom>
          <a:noFill/>
          <a:ln/>
        </p:spPr>
        <p:txBody>
          <a:bodyPr vert="horz" wrap="square" lIns="0" tIns="0" rIns="0" bIns="0" rtlCol="0" anchor="ctr"/>
          <a:lstStyle/>
          <a:p>
            <a:pPr marL="0" indent="0">
              <a:lnSpc>
                <a:spcPts val="2250"/>
              </a:lnSpc>
              <a:buNone/>
            </a:pPr>
            <a:r>
              <a:rPr lang="en-US" sz="1500" b="1" dirty="0">
                <a:solidFill>
                  <a:srgbClr val="FFFFFF"/>
                </a:solidFill>
                <a:latin typeface="Noto Sans SC" pitchFamily="34" charset="0"/>
                <a:ea typeface="Noto Sans SC" pitchFamily="34" charset="-122"/>
                <a:cs typeface="Noto Sans SC" pitchFamily="34" charset="-120"/>
              </a:rPr>
              <a:t>检验报告结构化解析</a:t>
            </a:r>
            <a:endParaRPr lang="en-US" sz="1500" dirty="0"/>
          </a:p>
        </p:txBody>
      </p:sp>
      <p:sp>
        <p:nvSpPr>
          <p:cNvPr id="37" name="SK-10-text-36"/>
          <p:cNvSpPr/>
          <p:nvPr/>
        </p:nvSpPr>
        <p:spPr>
          <a:xfrm>
            <a:off x="762000" y="5639693"/>
            <a:ext cx="6076950" cy="754261"/>
          </a:xfrm>
          <a:prstGeom prst="rect">
            <a:avLst/>
          </a:prstGeom>
          <a:noFill/>
          <a:ln/>
        </p:spPr>
        <p:txBody>
          <a:bodyPr vert="horz" wrap="square" lIns="0" tIns="0" rIns="0" bIns="0" rtlCol="0" anchor="ctr"/>
          <a:lstStyle/>
          <a:p>
            <a:pPr marL="0" indent="0">
              <a:lnSpc>
                <a:spcPts val="1800"/>
              </a:lnSpc>
              <a:buNone/>
            </a:pPr>
            <a:r>
              <a:rPr lang="en-US" sz="1125" dirty="0">
                <a:solidFill>
                  <a:srgbClr val="A0AEC0"/>
                </a:solidFill>
                <a:latin typeface="Noto Sans SC" pitchFamily="34" charset="0"/>
                <a:ea typeface="Noto Sans SC" pitchFamily="34" charset="-122"/>
                <a:cs typeface="Noto Sans SC" pitchFamily="34" charset="-120"/>
              </a:rPr>
              <a:t>自动识别凝血功能 (INR)、血小板计数等关键指标。将非结构化报告单图片转化为可用于推理的结构化数据。</a:t>
            </a:r>
            <a:endParaRPr lang="en-US" sz="1125" dirty="0"/>
          </a:p>
        </p:txBody>
      </p:sp>
      <p:sp>
        <p:nvSpPr>
          <p:cNvPr id="38" name="SK-10-text-37"/>
          <p:cNvSpPr/>
          <p:nvPr/>
        </p:nvSpPr>
        <p:spPr>
          <a:xfrm>
            <a:off x="7710487" y="5067300"/>
            <a:ext cx="4000500" cy="200025"/>
          </a:xfrm>
          <a:prstGeom prst="rect">
            <a:avLst/>
          </a:prstGeom>
          <a:noFill/>
          <a:ln/>
        </p:spPr>
        <p:txBody>
          <a:bodyPr vert="horz" wrap="square" lIns="0" tIns="0" rIns="0" bIns="0" rtlCol="0" anchor="ctr"/>
          <a:lstStyle/>
          <a:p>
            <a:pPr marL="0" indent="0">
              <a:lnSpc>
                <a:spcPts val="1575"/>
              </a:lnSpc>
              <a:buNone/>
            </a:pPr>
            <a:r>
              <a:rPr lang="en-US" sz="1050" b="1" kern="0" spc="60" dirty="0">
                <a:solidFill>
                  <a:srgbClr val="00F5FF"/>
                </a:solidFill>
                <a:latin typeface="Noto Sans SC" pitchFamily="34" charset="0"/>
                <a:ea typeface="Noto Sans SC" pitchFamily="34" charset="-122"/>
                <a:cs typeface="Noto Sans SC" pitchFamily="34" charset="-120"/>
              </a:rPr>
              <a:t>核心技术规格</a:t>
            </a:r>
            <a:endParaRPr lang="en-US" sz="1050" dirty="0"/>
          </a:p>
        </p:txBody>
      </p:sp>
      <p:sp>
        <p:nvSpPr>
          <p:cNvPr id="39" name="SK-10-text-38"/>
          <p:cNvSpPr/>
          <p:nvPr/>
        </p:nvSpPr>
        <p:spPr>
          <a:xfrm>
            <a:off x="7620000" y="5381625"/>
            <a:ext cx="4480560" cy="200025"/>
          </a:xfrm>
          <a:prstGeom prst="rect">
            <a:avLst/>
          </a:prstGeom>
          <a:noFill/>
          <a:ln/>
        </p:spPr>
        <p:txBody>
          <a:bodyPr vert="horz" wrap="square" lIns="0" tIns="0" rIns="0" bIns="0" rtlCol="0" anchor="ctr"/>
          <a:lstStyle/>
          <a:p>
            <a:pPr marL="0" indent="0" algn="l">
              <a:lnSpc>
                <a:spcPts val="1575"/>
              </a:lnSpc>
              <a:buNone/>
            </a:pPr>
            <a:r>
              <a:rPr lang="en-US" sz="1050" dirty="0">
                <a:solidFill>
                  <a:srgbClr val="A0AEC0"/>
                </a:solidFill>
                <a:latin typeface="Noto Sans SC" pitchFamily="34" charset="0"/>
                <a:ea typeface="Noto Sans SC" pitchFamily="34" charset="-122"/>
                <a:cs typeface="Noto Sans SC" pitchFamily="34" charset="-120"/>
              </a:rPr>
              <a:t>底层模型：</a:t>
            </a:r>
            <a:r>
              <a:rPr lang="en-US" sz="1050" b="1" dirty="0">
                <a:solidFill>
                  <a:srgbClr val="FFFFFF"/>
                </a:solidFill>
              </a:rPr>
              <a:t>qwen-vl-max</a:t>
            </a:r>
            <a:r>
              <a:rPr lang="en-US" sz="1050" dirty="0">
                <a:solidFill>
                  <a:srgbClr val="A0AEC0"/>
                </a:solidFill>
                <a:latin typeface="Noto Sans SC" pitchFamily="34" charset="0"/>
                <a:ea typeface="Noto Sans SC" pitchFamily="34" charset="-122"/>
                <a:cs typeface="Noto Sans SC" pitchFamily="34" charset="-120"/>
              </a:rPr>
              <a:t> 视觉大模型</a:t>
            </a:r>
            <a:endParaRPr lang="en-US" sz="1050" dirty="0"/>
          </a:p>
        </p:txBody>
      </p:sp>
      <p:sp>
        <p:nvSpPr>
          <p:cNvPr id="40" name="SK-10-text-39"/>
          <p:cNvSpPr/>
          <p:nvPr/>
        </p:nvSpPr>
        <p:spPr>
          <a:xfrm>
            <a:off x="7620000" y="5657850"/>
            <a:ext cx="4572000" cy="200025"/>
          </a:xfrm>
          <a:prstGeom prst="rect">
            <a:avLst/>
          </a:prstGeom>
          <a:noFill/>
          <a:ln/>
        </p:spPr>
        <p:txBody>
          <a:bodyPr vert="horz" wrap="square" lIns="0" tIns="0" rIns="0" bIns="0" rtlCol="0" anchor="ctr"/>
          <a:lstStyle/>
          <a:p>
            <a:pPr marL="0" indent="0" algn="l">
              <a:lnSpc>
                <a:spcPts val="1575"/>
              </a:lnSpc>
              <a:buNone/>
            </a:pPr>
            <a:r>
              <a:rPr lang="en-US" sz="1050" dirty="0">
                <a:solidFill>
                  <a:srgbClr val="A0AEC0"/>
                </a:solidFill>
                <a:latin typeface="Noto Sans SC" pitchFamily="34" charset="0"/>
                <a:ea typeface="Noto Sans SC" pitchFamily="34" charset="-122"/>
                <a:cs typeface="Noto Sans SC" pitchFamily="34" charset="-120"/>
              </a:rPr>
              <a:t>多图联合：支持单次请求 5+ 张图片关联分析</a:t>
            </a:r>
            <a:endParaRPr lang="en-US" sz="1050" dirty="0"/>
          </a:p>
        </p:txBody>
      </p:sp>
      <p:sp>
        <p:nvSpPr>
          <p:cNvPr id="41" name="SK-10-text-40"/>
          <p:cNvSpPr/>
          <p:nvPr/>
        </p:nvSpPr>
        <p:spPr>
          <a:xfrm>
            <a:off x="7620000" y="5934075"/>
            <a:ext cx="4572000" cy="200025"/>
          </a:xfrm>
          <a:prstGeom prst="rect">
            <a:avLst/>
          </a:prstGeom>
          <a:noFill/>
          <a:ln/>
        </p:spPr>
        <p:txBody>
          <a:bodyPr vert="horz" wrap="square" lIns="0" tIns="0" rIns="0" bIns="0" rtlCol="0" anchor="ctr"/>
          <a:lstStyle/>
          <a:p>
            <a:pPr marL="0" indent="0" algn="l">
              <a:lnSpc>
                <a:spcPts val="1575"/>
              </a:lnSpc>
              <a:buNone/>
            </a:pPr>
            <a:r>
              <a:rPr lang="en-US" sz="1050" dirty="0">
                <a:solidFill>
                  <a:srgbClr val="A0AEC0"/>
                </a:solidFill>
                <a:latin typeface="Noto Sans SC" pitchFamily="34" charset="0"/>
                <a:ea typeface="Noto Sans SC" pitchFamily="34" charset="-122"/>
                <a:cs typeface="Noto Sans SC" pitchFamily="34" charset="-120"/>
              </a:rPr>
              <a:t>前端优化：图片自动压缩 + 拖拽式 SSE 流式传输</a:t>
            </a:r>
            <a:endParaRPr lang="en-US" sz="1050" dirty="0"/>
          </a:p>
        </p:txBody>
      </p:sp>
      <p:sp>
        <p:nvSpPr>
          <p:cNvPr id="42" name="SK-10-text-41"/>
          <p:cNvSpPr/>
          <p:nvPr/>
        </p:nvSpPr>
        <p:spPr>
          <a:xfrm>
            <a:off x="7620000" y="6210300"/>
            <a:ext cx="4572000" cy="200025"/>
          </a:xfrm>
          <a:prstGeom prst="rect">
            <a:avLst/>
          </a:prstGeom>
          <a:noFill/>
          <a:ln/>
        </p:spPr>
        <p:txBody>
          <a:bodyPr vert="horz" wrap="square" lIns="0" tIns="0" rIns="0" bIns="0" rtlCol="0" anchor="ctr"/>
          <a:lstStyle/>
          <a:p>
            <a:pPr marL="0" indent="0" algn="l">
              <a:lnSpc>
                <a:spcPts val="1575"/>
              </a:lnSpc>
              <a:buNone/>
            </a:pPr>
            <a:r>
              <a:rPr lang="en-US" sz="1050" dirty="0">
                <a:solidFill>
                  <a:srgbClr val="A0AEC0"/>
                </a:solidFill>
                <a:latin typeface="Noto Sans SC" pitchFamily="34" charset="0"/>
                <a:ea typeface="Noto Sans SC" pitchFamily="34" charset="-122"/>
                <a:cs typeface="Noto Sans SC" pitchFamily="34" charset="-120"/>
              </a:rPr>
              <a:t>响应机制：无缝融入主对话流，支持图文交叉问答</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SK-12-img-1" descr="preencoded.png"/>
          <p:cNvPicPr>
            <a:picLocks noChangeAspect="1"/>
          </p:cNvPicPr>
          <p:nvPr/>
        </p:nvPicPr>
        <p:blipFill>
          <a:blip r:embed="rId3"/>
          <a:stretch>
            <a:fillRect/>
          </a:stretch>
        </p:blipFill>
        <p:spPr>
          <a:xfrm>
            <a:off x="0" y="0"/>
            <a:ext cx="12192000" cy="6858000"/>
          </a:xfrm>
          <a:prstGeom prst="rect">
            <a:avLst/>
          </a:prstGeom>
        </p:spPr>
      </p:pic>
      <p:pic>
        <p:nvPicPr>
          <p:cNvPr id="3" name="SK-12-img-2" descr="preencoded.png"/>
          <p:cNvPicPr>
            <a:picLocks noChangeAspect="1"/>
          </p:cNvPicPr>
          <p:nvPr/>
        </p:nvPicPr>
        <p:blipFill>
          <a:blip r:embed="rId4"/>
          <a:stretch>
            <a:fillRect/>
          </a:stretch>
        </p:blipFill>
        <p:spPr>
          <a:xfrm>
            <a:off x="0" y="0"/>
            <a:ext cx="12192000" cy="6858000"/>
          </a:xfrm>
          <a:prstGeom prst="rect">
            <a:avLst/>
          </a:prstGeom>
        </p:spPr>
      </p:pic>
      <p:pic>
        <p:nvPicPr>
          <p:cNvPr id="4" name="SK-12-img-3" descr="preencoded.png"/>
          <p:cNvPicPr>
            <a:picLocks noChangeAspect="1"/>
          </p:cNvPicPr>
          <p:nvPr/>
        </p:nvPicPr>
        <p:blipFill>
          <a:blip r:embed="rId5"/>
          <a:stretch>
            <a:fillRect/>
          </a:stretch>
        </p:blipFill>
        <p:spPr>
          <a:xfrm>
            <a:off x="571500" y="304800"/>
            <a:ext cx="1962150" cy="238125"/>
          </a:xfrm>
          <a:prstGeom prst="rect">
            <a:avLst/>
          </a:prstGeom>
        </p:spPr>
      </p:pic>
      <p:pic>
        <p:nvPicPr>
          <p:cNvPr id="5" name="SK-12-img-4" descr="preencoded.png"/>
          <p:cNvPicPr>
            <a:picLocks noChangeAspect="1"/>
          </p:cNvPicPr>
          <p:nvPr/>
        </p:nvPicPr>
        <p:blipFill>
          <a:blip r:embed="rId6"/>
          <a:stretch>
            <a:fillRect/>
          </a:stretch>
        </p:blipFill>
        <p:spPr>
          <a:xfrm>
            <a:off x="2647950" y="419100"/>
            <a:ext cx="8972550" cy="9525"/>
          </a:xfrm>
          <a:prstGeom prst="rect">
            <a:avLst/>
          </a:prstGeom>
        </p:spPr>
      </p:pic>
      <p:pic>
        <p:nvPicPr>
          <p:cNvPr id="6" name="SK-12-img-5" descr="preencoded.png"/>
          <p:cNvPicPr>
            <a:picLocks noChangeAspect="1"/>
          </p:cNvPicPr>
          <p:nvPr/>
        </p:nvPicPr>
        <p:blipFill>
          <a:blip r:embed="rId7"/>
          <a:stretch>
            <a:fillRect/>
          </a:stretch>
        </p:blipFill>
        <p:spPr>
          <a:xfrm>
            <a:off x="571500" y="1314450"/>
            <a:ext cx="38100" cy="38100"/>
          </a:xfrm>
          <a:prstGeom prst="rect">
            <a:avLst/>
          </a:prstGeom>
        </p:spPr>
      </p:pic>
      <p:pic>
        <p:nvPicPr>
          <p:cNvPr id="7" name="SK-12-img-6" descr="preencoded.png"/>
          <p:cNvPicPr>
            <a:picLocks noChangeAspect="1"/>
          </p:cNvPicPr>
          <p:nvPr/>
        </p:nvPicPr>
        <p:blipFill>
          <a:blip r:embed="rId8"/>
          <a:stretch>
            <a:fillRect/>
          </a:stretch>
        </p:blipFill>
        <p:spPr>
          <a:xfrm>
            <a:off x="571500" y="1676400"/>
            <a:ext cx="6492180" cy="1543050"/>
          </a:xfrm>
          <a:prstGeom prst="rect">
            <a:avLst/>
          </a:prstGeom>
        </p:spPr>
      </p:pic>
      <p:pic>
        <p:nvPicPr>
          <p:cNvPr id="8" name="SK-12-img-7" descr="preencoded.png"/>
          <p:cNvPicPr>
            <a:picLocks noChangeAspect="1"/>
          </p:cNvPicPr>
          <p:nvPr/>
        </p:nvPicPr>
        <p:blipFill>
          <a:blip r:embed="rId9"/>
          <a:stretch>
            <a:fillRect/>
          </a:stretch>
        </p:blipFill>
        <p:spPr>
          <a:xfrm>
            <a:off x="723900" y="1800225"/>
            <a:ext cx="381000" cy="381000"/>
          </a:xfrm>
          <a:prstGeom prst="rect">
            <a:avLst/>
          </a:prstGeom>
        </p:spPr>
      </p:pic>
      <p:pic>
        <p:nvPicPr>
          <p:cNvPr id="9" name="SK-12-img-8" descr="preencoded.png"/>
          <p:cNvPicPr>
            <a:picLocks noChangeAspect="1"/>
          </p:cNvPicPr>
          <p:nvPr/>
        </p:nvPicPr>
        <p:blipFill>
          <a:blip r:embed="rId10"/>
          <a:stretch>
            <a:fillRect/>
          </a:stretch>
        </p:blipFill>
        <p:spPr>
          <a:xfrm>
            <a:off x="807244" y="1903065"/>
            <a:ext cx="214313" cy="175320"/>
          </a:xfrm>
          <a:prstGeom prst="rect">
            <a:avLst/>
          </a:prstGeom>
        </p:spPr>
      </p:pic>
      <p:pic>
        <p:nvPicPr>
          <p:cNvPr id="10" name="SK-12-img-9" descr="preencoded.png"/>
          <p:cNvPicPr>
            <a:picLocks noChangeAspect="1"/>
          </p:cNvPicPr>
          <p:nvPr/>
        </p:nvPicPr>
        <p:blipFill>
          <a:blip r:embed="rId11"/>
          <a:stretch>
            <a:fillRect/>
          </a:stretch>
        </p:blipFill>
        <p:spPr>
          <a:xfrm>
            <a:off x="723900" y="2800350"/>
            <a:ext cx="809625" cy="242888"/>
          </a:xfrm>
          <a:prstGeom prst="rect">
            <a:avLst/>
          </a:prstGeom>
        </p:spPr>
      </p:pic>
      <p:pic>
        <p:nvPicPr>
          <p:cNvPr id="11" name="SK-12-img-10" descr="preencoded.png"/>
          <p:cNvPicPr>
            <a:picLocks noChangeAspect="1"/>
          </p:cNvPicPr>
          <p:nvPr/>
        </p:nvPicPr>
        <p:blipFill>
          <a:blip r:embed="rId12"/>
          <a:stretch>
            <a:fillRect/>
          </a:stretch>
        </p:blipFill>
        <p:spPr>
          <a:xfrm>
            <a:off x="1609725" y="2800350"/>
            <a:ext cx="933450" cy="242888"/>
          </a:xfrm>
          <a:prstGeom prst="rect">
            <a:avLst/>
          </a:prstGeom>
        </p:spPr>
      </p:pic>
      <p:pic>
        <p:nvPicPr>
          <p:cNvPr id="12" name="SK-12-img-11" descr="preencoded.png"/>
          <p:cNvPicPr>
            <a:picLocks noChangeAspect="1"/>
          </p:cNvPicPr>
          <p:nvPr/>
        </p:nvPicPr>
        <p:blipFill>
          <a:blip r:embed="rId13"/>
          <a:stretch>
            <a:fillRect/>
          </a:stretch>
        </p:blipFill>
        <p:spPr>
          <a:xfrm>
            <a:off x="2619375" y="2800350"/>
            <a:ext cx="685800" cy="242888"/>
          </a:xfrm>
          <a:prstGeom prst="rect">
            <a:avLst/>
          </a:prstGeom>
        </p:spPr>
      </p:pic>
      <p:pic>
        <p:nvPicPr>
          <p:cNvPr id="13" name="SK-12-img-12" descr="preencoded.png"/>
          <p:cNvPicPr>
            <a:picLocks noChangeAspect="1"/>
          </p:cNvPicPr>
          <p:nvPr/>
        </p:nvPicPr>
        <p:blipFill>
          <a:blip r:embed="rId14"/>
          <a:stretch>
            <a:fillRect/>
          </a:stretch>
        </p:blipFill>
        <p:spPr>
          <a:xfrm>
            <a:off x="571500" y="3343275"/>
            <a:ext cx="6492180" cy="1543050"/>
          </a:xfrm>
          <a:prstGeom prst="rect">
            <a:avLst/>
          </a:prstGeom>
        </p:spPr>
      </p:pic>
      <p:pic>
        <p:nvPicPr>
          <p:cNvPr id="14" name="SK-12-img-13" descr="preencoded.png"/>
          <p:cNvPicPr>
            <a:picLocks noChangeAspect="1"/>
          </p:cNvPicPr>
          <p:nvPr/>
        </p:nvPicPr>
        <p:blipFill>
          <a:blip r:embed="rId15"/>
          <a:stretch>
            <a:fillRect/>
          </a:stretch>
        </p:blipFill>
        <p:spPr>
          <a:xfrm>
            <a:off x="723900" y="3467100"/>
            <a:ext cx="381000" cy="381000"/>
          </a:xfrm>
          <a:prstGeom prst="rect">
            <a:avLst/>
          </a:prstGeom>
        </p:spPr>
      </p:pic>
      <p:pic>
        <p:nvPicPr>
          <p:cNvPr id="15" name="SK-12-img-14" descr="preencoded.png"/>
          <p:cNvPicPr>
            <a:picLocks noChangeAspect="1"/>
          </p:cNvPicPr>
          <p:nvPr/>
        </p:nvPicPr>
        <p:blipFill>
          <a:blip r:embed="rId16"/>
          <a:stretch>
            <a:fillRect/>
          </a:stretch>
        </p:blipFill>
        <p:spPr>
          <a:xfrm>
            <a:off x="807244" y="3569940"/>
            <a:ext cx="214313" cy="175320"/>
          </a:xfrm>
          <a:prstGeom prst="rect">
            <a:avLst/>
          </a:prstGeom>
        </p:spPr>
      </p:pic>
      <p:pic>
        <p:nvPicPr>
          <p:cNvPr id="16" name="SK-12-img-15" descr="preencoded.png"/>
          <p:cNvPicPr>
            <a:picLocks noChangeAspect="1"/>
          </p:cNvPicPr>
          <p:nvPr/>
        </p:nvPicPr>
        <p:blipFill>
          <a:blip r:embed="rId17"/>
          <a:stretch>
            <a:fillRect/>
          </a:stretch>
        </p:blipFill>
        <p:spPr>
          <a:xfrm>
            <a:off x="723900" y="4467225"/>
            <a:ext cx="685800" cy="242888"/>
          </a:xfrm>
          <a:prstGeom prst="rect">
            <a:avLst/>
          </a:prstGeom>
        </p:spPr>
      </p:pic>
      <p:pic>
        <p:nvPicPr>
          <p:cNvPr id="17" name="SK-12-img-16" descr="preencoded.png"/>
          <p:cNvPicPr>
            <a:picLocks noChangeAspect="1"/>
          </p:cNvPicPr>
          <p:nvPr/>
        </p:nvPicPr>
        <p:blipFill>
          <a:blip r:embed="rId18"/>
          <a:stretch>
            <a:fillRect/>
          </a:stretch>
        </p:blipFill>
        <p:spPr>
          <a:xfrm>
            <a:off x="1485900" y="4467225"/>
            <a:ext cx="685800" cy="242888"/>
          </a:xfrm>
          <a:prstGeom prst="rect">
            <a:avLst/>
          </a:prstGeom>
        </p:spPr>
      </p:pic>
      <p:pic>
        <p:nvPicPr>
          <p:cNvPr id="18" name="SK-12-img-17" descr="preencoded.png"/>
          <p:cNvPicPr>
            <a:picLocks noChangeAspect="1"/>
          </p:cNvPicPr>
          <p:nvPr/>
        </p:nvPicPr>
        <p:blipFill>
          <a:blip r:embed="rId17"/>
          <a:stretch>
            <a:fillRect/>
          </a:stretch>
        </p:blipFill>
        <p:spPr>
          <a:xfrm>
            <a:off x="2247900" y="4467225"/>
            <a:ext cx="685800" cy="242888"/>
          </a:xfrm>
          <a:prstGeom prst="rect">
            <a:avLst/>
          </a:prstGeom>
        </p:spPr>
      </p:pic>
      <p:pic>
        <p:nvPicPr>
          <p:cNvPr id="19" name="SK-12-img-18" descr="preencoded.png"/>
          <p:cNvPicPr>
            <a:picLocks noChangeAspect="1"/>
          </p:cNvPicPr>
          <p:nvPr/>
        </p:nvPicPr>
        <p:blipFill>
          <a:blip r:embed="rId19"/>
          <a:stretch>
            <a:fillRect/>
          </a:stretch>
        </p:blipFill>
        <p:spPr>
          <a:xfrm>
            <a:off x="571500" y="5010150"/>
            <a:ext cx="6492180" cy="1543050"/>
          </a:xfrm>
          <a:prstGeom prst="rect">
            <a:avLst/>
          </a:prstGeom>
        </p:spPr>
      </p:pic>
      <p:pic>
        <p:nvPicPr>
          <p:cNvPr id="20" name="SK-12-img-19" descr="preencoded.png"/>
          <p:cNvPicPr>
            <a:picLocks noChangeAspect="1"/>
          </p:cNvPicPr>
          <p:nvPr/>
        </p:nvPicPr>
        <p:blipFill>
          <a:blip r:embed="rId9"/>
          <a:stretch>
            <a:fillRect/>
          </a:stretch>
        </p:blipFill>
        <p:spPr>
          <a:xfrm>
            <a:off x="723900" y="5133975"/>
            <a:ext cx="381000" cy="381000"/>
          </a:xfrm>
          <a:prstGeom prst="rect">
            <a:avLst/>
          </a:prstGeom>
        </p:spPr>
      </p:pic>
      <p:pic>
        <p:nvPicPr>
          <p:cNvPr id="21" name="SK-12-img-20" descr="preencoded.png"/>
          <p:cNvPicPr>
            <a:picLocks noChangeAspect="1"/>
          </p:cNvPicPr>
          <p:nvPr/>
        </p:nvPicPr>
        <p:blipFill>
          <a:blip r:embed="rId20"/>
          <a:stretch>
            <a:fillRect/>
          </a:stretch>
        </p:blipFill>
        <p:spPr>
          <a:xfrm>
            <a:off x="807244" y="5236815"/>
            <a:ext cx="214313" cy="175320"/>
          </a:xfrm>
          <a:prstGeom prst="rect">
            <a:avLst/>
          </a:prstGeom>
        </p:spPr>
      </p:pic>
      <p:pic>
        <p:nvPicPr>
          <p:cNvPr id="22" name="SK-12-img-21" descr="preencoded.png"/>
          <p:cNvPicPr>
            <a:picLocks noChangeAspect="1"/>
          </p:cNvPicPr>
          <p:nvPr/>
        </p:nvPicPr>
        <p:blipFill>
          <a:blip r:embed="rId21"/>
          <a:stretch>
            <a:fillRect/>
          </a:stretch>
        </p:blipFill>
        <p:spPr>
          <a:xfrm>
            <a:off x="723900" y="6134100"/>
            <a:ext cx="685800" cy="242888"/>
          </a:xfrm>
          <a:prstGeom prst="rect">
            <a:avLst/>
          </a:prstGeom>
        </p:spPr>
      </p:pic>
      <p:pic>
        <p:nvPicPr>
          <p:cNvPr id="23" name="SK-12-img-22" descr="preencoded.png"/>
          <p:cNvPicPr>
            <a:picLocks noChangeAspect="1"/>
          </p:cNvPicPr>
          <p:nvPr/>
        </p:nvPicPr>
        <p:blipFill>
          <a:blip r:embed="rId13"/>
          <a:stretch>
            <a:fillRect/>
          </a:stretch>
        </p:blipFill>
        <p:spPr>
          <a:xfrm>
            <a:off x="1485900" y="6134100"/>
            <a:ext cx="685800" cy="242888"/>
          </a:xfrm>
          <a:prstGeom prst="rect">
            <a:avLst/>
          </a:prstGeom>
        </p:spPr>
      </p:pic>
      <p:pic>
        <p:nvPicPr>
          <p:cNvPr id="24" name="SK-12-img-23" descr="preencoded.png"/>
          <p:cNvPicPr>
            <a:picLocks noChangeAspect="1"/>
          </p:cNvPicPr>
          <p:nvPr/>
        </p:nvPicPr>
        <p:blipFill>
          <a:blip r:embed="rId21"/>
          <a:stretch>
            <a:fillRect/>
          </a:stretch>
        </p:blipFill>
        <p:spPr>
          <a:xfrm>
            <a:off x="2247900" y="6134100"/>
            <a:ext cx="685800" cy="242888"/>
          </a:xfrm>
          <a:prstGeom prst="rect">
            <a:avLst/>
          </a:prstGeom>
        </p:spPr>
      </p:pic>
      <p:pic>
        <p:nvPicPr>
          <p:cNvPr id="25" name="SK-12-img-24" descr="preencoded.png"/>
          <p:cNvPicPr>
            <a:picLocks noChangeAspect="1"/>
          </p:cNvPicPr>
          <p:nvPr/>
        </p:nvPicPr>
        <p:blipFill>
          <a:blip r:embed="rId22"/>
          <a:stretch>
            <a:fillRect/>
          </a:stretch>
        </p:blipFill>
        <p:spPr>
          <a:xfrm>
            <a:off x="7292280" y="1676400"/>
            <a:ext cx="4328220" cy="4876800"/>
          </a:xfrm>
          <a:prstGeom prst="rect">
            <a:avLst/>
          </a:prstGeom>
        </p:spPr>
      </p:pic>
      <p:pic>
        <p:nvPicPr>
          <p:cNvPr id="26" name="SK-12-img-25" descr="preencoded.png"/>
          <p:cNvPicPr>
            <a:picLocks noChangeAspect="1"/>
          </p:cNvPicPr>
          <p:nvPr/>
        </p:nvPicPr>
        <p:blipFill>
          <a:blip r:embed="rId23"/>
          <a:stretch>
            <a:fillRect/>
          </a:stretch>
        </p:blipFill>
        <p:spPr>
          <a:xfrm>
            <a:off x="7520880" y="1905000"/>
            <a:ext cx="3871020" cy="314325"/>
          </a:xfrm>
          <a:prstGeom prst="rect">
            <a:avLst/>
          </a:prstGeom>
        </p:spPr>
      </p:pic>
      <p:pic>
        <p:nvPicPr>
          <p:cNvPr id="27" name="SK-12-img-26" descr="preencoded.png"/>
          <p:cNvPicPr>
            <a:picLocks noChangeAspect="1"/>
          </p:cNvPicPr>
          <p:nvPr/>
        </p:nvPicPr>
        <p:blipFill>
          <a:blip r:embed="rId24"/>
          <a:stretch>
            <a:fillRect/>
          </a:stretch>
        </p:blipFill>
        <p:spPr>
          <a:xfrm>
            <a:off x="7520880" y="2447925"/>
            <a:ext cx="214313" cy="175320"/>
          </a:xfrm>
          <a:prstGeom prst="rect">
            <a:avLst/>
          </a:prstGeom>
        </p:spPr>
      </p:pic>
      <p:pic>
        <p:nvPicPr>
          <p:cNvPr id="28" name="SK-12-img-27" descr="preencoded.png"/>
          <p:cNvPicPr>
            <a:picLocks noChangeAspect="1"/>
          </p:cNvPicPr>
          <p:nvPr/>
        </p:nvPicPr>
        <p:blipFill>
          <a:blip r:embed="rId25"/>
          <a:stretch>
            <a:fillRect/>
          </a:stretch>
        </p:blipFill>
        <p:spPr>
          <a:xfrm>
            <a:off x="7520880" y="3081338"/>
            <a:ext cx="214313" cy="175320"/>
          </a:xfrm>
          <a:prstGeom prst="rect">
            <a:avLst/>
          </a:prstGeom>
        </p:spPr>
      </p:pic>
      <p:pic>
        <p:nvPicPr>
          <p:cNvPr id="29" name="SK-12-img-28" descr="preencoded.png"/>
          <p:cNvPicPr>
            <a:picLocks noChangeAspect="1"/>
          </p:cNvPicPr>
          <p:nvPr/>
        </p:nvPicPr>
        <p:blipFill>
          <a:blip r:embed="rId26"/>
          <a:stretch>
            <a:fillRect/>
          </a:stretch>
        </p:blipFill>
        <p:spPr>
          <a:xfrm>
            <a:off x="7520880" y="3714750"/>
            <a:ext cx="214313" cy="175320"/>
          </a:xfrm>
          <a:prstGeom prst="rect">
            <a:avLst/>
          </a:prstGeom>
        </p:spPr>
      </p:pic>
      <p:pic>
        <p:nvPicPr>
          <p:cNvPr id="30" name="SK-12-img-29" descr="preencoded.png"/>
          <p:cNvPicPr>
            <a:picLocks noChangeAspect="1"/>
          </p:cNvPicPr>
          <p:nvPr/>
        </p:nvPicPr>
        <p:blipFill>
          <a:blip r:embed="rId27"/>
          <a:stretch>
            <a:fillRect/>
          </a:stretch>
        </p:blipFill>
        <p:spPr>
          <a:xfrm>
            <a:off x="7520880" y="4348163"/>
            <a:ext cx="3871020" cy="1714500"/>
          </a:xfrm>
          <a:prstGeom prst="rect">
            <a:avLst/>
          </a:prstGeom>
        </p:spPr>
      </p:pic>
      <p:pic>
        <p:nvPicPr>
          <p:cNvPr id="31" name="SK-12-img-30" descr="preencoded.png"/>
          <p:cNvPicPr>
            <a:picLocks noChangeAspect="1"/>
          </p:cNvPicPr>
          <p:nvPr/>
        </p:nvPicPr>
        <p:blipFill>
          <a:blip r:embed="rId28"/>
          <a:stretch>
            <a:fillRect/>
          </a:stretch>
        </p:blipFill>
        <p:spPr>
          <a:xfrm>
            <a:off x="7635180" y="4462463"/>
            <a:ext cx="3642420" cy="152400"/>
          </a:xfrm>
          <a:prstGeom prst="rect">
            <a:avLst/>
          </a:prstGeom>
        </p:spPr>
      </p:pic>
      <p:pic>
        <p:nvPicPr>
          <p:cNvPr id="32" name="SK-12-img-31" descr="preencoded.png"/>
          <p:cNvPicPr>
            <a:picLocks noChangeAspect="1"/>
          </p:cNvPicPr>
          <p:nvPr/>
        </p:nvPicPr>
        <p:blipFill>
          <a:blip r:embed="rId29"/>
          <a:stretch>
            <a:fillRect/>
          </a:stretch>
        </p:blipFill>
        <p:spPr>
          <a:xfrm>
            <a:off x="7635180" y="4462463"/>
            <a:ext cx="76200" cy="76200"/>
          </a:xfrm>
          <a:prstGeom prst="rect">
            <a:avLst/>
          </a:prstGeom>
        </p:spPr>
      </p:pic>
      <p:pic>
        <p:nvPicPr>
          <p:cNvPr id="33" name="SK-12-img-32" descr="preencoded.png"/>
          <p:cNvPicPr>
            <a:picLocks noChangeAspect="1"/>
          </p:cNvPicPr>
          <p:nvPr/>
        </p:nvPicPr>
        <p:blipFill>
          <a:blip r:embed="rId30"/>
          <a:stretch>
            <a:fillRect/>
          </a:stretch>
        </p:blipFill>
        <p:spPr>
          <a:xfrm>
            <a:off x="7768530" y="4462463"/>
            <a:ext cx="76200" cy="76200"/>
          </a:xfrm>
          <a:prstGeom prst="rect">
            <a:avLst/>
          </a:prstGeom>
        </p:spPr>
      </p:pic>
      <p:pic>
        <p:nvPicPr>
          <p:cNvPr id="34" name="SK-12-img-33" descr="preencoded.png"/>
          <p:cNvPicPr>
            <a:picLocks noChangeAspect="1"/>
          </p:cNvPicPr>
          <p:nvPr/>
        </p:nvPicPr>
        <p:blipFill>
          <a:blip r:embed="rId31"/>
          <a:stretch>
            <a:fillRect/>
          </a:stretch>
        </p:blipFill>
        <p:spPr>
          <a:xfrm>
            <a:off x="7901880" y="4462463"/>
            <a:ext cx="76200" cy="76200"/>
          </a:xfrm>
          <a:prstGeom prst="rect">
            <a:avLst/>
          </a:prstGeom>
        </p:spPr>
      </p:pic>
      <p:pic>
        <p:nvPicPr>
          <p:cNvPr id="35" name="SK-12-img-34" descr="preencoded.png"/>
          <p:cNvPicPr>
            <a:picLocks noChangeAspect="1"/>
          </p:cNvPicPr>
          <p:nvPr/>
        </p:nvPicPr>
        <p:blipFill>
          <a:blip r:embed="rId32"/>
          <a:stretch>
            <a:fillRect/>
          </a:stretch>
        </p:blipFill>
        <p:spPr>
          <a:xfrm>
            <a:off x="7635180" y="5700713"/>
            <a:ext cx="3642420" cy="247650"/>
          </a:xfrm>
          <a:prstGeom prst="rect">
            <a:avLst/>
          </a:prstGeom>
        </p:spPr>
      </p:pic>
      <p:pic>
        <p:nvPicPr>
          <p:cNvPr id="36" name="SK-12-img-35" descr="preencoded.png"/>
          <p:cNvPicPr>
            <a:picLocks noChangeAspect="1"/>
          </p:cNvPicPr>
          <p:nvPr/>
        </p:nvPicPr>
        <p:blipFill>
          <a:blip r:embed="rId33"/>
          <a:stretch>
            <a:fillRect/>
          </a:stretch>
        </p:blipFill>
        <p:spPr>
          <a:xfrm>
            <a:off x="7635180" y="5812185"/>
            <a:ext cx="142875" cy="114300"/>
          </a:xfrm>
          <a:prstGeom prst="rect">
            <a:avLst/>
          </a:prstGeom>
        </p:spPr>
      </p:pic>
      <p:sp>
        <p:nvSpPr>
          <p:cNvPr id="37" name="SK-12-text-36"/>
          <p:cNvSpPr/>
          <p:nvPr/>
        </p:nvSpPr>
        <p:spPr>
          <a:xfrm>
            <a:off x="647700" y="304800"/>
            <a:ext cx="3077222" cy="238125"/>
          </a:xfrm>
          <a:prstGeom prst="rect">
            <a:avLst/>
          </a:prstGeom>
          <a:noFill/>
          <a:ln/>
        </p:spPr>
        <p:txBody>
          <a:bodyPr vert="horz" wrap="square" lIns="0" tIns="0" rIns="0" bIns="0" rtlCol="0" anchor="ctr"/>
          <a:lstStyle/>
          <a:p>
            <a:pPr marL="0" indent="0">
              <a:lnSpc>
                <a:spcPts val="1575"/>
              </a:lnSpc>
              <a:buNone/>
            </a:pPr>
            <a:r>
              <a:rPr lang="en-US" sz="1050" kern="0" spc="120" dirty="0">
                <a:solidFill>
                  <a:srgbClr val="00F5FF"/>
                </a:solidFill>
              </a:rPr>
              <a:t>TECHNICAL MODULE 08</a:t>
            </a:r>
            <a:endParaRPr lang="en-US" sz="1050" dirty="0"/>
          </a:p>
        </p:txBody>
      </p:sp>
      <p:sp>
        <p:nvSpPr>
          <p:cNvPr id="38" name="SK-12-text-37"/>
          <p:cNvSpPr/>
          <p:nvPr/>
        </p:nvSpPr>
        <p:spPr>
          <a:xfrm>
            <a:off x="571500" y="619125"/>
            <a:ext cx="11049000" cy="485775"/>
          </a:xfrm>
          <a:prstGeom prst="rect">
            <a:avLst/>
          </a:prstGeom>
          <a:noFill/>
          <a:ln/>
        </p:spPr>
        <p:txBody>
          <a:bodyPr vert="horz" wrap="square" lIns="0" tIns="0" rIns="0" bIns="0" rtlCol="0" anchor="ctr"/>
          <a:lstStyle/>
          <a:p>
            <a:pPr marL="0" indent="0">
              <a:lnSpc>
                <a:spcPts val="3825"/>
              </a:lnSpc>
              <a:buNone/>
            </a:pPr>
            <a:r>
              <a:rPr lang="en-US" sz="2550" b="1" dirty="0">
                <a:solidFill>
                  <a:srgbClr val="7B61FF"/>
                </a:solidFill>
                <a:latin typeface="Noto Sans SC" pitchFamily="34" charset="0"/>
                <a:ea typeface="Noto Sans SC" pitchFamily="34" charset="-122"/>
                <a:cs typeface="Noto Sans SC" pitchFamily="34" charset="-120"/>
              </a:rPr>
              <a:t>#</a:t>
            </a:r>
            <a:r>
              <a:rPr lang="en-US" sz="2550" b="1" dirty="0" err="1">
                <a:solidFill>
                  <a:srgbClr val="FFFFFF"/>
                </a:solidFill>
                <a:latin typeface="Noto Sans SC" pitchFamily="34" charset="0"/>
                <a:ea typeface="Noto Sans SC" pitchFamily="34" charset="-122"/>
                <a:cs typeface="Noto Sans SC" pitchFamily="34" charset="-120"/>
              </a:rPr>
              <a:t>模块七：代码辅助开发</a:t>
            </a:r>
            <a:endParaRPr lang="en-US" sz="2550" dirty="0"/>
          </a:p>
        </p:txBody>
      </p:sp>
      <p:sp>
        <p:nvSpPr>
          <p:cNvPr id="39" name="SK-12-text-38"/>
          <p:cNvSpPr/>
          <p:nvPr/>
        </p:nvSpPr>
        <p:spPr>
          <a:xfrm>
            <a:off x="685800" y="1219200"/>
            <a:ext cx="11506200" cy="228600"/>
          </a:xfrm>
          <a:prstGeom prst="rect">
            <a:avLst/>
          </a:prstGeom>
          <a:noFill/>
          <a:ln/>
        </p:spPr>
        <p:txBody>
          <a:bodyPr vert="horz" wrap="square" lIns="0" tIns="0" rIns="0" bIns="0" rtlCol="0" anchor="ctr"/>
          <a:lstStyle/>
          <a:p>
            <a:pPr marL="0" indent="0">
              <a:lnSpc>
                <a:spcPts val="1800"/>
              </a:lnSpc>
              <a:buNone/>
            </a:pPr>
            <a:r>
              <a:rPr lang="en-US" sz="1200" dirty="0">
                <a:solidFill>
                  <a:srgbClr val="A0AEC0"/>
                </a:solidFill>
                <a:latin typeface="Noto Sans SC" pitchFamily="34" charset="0"/>
                <a:ea typeface="Noto Sans SC" pitchFamily="34" charset="-122"/>
                <a:cs typeface="Noto Sans SC" pitchFamily="34" charset="-120"/>
              </a:rPr>
              <a:t>提供代码实操案例生成、执行沙箱及错误诊断，培养医学生在临床数据分析方面的编程素养。</a:t>
            </a:r>
            <a:endParaRPr lang="en-US" sz="1200" dirty="0"/>
          </a:p>
        </p:txBody>
      </p:sp>
      <p:sp>
        <p:nvSpPr>
          <p:cNvPr id="40" name="SK-12-text-39"/>
          <p:cNvSpPr/>
          <p:nvPr/>
        </p:nvSpPr>
        <p:spPr>
          <a:xfrm>
            <a:off x="1219200" y="1847850"/>
            <a:ext cx="3143250" cy="285750"/>
          </a:xfrm>
          <a:prstGeom prst="rect">
            <a:avLst/>
          </a:prstGeom>
          <a:noFill/>
          <a:ln/>
        </p:spPr>
        <p:txBody>
          <a:bodyPr vert="horz" wrap="square" lIns="0" tIns="0" rIns="0" bIns="0" rtlCol="0" anchor="ctr"/>
          <a:lstStyle/>
          <a:p>
            <a:pPr marL="0" indent="0">
              <a:lnSpc>
                <a:spcPts val="2250"/>
              </a:lnSpc>
              <a:buNone/>
            </a:pPr>
            <a:r>
              <a:rPr lang="en-US" sz="1500" b="1" dirty="0">
                <a:solidFill>
                  <a:srgbClr val="FFFFFF"/>
                </a:solidFill>
                <a:latin typeface="Noto Sans SC" pitchFamily="34" charset="0"/>
                <a:ea typeface="Noto Sans SC" pitchFamily="34" charset="-122"/>
                <a:cs typeface="Noto Sans SC" pitchFamily="34" charset="-120"/>
              </a:rPr>
              <a:t>智能实操案例生成</a:t>
            </a:r>
            <a:endParaRPr lang="en-US" sz="1500" dirty="0"/>
          </a:p>
        </p:txBody>
      </p:sp>
      <p:sp>
        <p:nvSpPr>
          <p:cNvPr id="41" name="SK-12-text-40"/>
          <p:cNvSpPr/>
          <p:nvPr/>
        </p:nvSpPr>
        <p:spPr>
          <a:xfrm>
            <a:off x="723900" y="2276475"/>
            <a:ext cx="6187380" cy="428625"/>
          </a:xfrm>
          <a:prstGeom prst="rect">
            <a:avLst/>
          </a:prstGeom>
          <a:noFill/>
          <a:ln/>
        </p:spPr>
        <p:txBody>
          <a:bodyPr vert="horz" wrap="square" lIns="0" tIns="0" rIns="0" bIns="0" rtlCol="0" anchor="ctr"/>
          <a:lstStyle/>
          <a:p>
            <a:pPr marL="0" indent="0">
              <a:lnSpc>
                <a:spcPts val="1688"/>
              </a:lnSpc>
              <a:buNone/>
            </a:pPr>
            <a:r>
              <a:rPr lang="en-US" sz="1125" dirty="0">
                <a:solidFill>
                  <a:srgbClr val="A0AEC0"/>
                </a:solidFill>
                <a:latin typeface="Noto Sans SC" pitchFamily="34" charset="0"/>
                <a:ea typeface="Noto Sans SC" pitchFamily="34" charset="-122"/>
                <a:cs typeface="Noto Sans SC" pitchFamily="34" charset="-120"/>
              </a:rPr>
              <a:t>共享多智能体协同推理管道，结合 8 维度画像与医学知识库，生成高度适配学生水平的个性化编程实践任务。</a:t>
            </a:r>
            <a:endParaRPr lang="en-US" sz="1125" dirty="0"/>
          </a:p>
        </p:txBody>
      </p:sp>
      <p:sp>
        <p:nvSpPr>
          <p:cNvPr id="42" name="SK-12-text-41"/>
          <p:cNvSpPr/>
          <p:nvPr/>
        </p:nvSpPr>
        <p:spPr>
          <a:xfrm>
            <a:off x="819150" y="2800350"/>
            <a:ext cx="1023097" cy="242888"/>
          </a:xfrm>
          <a:prstGeom prst="rect">
            <a:avLst/>
          </a:prstGeom>
          <a:noFill/>
          <a:ln/>
        </p:spPr>
        <p:txBody>
          <a:bodyPr vert="horz" wrap="square" lIns="0" tIns="0" rIns="0" bIns="0" rtlCol="0" anchor="ctr"/>
          <a:lstStyle/>
          <a:p>
            <a:pPr marL="0" indent="0">
              <a:lnSpc>
                <a:spcPts val="1463"/>
              </a:lnSpc>
              <a:buNone/>
            </a:pPr>
            <a:r>
              <a:rPr lang="en-US" sz="975" dirty="0">
                <a:solidFill>
                  <a:srgbClr val="7B61FF"/>
                </a:solidFill>
                <a:latin typeface="Noto Sans SC" pitchFamily="34" charset="0"/>
                <a:ea typeface="Noto Sans SC" pitchFamily="34" charset="-122"/>
                <a:cs typeface="Noto Sans SC" pitchFamily="34" charset="-120"/>
              </a:rPr>
              <a:t>难度自适应</a:t>
            </a:r>
            <a:endParaRPr lang="en-US" sz="975" dirty="0"/>
          </a:p>
        </p:txBody>
      </p:sp>
      <p:sp>
        <p:nvSpPr>
          <p:cNvPr id="43" name="SK-12-text-42"/>
          <p:cNvSpPr/>
          <p:nvPr/>
        </p:nvSpPr>
        <p:spPr>
          <a:xfrm>
            <a:off x="1704975" y="2800350"/>
            <a:ext cx="1258855" cy="242888"/>
          </a:xfrm>
          <a:prstGeom prst="rect">
            <a:avLst/>
          </a:prstGeom>
          <a:noFill/>
          <a:ln/>
        </p:spPr>
        <p:txBody>
          <a:bodyPr vert="horz" wrap="square" lIns="0" tIns="0" rIns="0" bIns="0" rtlCol="0" anchor="ctr"/>
          <a:lstStyle/>
          <a:p>
            <a:pPr marL="0" indent="0">
              <a:lnSpc>
                <a:spcPts val="1463"/>
              </a:lnSpc>
              <a:buNone/>
            </a:pPr>
            <a:r>
              <a:rPr lang="en-US" sz="975" dirty="0">
                <a:solidFill>
                  <a:srgbClr val="7B61FF"/>
                </a:solidFill>
                <a:latin typeface="Noto Sans SC" pitchFamily="34" charset="0"/>
                <a:ea typeface="Noto Sans SC" pitchFamily="34" charset="-122"/>
                <a:cs typeface="Noto Sans SC" pitchFamily="34" charset="-120"/>
              </a:rPr>
              <a:t>临床场景模拟</a:t>
            </a:r>
            <a:endParaRPr lang="en-US" sz="975" dirty="0"/>
          </a:p>
        </p:txBody>
      </p:sp>
      <p:sp>
        <p:nvSpPr>
          <p:cNvPr id="44" name="SK-12-text-43"/>
          <p:cNvSpPr/>
          <p:nvPr/>
        </p:nvSpPr>
        <p:spPr>
          <a:xfrm>
            <a:off x="2714625" y="2800350"/>
            <a:ext cx="791633" cy="242888"/>
          </a:xfrm>
          <a:prstGeom prst="rect">
            <a:avLst/>
          </a:prstGeom>
          <a:noFill/>
          <a:ln/>
        </p:spPr>
        <p:txBody>
          <a:bodyPr vert="horz" wrap="square" lIns="0" tIns="0" rIns="0" bIns="0" rtlCol="0" anchor="ctr"/>
          <a:lstStyle/>
          <a:p>
            <a:pPr marL="0" indent="0">
              <a:lnSpc>
                <a:spcPts val="1463"/>
              </a:lnSpc>
              <a:buNone/>
            </a:pPr>
            <a:r>
              <a:rPr lang="en-US" sz="975" dirty="0">
                <a:solidFill>
                  <a:srgbClr val="7B61FF"/>
                </a:solidFill>
                <a:latin typeface="Noto Sans SC" pitchFamily="34" charset="0"/>
                <a:ea typeface="Noto Sans SC" pitchFamily="34" charset="-122"/>
                <a:cs typeface="Noto Sans SC" pitchFamily="34" charset="-120"/>
              </a:rPr>
              <a:t>数据驱动</a:t>
            </a:r>
            <a:endParaRPr lang="en-US" sz="975" dirty="0"/>
          </a:p>
        </p:txBody>
      </p:sp>
      <p:sp>
        <p:nvSpPr>
          <p:cNvPr id="45" name="SK-12-text-44"/>
          <p:cNvSpPr/>
          <p:nvPr/>
        </p:nvSpPr>
        <p:spPr>
          <a:xfrm>
            <a:off x="1219200" y="3514725"/>
            <a:ext cx="3143250" cy="285750"/>
          </a:xfrm>
          <a:prstGeom prst="rect">
            <a:avLst/>
          </a:prstGeom>
          <a:noFill/>
          <a:ln/>
        </p:spPr>
        <p:txBody>
          <a:bodyPr vert="horz" wrap="square" lIns="0" tIns="0" rIns="0" bIns="0" rtlCol="0" anchor="ctr"/>
          <a:lstStyle/>
          <a:p>
            <a:pPr marL="0" indent="0">
              <a:lnSpc>
                <a:spcPts val="2250"/>
              </a:lnSpc>
              <a:buNone/>
            </a:pPr>
            <a:r>
              <a:rPr lang="en-US" sz="1500" b="1" dirty="0">
                <a:solidFill>
                  <a:srgbClr val="FFFFFF"/>
                </a:solidFill>
                <a:latin typeface="Noto Sans SC" pitchFamily="34" charset="0"/>
                <a:ea typeface="Noto Sans SC" pitchFamily="34" charset="-122"/>
                <a:cs typeface="Noto Sans SC" pitchFamily="34" charset="-120"/>
              </a:rPr>
              <a:t>在线执行沙箱接口</a:t>
            </a:r>
            <a:endParaRPr lang="en-US" sz="1500" dirty="0"/>
          </a:p>
        </p:txBody>
      </p:sp>
      <p:sp>
        <p:nvSpPr>
          <p:cNvPr id="46" name="SK-12-text-45"/>
          <p:cNvSpPr/>
          <p:nvPr/>
        </p:nvSpPr>
        <p:spPr>
          <a:xfrm>
            <a:off x="723900" y="3943350"/>
            <a:ext cx="6187380" cy="428625"/>
          </a:xfrm>
          <a:prstGeom prst="rect">
            <a:avLst/>
          </a:prstGeom>
          <a:noFill/>
          <a:ln/>
        </p:spPr>
        <p:txBody>
          <a:bodyPr vert="horz" wrap="square" lIns="0" tIns="0" rIns="0" bIns="0" rtlCol="0" anchor="ctr"/>
          <a:lstStyle/>
          <a:p>
            <a:pPr marL="0" indent="0">
              <a:lnSpc>
                <a:spcPts val="1688"/>
              </a:lnSpc>
              <a:buNone/>
            </a:pPr>
            <a:r>
              <a:rPr lang="en-US" sz="1125" dirty="0">
                <a:solidFill>
                  <a:srgbClr val="A0AEC0"/>
                </a:solidFill>
                <a:latin typeface="Noto Sans SC" pitchFamily="34" charset="0"/>
                <a:ea typeface="Noto Sans SC" pitchFamily="34" charset="-122"/>
                <a:cs typeface="Noto Sans SC" pitchFamily="34" charset="-120"/>
              </a:rPr>
              <a:t>提供隔离的安全代码执行环境，支持医学数据处理库（Pandas, NumPy, Scikit-learn）的即时运行与可视化调试。</a:t>
            </a:r>
            <a:endParaRPr lang="en-US" sz="1125" dirty="0"/>
          </a:p>
        </p:txBody>
      </p:sp>
      <p:sp>
        <p:nvSpPr>
          <p:cNvPr id="47" name="SK-12-text-46"/>
          <p:cNvSpPr/>
          <p:nvPr/>
        </p:nvSpPr>
        <p:spPr>
          <a:xfrm>
            <a:off x="819150" y="4467225"/>
            <a:ext cx="791633" cy="242888"/>
          </a:xfrm>
          <a:prstGeom prst="rect">
            <a:avLst/>
          </a:prstGeom>
          <a:noFill/>
          <a:ln/>
        </p:spPr>
        <p:txBody>
          <a:bodyPr vert="horz" wrap="square" lIns="0" tIns="0" rIns="0" bIns="0" rtlCol="0" anchor="ctr"/>
          <a:lstStyle/>
          <a:p>
            <a:pPr marL="0" indent="0">
              <a:lnSpc>
                <a:spcPts val="1463"/>
              </a:lnSpc>
              <a:buNone/>
            </a:pPr>
            <a:r>
              <a:rPr lang="en-US" sz="975" dirty="0">
                <a:solidFill>
                  <a:srgbClr val="7B61FF"/>
                </a:solidFill>
                <a:latin typeface="Noto Sans SC" pitchFamily="34" charset="0"/>
                <a:ea typeface="Noto Sans SC" pitchFamily="34" charset="-122"/>
                <a:cs typeface="Noto Sans SC" pitchFamily="34" charset="-120"/>
              </a:rPr>
              <a:t>实时回显</a:t>
            </a:r>
            <a:endParaRPr lang="en-US" sz="975" dirty="0"/>
          </a:p>
        </p:txBody>
      </p:sp>
      <p:sp>
        <p:nvSpPr>
          <p:cNvPr id="48" name="SK-12-text-47"/>
          <p:cNvSpPr/>
          <p:nvPr/>
        </p:nvSpPr>
        <p:spPr>
          <a:xfrm>
            <a:off x="1581150" y="4467225"/>
            <a:ext cx="791633" cy="242888"/>
          </a:xfrm>
          <a:prstGeom prst="rect">
            <a:avLst/>
          </a:prstGeom>
          <a:noFill/>
          <a:ln/>
        </p:spPr>
        <p:txBody>
          <a:bodyPr vert="horz" wrap="square" lIns="0" tIns="0" rIns="0" bIns="0" rtlCol="0" anchor="ctr"/>
          <a:lstStyle/>
          <a:p>
            <a:pPr marL="0" indent="0">
              <a:lnSpc>
                <a:spcPts val="1463"/>
              </a:lnSpc>
              <a:buNone/>
            </a:pPr>
            <a:r>
              <a:rPr lang="en-US" sz="975" dirty="0">
                <a:solidFill>
                  <a:srgbClr val="7B61FF"/>
                </a:solidFill>
                <a:latin typeface="Noto Sans SC" pitchFamily="34" charset="0"/>
                <a:ea typeface="Noto Sans SC" pitchFamily="34" charset="-122"/>
                <a:cs typeface="Noto Sans SC" pitchFamily="34" charset="-120"/>
              </a:rPr>
              <a:t>安全沙箱</a:t>
            </a:r>
            <a:endParaRPr lang="en-US" sz="975" dirty="0"/>
          </a:p>
        </p:txBody>
      </p:sp>
      <p:sp>
        <p:nvSpPr>
          <p:cNvPr id="49" name="SK-12-text-48"/>
          <p:cNvSpPr/>
          <p:nvPr/>
        </p:nvSpPr>
        <p:spPr>
          <a:xfrm>
            <a:off x="2343150" y="4467225"/>
            <a:ext cx="791633" cy="242888"/>
          </a:xfrm>
          <a:prstGeom prst="rect">
            <a:avLst/>
          </a:prstGeom>
          <a:noFill/>
          <a:ln/>
        </p:spPr>
        <p:txBody>
          <a:bodyPr vert="horz" wrap="square" lIns="0" tIns="0" rIns="0" bIns="0" rtlCol="0" anchor="ctr"/>
          <a:lstStyle/>
          <a:p>
            <a:pPr marL="0" indent="0">
              <a:lnSpc>
                <a:spcPts val="1463"/>
              </a:lnSpc>
              <a:buNone/>
            </a:pPr>
            <a:r>
              <a:rPr lang="en-US" sz="975" dirty="0">
                <a:solidFill>
                  <a:srgbClr val="7B61FF"/>
                </a:solidFill>
                <a:latin typeface="Noto Sans SC" pitchFamily="34" charset="0"/>
                <a:ea typeface="Noto Sans SC" pitchFamily="34" charset="-122"/>
                <a:cs typeface="Noto Sans SC" pitchFamily="34" charset="-120"/>
              </a:rPr>
              <a:t>环境预置</a:t>
            </a:r>
            <a:endParaRPr lang="en-US" sz="975" dirty="0"/>
          </a:p>
        </p:txBody>
      </p:sp>
      <p:sp>
        <p:nvSpPr>
          <p:cNvPr id="50" name="SK-12-text-49"/>
          <p:cNvSpPr/>
          <p:nvPr/>
        </p:nvSpPr>
        <p:spPr>
          <a:xfrm>
            <a:off x="1219200" y="5181600"/>
            <a:ext cx="3448050" cy="285750"/>
          </a:xfrm>
          <a:prstGeom prst="rect">
            <a:avLst/>
          </a:prstGeom>
          <a:noFill/>
          <a:ln/>
        </p:spPr>
        <p:txBody>
          <a:bodyPr vert="horz" wrap="square" lIns="0" tIns="0" rIns="0" bIns="0" rtlCol="0" anchor="ctr"/>
          <a:lstStyle/>
          <a:p>
            <a:pPr marL="0" indent="0">
              <a:lnSpc>
                <a:spcPts val="2250"/>
              </a:lnSpc>
              <a:buNone/>
            </a:pPr>
            <a:r>
              <a:rPr lang="en-US" sz="1500" b="1" dirty="0">
                <a:solidFill>
                  <a:srgbClr val="FFFFFF"/>
                </a:solidFill>
                <a:latin typeface="Noto Sans SC" pitchFamily="34" charset="0"/>
                <a:ea typeface="Noto Sans SC" pitchFamily="34" charset="-122"/>
                <a:cs typeface="Noto Sans SC" pitchFamily="34" charset="-120"/>
              </a:rPr>
              <a:t>AI 编程辅助与诊断</a:t>
            </a:r>
            <a:endParaRPr lang="en-US" sz="1500" dirty="0"/>
          </a:p>
        </p:txBody>
      </p:sp>
      <p:sp>
        <p:nvSpPr>
          <p:cNvPr id="51" name="SK-12-text-50"/>
          <p:cNvSpPr/>
          <p:nvPr/>
        </p:nvSpPr>
        <p:spPr>
          <a:xfrm>
            <a:off x="723900" y="5610225"/>
            <a:ext cx="6187380" cy="428625"/>
          </a:xfrm>
          <a:prstGeom prst="rect">
            <a:avLst/>
          </a:prstGeom>
          <a:noFill/>
          <a:ln/>
        </p:spPr>
        <p:txBody>
          <a:bodyPr vert="horz" wrap="square" lIns="0" tIns="0" rIns="0" bIns="0" rtlCol="0" anchor="ctr"/>
          <a:lstStyle/>
          <a:p>
            <a:pPr marL="0" indent="0">
              <a:lnSpc>
                <a:spcPts val="1688"/>
              </a:lnSpc>
              <a:buNone/>
            </a:pPr>
            <a:r>
              <a:rPr lang="en-US" sz="1125" dirty="0">
                <a:solidFill>
                  <a:srgbClr val="A0AEC0"/>
                </a:solidFill>
                <a:latin typeface="Noto Sans SC" pitchFamily="34" charset="0"/>
                <a:ea typeface="Noto Sans SC" pitchFamily="34" charset="-122"/>
                <a:cs typeface="Noto Sans SC" pitchFamily="34" charset="-120"/>
              </a:rPr>
              <a:t>针对医学编程中的逻辑错误与专业性偏差，提供代码补全、错误根因分析及符合医学统计规范的优化建议。</a:t>
            </a:r>
            <a:endParaRPr lang="en-US" sz="1125" dirty="0"/>
          </a:p>
        </p:txBody>
      </p:sp>
      <p:sp>
        <p:nvSpPr>
          <p:cNvPr id="52" name="SK-12-text-51"/>
          <p:cNvSpPr/>
          <p:nvPr/>
        </p:nvSpPr>
        <p:spPr>
          <a:xfrm>
            <a:off x="819150" y="6134100"/>
            <a:ext cx="791633" cy="242888"/>
          </a:xfrm>
          <a:prstGeom prst="rect">
            <a:avLst/>
          </a:prstGeom>
          <a:noFill/>
          <a:ln/>
        </p:spPr>
        <p:txBody>
          <a:bodyPr vert="horz" wrap="square" lIns="0" tIns="0" rIns="0" bIns="0" rtlCol="0" anchor="ctr"/>
          <a:lstStyle/>
          <a:p>
            <a:pPr marL="0" indent="0">
              <a:lnSpc>
                <a:spcPts val="1463"/>
              </a:lnSpc>
              <a:buNone/>
            </a:pPr>
            <a:r>
              <a:rPr lang="en-US" sz="975" dirty="0">
                <a:solidFill>
                  <a:srgbClr val="7B61FF"/>
                </a:solidFill>
                <a:latin typeface="Noto Sans SC" pitchFamily="34" charset="0"/>
                <a:ea typeface="Noto Sans SC" pitchFamily="34" charset="-122"/>
                <a:cs typeface="Noto Sans SC" pitchFamily="34" charset="-120"/>
              </a:rPr>
              <a:t>逻辑校验</a:t>
            </a:r>
            <a:endParaRPr lang="en-US" sz="975" dirty="0"/>
          </a:p>
        </p:txBody>
      </p:sp>
      <p:sp>
        <p:nvSpPr>
          <p:cNvPr id="53" name="SK-12-text-52"/>
          <p:cNvSpPr/>
          <p:nvPr/>
        </p:nvSpPr>
        <p:spPr>
          <a:xfrm>
            <a:off x="1581150" y="6134100"/>
            <a:ext cx="791633" cy="242888"/>
          </a:xfrm>
          <a:prstGeom prst="rect">
            <a:avLst/>
          </a:prstGeom>
          <a:noFill/>
          <a:ln/>
        </p:spPr>
        <p:txBody>
          <a:bodyPr vert="horz" wrap="square" lIns="0" tIns="0" rIns="0" bIns="0" rtlCol="0" anchor="ctr"/>
          <a:lstStyle/>
          <a:p>
            <a:pPr marL="0" indent="0">
              <a:lnSpc>
                <a:spcPts val="1463"/>
              </a:lnSpc>
              <a:buNone/>
            </a:pPr>
            <a:r>
              <a:rPr lang="en-US" sz="975" dirty="0">
                <a:solidFill>
                  <a:srgbClr val="7B61FF"/>
                </a:solidFill>
                <a:latin typeface="Noto Sans SC" pitchFamily="34" charset="0"/>
                <a:ea typeface="Noto Sans SC" pitchFamily="34" charset="-122"/>
                <a:cs typeface="Noto Sans SC" pitchFamily="34" charset="-120"/>
              </a:rPr>
              <a:t>性能优化</a:t>
            </a:r>
            <a:endParaRPr lang="en-US" sz="975" dirty="0"/>
          </a:p>
        </p:txBody>
      </p:sp>
      <p:sp>
        <p:nvSpPr>
          <p:cNvPr id="54" name="SK-12-text-53"/>
          <p:cNvSpPr/>
          <p:nvPr/>
        </p:nvSpPr>
        <p:spPr>
          <a:xfrm>
            <a:off x="2343150" y="6134100"/>
            <a:ext cx="791633" cy="242888"/>
          </a:xfrm>
          <a:prstGeom prst="rect">
            <a:avLst/>
          </a:prstGeom>
          <a:noFill/>
          <a:ln/>
        </p:spPr>
        <p:txBody>
          <a:bodyPr vert="horz" wrap="square" lIns="0" tIns="0" rIns="0" bIns="0" rtlCol="0" anchor="ctr"/>
          <a:lstStyle/>
          <a:p>
            <a:pPr marL="0" indent="0">
              <a:lnSpc>
                <a:spcPts val="1463"/>
              </a:lnSpc>
              <a:buNone/>
            </a:pPr>
            <a:r>
              <a:rPr lang="en-US" sz="975" dirty="0">
                <a:solidFill>
                  <a:srgbClr val="7B61FF"/>
                </a:solidFill>
                <a:latin typeface="Noto Sans SC" pitchFamily="34" charset="0"/>
                <a:ea typeface="Noto Sans SC" pitchFamily="34" charset="-122"/>
                <a:cs typeface="Noto Sans SC" pitchFamily="34" charset="-120"/>
              </a:rPr>
              <a:t>注释增强</a:t>
            </a:r>
            <a:endParaRPr lang="en-US" sz="975" dirty="0"/>
          </a:p>
        </p:txBody>
      </p:sp>
      <p:sp>
        <p:nvSpPr>
          <p:cNvPr id="55" name="SK-12-text-54"/>
          <p:cNvSpPr/>
          <p:nvPr/>
        </p:nvSpPr>
        <p:spPr>
          <a:xfrm>
            <a:off x="7635180" y="1905000"/>
            <a:ext cx="4172027" cy="314325"/>
          </a:xfrm>
          <a:prstGeom prst="rect">
            <a:avLst/>
          </a:prstGeom>
          <a:noFill/>
          <a:ln/>
        </p:spPr>
        <p:txBody>
          <a:bodyPr vert="horz" wrap="square" lIns="0" tIns="0" rIns="0" bIns="0" rtlCol="0" anchor="ctr"/>
          <a:lstStyle/>
          <a:p>
            <a:pPr marL="0" indent="0">
              <a:lnSpc>
                <a:spcPts val="2475"/>
              </a:lnSpc>
              <a:buNone/>
            </a:pPr>
            <a:r>
              <a:rPr lang="en-US" sz="1650" b="1" dirty="0">
                <a:solidFill>
                  <a:srgbClr val="00F5FF"/>
                </a:solidFill>
                <a:latin typeface="Noto Sans SC" pitchFamily="34" charset="0"/>
                <a:ea typeface="Noto Sans SC" pitchFamily="34" charset="-122"/>
                <a:cs typeface="Noto Sans SC" pitchFamily="34" charset="-120"/>
              </a:rPr>
              <a:t>面向医学生的深度赋能</a:t>
            </a:r>
            <a:endParaRPr lang="en-US" sz="1650" dirty="0"/>
          </a:p>
        </p:txBody>
      </p:sp>
      <p:sp>
        <p:nvSpPr>
          <p:cNvPr id="56" name="SK-12-text-55"/>
          <p:cNvSpPr/>
          <p:nvPr/>
        </p:nvSpPr>
        <p:spPr>
          <a:xfrm>
            <a:off x="7887593" y="2409825"/>
            <a:ext cx="3348038" cy="242888"/>
          </a:xfrm>
          <a:prstGeom prst="rect">
            <a:avLst/>
          </a:prstGeom>
          <a:noFill/>
          <a:ln/>
        </p:spPr>
        <p:txBody>
          <a:bodyPr vert="horz" wrap="square" lIns="0" tIns="0" rIns="0" bIns="0" rtlCol="0" anchor="ctr"/>
          <a:lstStyle/>
          <a:p>
            <a:pPr marL="0" indent="0">
              <a:lnSpc>
                <a:spcPts val="1913"/>
              </a:lnSpc>
              <a:buNone/>
            </a:pPr>
            <a:r>
              <a:rPr lang="en-US" sz="1275" b="1" dirty="0">
                <a:solidFill>
                  <a:srgbClr val="FFFFFF"/>
                </a:solidFill>
                <a:latin typeface="Noto Sans SC" pitchFamily="34" charset="0"/>
                <a:ea typeface="Noto Sans SC" pitchFamily="34" charset="-122"/>
                <a:cs typeface="Noto Sans SC" pitchFamily="34" charset="-120"/>
              </a:rPr>
              <a:t>医学数据分析编程</a:t>
            </a:r>
            <a:endParaRPr lang="en-US" sz="1275" dirty="0"/>
          </a:p>
        </p:txBody>
      </p:sp>
      <p:sp>
        <p:nvSpPr>
          <p:cNvPr id="57" name="SK-12-text-56"/>
          <p:cNvSpPr/>
          <p:nvPr/>
        </p:nvSpPr>
        <p:spPr>
          <a:xfrm>
            <a:off x="7887593" y="2690813"/>
            <a:ext cx="4304407" cy="200025"/>
          </a:xfrm>
          <a:prstGeom prst="rect">
            <a:avLst/>
          </a:prstGeom>
          <a:noFill/>
          <a:ln/>
        </p:spPr>
        <p:txBody>
          <a:bodyPr vert="horz" wrap="square" lIns="0" tIns="0" rIns="0" bIns="0" rtlCol="0" anchor="ctr"/>
          <a:lstStyle/>
          <a:p>
            <a:pPr marL="0" indent="0">
              <a:lnSpc>
                <a:spcPts val="1575"/>
              </a:lnSpc>
              <a:buNone/>
            </a:pPr>
            <a:r>
              <a:rPr lang="en-US" sz="1050" dirty="0">
                <a:solidFill>
                  <a:srgbClr val="718096"/>
                </a:solidFill>
                <a:latin typeface="Noto Sans SC" pitchFamily="34" charset="0"/>
                <a:ea typeface="Noto Sans SC" pitchFamily="34" charset="-122"/>
                <a:cs typeface="Noto Sans SC" pitchFamily="34" charset="-120"/>
              </a:rPr>
              <a:t>对脑卒中患者 NIHSS 评分进行趋势分析与相关性研究。</a:t>
            </a:r>
            <a:endParaRPr lang="en-US" sz="1050" dirty="0"/>
          </a:p>
        </p:txBody>
      </p:sp>
      <p:sp>
        <p:nvSpPr>
          <p:cNvPr id="58" name="SK-12-text-57"/>
          <p:cNvSpPr/>
          <p:nvPr/>
        </p:nvSpPr>
        <p:spPr>
          <a:xfrm>
            <a:off x="7887593" y="3043238"/>
            <a:ext cx="3548063" cy="242888"/>
          </a:xfrm>
          <a:prstGeom prst="rect">
            <a:avLst/>
          </a:prstGeom>
          <a:noFill/>
          <a:ln/>
        </p:spPr>
        <p:txBody>
          <a:bodyPr vert="horz" wrap="square" lIns="0" tIns="0" rIns="0" bIns="0" rtlCol="0" anchor="ctr"/>
          <a:lstStyle/>
          <a:p>
            <a:pPr marL="0" indent="0">
              <a:lnSpc>
                <a:spcPts val="1913"/>
              </a:lnSpc>
              <a:buNone/>
            </a:pPr>
            <a:r>
              <a:rPr lang="en-US" sz="1275" b="1" dirty="0">
                <a:solidFill>
                  <a:srgbClr val="FFFFFF"/>
                </a:solidFill>
                <a:latin typeface="Noto Sans SC" pitchFamily="34" charset="0"/>
                <a:ea typeface="Noto Sans SC" pitchFamily="34" charset="-122"/>
                <a:cs typeface="Noto Sans SC" pitchFamily="34" charset="-120"/>
              </a:rPr>
              <a:t>临床决策支持代码</a:t>
            </a:r>
            <a:endParaRPr lang="en-US" sz="1275" dirty="0"/>
          </a:p>
        </p:txBody>
      </p:sp>
      <p:sp>
        <p:nvSpPr>
          <p:cNvPr id="59" name="SK-12-text-58"/>
          <p:cNvSpPr/>
          <p:nvPr/>
        </p:nvSpPr>
        <p:spPr>
          <a:xfrm>
            <a:off x="7887593" y="3324225"/>
            <a:ext cx="4304407" cy="200025"/>
          </a:xfrm>
          <a:prstGeom prst="rect">
            <a:avLst/>
          </a:prstGeom>
          <a:noFill/>
          <a:ln/>
        </p:spPr>
        <p:txBody>
          <a:bodyPr vert="horz" wrap="square" lIns="0" tIns="0" rIns="0" bIns="0" rtlCol="0" anchor="ctr"/>
          <a:lstStyle/>
          <a:p>
            <a:pPr marL="0" indent="0">
              <a:lnSpc>
                <a:spcPts val="1575"/>
              </a:lnSpc>
              <a:buNone/>
            </a:pPr>
            <a:r>
              <a:rPr lang="en-US" sz="1050" dirty="0">
                <a:solidFill>
                  <a:srgbClr val="718096"/>
                </a:solidFill>
                <a:latin typeface="Noto Sans SC" pitchFamily="34" charset="0"/>
                <a:ea typeface="Noto Sans SC" pitchFamily="34" charset="-122"/>
                <a:cs typeface="Noto Sans SC" pitchFamily="34" charset="-120"/>
              </a:rPr>
              <a:t>基于临床指南逻辑编写自动化的 ASPECTS 评分辅助工具。</a:t>
            </a:r>
            <a:endParaRPr lang="en-US" sz="1050" dirty="0"/>
          </a:p>
        </p:txBody>
      </p:sp>
      <p:sp>
        <p:nvSpPr>
          <p:cNvPr id="60" name="SK-12-text-59"/>
          <p:cNvSpPr/>
          <p:nvPr/>
        </p:nvSpPr>
        <p:spPr>
          <a:xfrm>
            <a:off x="7887593" y="3676650"/>
            <a:ext cx="2881313" cy="242888"/>
          </a:xfrm>
          <a:prstGeom prst="rect">
            <a:avLst/>
          </a:prstGeom>
          <a:noFill/>
          <a:ln/>
        </p:spPr>
        <p:txBody>
          <a:bodyPr vert="horz" wrap="square" lIns="0" tIns="0" rIns="0" bIns="0" rtlCol="0" anchor="ctr"/>
          <a:lstStyle/>
          <a:p>
            <a:pPr marL="0" indent="0">
              <a:lnSpc>
                <a:spcPts val="1913"/>
              </a:lnSpc>
              <a:buNone/>
            </a:pPr>
            <a:r>
              <a:rPr lang="en-US" sz="1275" b="1" dirty="0">
                <a:solidFill>
                  <a:srgbClr val="FFFFFF"/>
                </a:solidFill>
                <a:latin typeface="Noto Sans SC" pitchFamily="34" charset="0"/>
                <a:ea typeface="Noto Sans SC" pitchFamily="34" charset="-122"/>
                <a:cs typeface="Noto Sans SC" pitchFamily="34" charset="-120"/>
              </a:rPr>
              <a:t>医学 AI 模型实操</a:t>
            </a:r>
            <a:endParaRPr lang="en-US" sz="1275" dirty="0"/>
          </a:p>
        </p:txBody>
      </p:sp>
      <p:sp>
        <p:nvSpPr>
          <p:cNvPr id="61" name="SK-12-text-60"/>
          <p:cNvSpPr/>
          <p:nvPr/>
        </p:nvSpPr>
        <p:spPr>
          <a:xfrm>
            <a:off x="7887593" y="3957638"/>
            <a:ext cx="4304407" cy="200025"/>
          </a:xfrm>
          <a:prstGeom prst="rect">
            <a:avLst/>
          </a:prstGeom>
          <a:noFill/>
          <a:ln/>
        </p:spPr>
        <p:txBody>
          <a:bodyPr vert="horz" wrap="square" lIns="0" tIns="0" rIns="0" bIns="0" rtlCol="0" anchor="ctr"/>
          <a:lstStyle/>
          <a:p>
            <a:pPr marL="0" indent="0">
              <a:lnSpc>
                <a:spcPts val="1575"/>
              </a:lnSpc>
              <a:buNone/>
            </a:pPr>
            <a:r>
              <a:rPr lang="en-US" sz="1050" dirty="0">
                <a:solidFill>
                  <a:srgbClr val="718096"/>
                </a:solidFill>
                <a:latin typeface="Noto Sans SC" pitchFamily="34" charset="0"/>
                <a:ea typeface="Noto Sans SC" pitchFamily="34" charset="-122"/>
                <a:cs typeface="Noto Sans SC" pitchFamily="34" charset="-120"/>
              </a:rPr>
              <a:t>体验简单的医学影像分类模型调用与预测流程。</a:t>
            </a:r>
            <a:endParaRPr lang="en-US" sz="1050" dirty="0"/>
          </a:p>
        </p:txBody>
      </p:sp>
      <p:sp>
        <p:nvSpPr>
          <p:cNvPr id="62" name="SK-12-text-61"/>
          <p:cNvSpPr/>
          <p:nvPr/>
        </p:nvSpPr>
        <p:spPr>
          <a:xfrm>
            <a:off x="7635180" y="4710113"/>
            <a:ext cx="3642420" cy="173236"/>
          </a:xfrm>
          <a:prstGeom prst="rect">
            <a:avLst/>
          </a:prstGeom>
          <a:noFill/>
          <a:ln/>
        </p:spPr>
        <p:txBody>
          <a:bodyPr vert="horz" wrap="square" lIns="0" tIns="0" rIns="0" bIns="0" rtlCol="0" anchor="ctr"/>
          <a:lstStyle/>
          <a:p>
            <a:pPr marL="0" indent="0">
              <a:lnSpc>
                <a:spcPts val="1365"/>
              </a:lnSpc>
              <a:buNone/>
            </a:pPr>
            <a:r>
              <a:rPr lang="en-US" sz="975" dirty="0">
                <a:solidFill>
                  <a:srgbClr val="C678DD"/>
                </a:solidFill>
              </a:rPr>
              <a:t>import</a:t>
            </a:r>
            <a:r>
              <a:rPr lang="en-US" sz="975" dirty="0">
                <a:solidFill>
                  <a:srgbClr val="DCDCDC"/>
                </a:solidFill>
              </a:rPr>
              <a:t> pandas </a:t>
            </a:r>
            <a:r>
              <a:rPr lang="en-US" sz="975" dirty="0">
                <a:solidFill>
                  <a:srgbClr val="C678DD"/>
                </a:solidFill>
              </a:rPr>
              <a:t>as</a:t>
            </a:r>
            <a:r>
              <a:rPr lang="en-US" sz="975" dirty="0">
                <a:solidFill>
                  <a:srgbClr val="DCDCDC"/>
                </a:solidFill>
              </a:rPr>
              <a:t> pd</a:t>
            </a:r>
            <a:endParaRPr lang="en-US" sz="975" dirty="0"/>
          </a:p>
        </p:txBody>
      </p:sp>
      <p:sp>
        <p:nvSpPr>
          <p:cNvPr id="63" name="SK-12-text-62"/>
          <p:cNvSpPr/>
          <p:nvPr/>
        </p:nvSpPr>
        <p:spPr>
          <a:xfrm>
            <a:off x="7635180" y="4892873"/>
            <a:ext cx="3493770" cy="152400"/>
          </a:xfrm>
          <a:prstGeom prst="rect">
            <a:avLst/>
          </a:prstGeom>
          <a:noFill/>
          <a:ln/>
        </p:spPr>
        <p:txBody>
          <a:bodyPr vert="horz" wrap="square" lIns="0" tIns="0" rIns="0" bIns="0" rtlCol="0" anchor="ctr"/>
          <a:lstStyle/>
          <a:p>
            <a:pPr marL="0" indent="0">
              <a:lnSpc>
                <a:spcPts val="1365"/>
              </a:lnSpc>
              <a:buNone/>
            </a:pPr>
            <a:r>
              <a:rPr lang="en-US" sz="975" dirty="0">
                <a:solidFill>
                  <a:srgbClr val="5C6370"/>
                </a:solidFill>
              </a:rPr>
              <a:t># 计算患者平均 NIHSS 评分</a:t>
            </a:r>
            <a:endParaRPr lang="en-US" sz="975" dirty="0"/>
          </a:p>
        </p:txBody>
      </p:sp>
      <p:sp>
        <p:nvSpPr>
          <p:cNvPr id="64" name="SK-12-text-63"/>
          <p:cNvSpPr/>
          <p:nvPr/>
        </p:nvSpPr>
        <p:spPr>
          <a:xfrm>
            <a:off x="7635180" y="5056584"/>
            <a:ext cx="4556820" cy="173236"/>
          </a:xfrm>
          <a:prstGeom prst="rect">
            <a:avLst/>
          </a:prstGeom>
          <a:noFill/>
          <a:ln/>
        </p:spPr>
        <p:txBody>
          <a:bodyPr vert="horz" wrap="square" lIns="0" tIns="0" rIns="0" bIns="0" rtlCol="0" anchor="ctr"/>
          <a:lstStyle/>
          <a:p>
            <a:pPr marL="0" indent="0">
              <a:lnSpc>
                <a:spcPts val="1365"/>
              </a:lnSpc>
              <a:buNone/>
            </a:pPr>
            <a:r>
              <a:rPr lang="en-US" sz="975" dirty="0">
                <a:solidFill>
                  <a:srgbClr val="DCDCDC"/>
                </a:solidFill>
              </a:rPr>
              <a:t>df = pd.</a:t>
            </a:r>
            <a:r>
              <a:rPr lang="en-US" sz="975" dirty="0">
                <a:solidFill>
                  <a:srgbClr val="61AFEF"/>
                </a:solidFill>
              </a:rPr>
              <a:t>read_csv</a:t>
            </a:r>
            <a:r>
              <a:rPr lang="en-US" sz="975" dirty="0">
                <a:solidFill>
                  <a:srgbClr val="DCDCDC"/>
                </a:solidFill>
              </a:rPr>
              <a:t>(</a:t>
            </a:r>
            <a:r>
              <a:rPr lang="en-US" sz="975" dirty="0">
                <a:solidFill>
                  <a:srgbClr val="98C379"/>
                </a:solidFill>
              </a:rPr>
              <a:t>"stroke_data.csv"</a:t>
            </a:r>
            <a:r>
              <a:rPr lang="en-US" sz="975" dirty="0">
                <a:solidFill>
                  <a:srgbClr val="DCDCDC"/>
                </a:solidFill>
              </a:rPr>
              <a:t>)</a:t>
            </a:r>
            <a:endParaRPr lang="en-US" sz="975" dirty="0"/>
          </a:p>
        </p:txBody>
      </p:sp>
      <p:sp>
        <p:nvSpPr>
          <p:cNvPr id="65" name="SK-12-text-64"/>
          <p:cNvSpPr/>
          <p:nvPr/>
        </p:nvSpPr>
        <p:spPr>
          <a:xfrm>
            <a:off x="7635180" y="5229820"/>
            <a:ext cx="4457700" cy="173236"/>
          </a:xfrm>
          <a:prstGeom prst="rect">
            <a:avLst/>
          </a:prstGeom>
          <a:noFill/>
          <a:ln/>
        </p:spPr>
        <p:txBody>
          <a:bodyPr vert="horz" wrap="square" lIns="0" tIns="0" rIns="0" bIns="0" rtlCol="0" anchor="ctr"/>
          <a:lstStyle/>
          <a:p>
            <a:pPr marL="0" indent="0">
              <a:lnSpc>
                <a:spcPts val="1365"/>
              </a:lnSpc>
              <a:buNone/>
            </a:pPr>
            <a:r>
              <a:rPr lang="en-US" sz="975" dirty="0">
                <a:solidFill>
                  <a:srgbClr val="DCDCDC"/>
                </a:solidFill>
              </a:rPr>
              <a:t>avg_score = df[</a:t>
            </a:r>
            <a:r>
              <a:rPr lang="en-US" sz="975" dirty="0">
                <a:solidFill>
                  <a:srgbClr val="98C379"/>
                </a:solidFill>
              </a:rPr>
              <a:t>'nihss'</a:t>
            </a:r>
            <a:r>
              <a:rPr lang="en-US" sz="975" dirty="0">
                <a:solidFill>
                  <a:srgbClr val="DCDCDC"/>
                </a:solidFill>
              </a:rPr>
              <a:t>].</a:t>
            </a:r>
            <a:r>
              <a:rPr lang="en-US" sz="975" dirty="0">
                <a:solidFill>
                  <a:srgbClr val="61AFEF"/>
                </a:solidFill>
              </a:rPr>
              <a:t>mean</a:t>
            </a:r>
            <a:r>
              <a:rPr lang="en-US" sz="975" dirty="0">
                <a:solidFill>
                  <a:srgbClr val="DCDCDC"/>
                </a:solidFill>
              </a:rPr>
              <a:t>()</a:t>
            </a:r>
            <a:endParaRPr lang="en-US" sz="975" dirty="0"/>
          </a:p>
        </p:txBody>
      </p:sp>
      <p:sp>
        <p:nvSpPr>
          <p:cNvPr id="66" name="SK-12-text-65"/>
          <p:cNvSpPr/>
          <p:nvPr/>
        </p:nvSpPr>
        <p:spPr>
          <a:xfrm>
            <a:off x="7635180" y="5403056"/>
            <a:ext cx="4556820" cy="173236"/>
          </a:xfrm>
          <a:prstGeom prst="rect">
            <a:avLst/>
          </a:prstGeom>
          <a:noFill/>
          <a:ln/>
        </p:spPr>
        <p:txBody>
          <a:bodyPr vert="horz" wrap="square" lIns="0" tIns="0" rIns="0" bIns="0" rtlCol="0" anchor="ctr"/>
          <a:lstStyle/>
          <a:p>
            <a:pPr marL="0" indent="0">
              <a:lnSpc>
                <a:spcPts val="1365"/>
              </a:lnSpc>
              <a:buNone/>
            </a:pPr>
            <a:r>
              <a:rPr lang="en-US" sz="975" dirty="0">
                <a:solidFill>
                  <a:srgbClr val="61AFEF"/>
                </a:solidFill>
              </a:rPr>
              <a:t>print</a:t>
            </a:r>
            <a:r>
              <a:rPr lang="en-US" sz="975" dirty="0">
                <a:solidFill>
                  <a:srgbClr val="DCDCDC"/>
                </a:solidFill>
              </a:rPr>
              <a:t>(</a:t>
            </a:r>
            <a:r>
              <a:rPr lang="en-US" sz="975" dirty="0">
                <a:solidFill>
                  <a:srgbClr val="98C379"/>
                </a:solidFill>
              </a:rPr>
              <a:t>f"平均评分: {avg_score:.2f}"</a:t>
            </a:r>
            <a:r>
              <a:rPr lang="en-US" sz="975" dirty="0">
                <a:solidFill>
                  <a:srgbClr val="DCDCDC"/>
                </a:solidFill>
              </a:rPr>
              <a:t>)</a:t>
            </a:r>
            <a:endParaRPr lang="en-US" sz="975" dirty="0"/>
          </a:p>
        </p:txBody>
      </p:sp>
      <p:sp>
        <p:nvSpPr>
          <p:cNvPr id="67" name="SK-12-text-66"/>
          <p:cNvSpPr/>
          <p:nvPr/>
        </p:nvSpPr>
        <p:spPr>
          <a:xfrm>
            <a:off x="7778055" y="5700713"/>
            <a:ext cx="4413945" cy="247650"/>
          </a:xfrm>
          <a:prstGeom prst="rect">
            <a:avLst/>
          </a:prstGeom>
          <a:noFill/>
          <a:ln/>
        </p:spPr>
        <p:txBody>
          <a:bodyPr vert="horz" wrap="square" lIns="0" tIns="0" rIns="0" bIns="0" rtlCol="0" anchor="ctr"/>
          <a:lstStyle/>
          <a:p>
            <a:pPr marL="0" indent="0">
              <a:lnSpc>
                <a:spcPts val="1350"/>
              </a:lnSpc>
              <a:buNone/>
            </a:pPr>
            <a:r>
              <a:rPr lang="en-US" sz="900" dirty="0">
                <a:solidFill>
                  <a:srgbClr val="48BB78"/>
                </a:solidFill>
              </a:rPr>
              <a:t> Output: 平均评分: 14.25 (Execution Success)</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SK-13-img-1" descr="preencoded.png"/>
          <p:cNvPicPr>
            <a:picLocks noChangeAspect="1"/>
          </p:cNvPicPr>
          <p:nvPr/>
        </p:nvPicPr>
        <p:blipFill>
          <a:blip r:embed="rId3"/>
          <a:stretch>
            <a:fillRect/>
          </a:stretch>
        </p:blipFill>
        <p:spPr>
          <a:xfrm>
            <a:off x="0" y="0"/>
            <a:ext cx="12192000" cy="6858000"/>
          </a:xfrm>
          <a:prstGeom prst="rect">
            <a:avLst/>
          </a:prstGeom>
        </p:spPr>
      </p:pic>
      <p:pic>
        <p:nvPicPr>
          <p:cNvPr id="3" name="SK-13-img-2" descr="preencoded.png"/>
          <p:cNvPicPr>
            <a:picLocks noChangeAspect="1"/>
          </p:cNvPicPr>
          <p:nvPr/>
        </p:nvPicPr>
        <p:blipFill>
          <a:blip r:embed="rId3"/>
          <a:stretch>
            <a:fillRect/>
          </a:stretch>
        </p:blipFill>
        <p:spPr>
          <a:xfrm>
            <a:off x="0" y="0"/>
            <a:ext cx="12192000" cy="6858000"/>
          </a:xfrm>
          <a:prstGeom prst="rect">
            <a:avLst/>
          </a:prstGeom>
        </p:spPr>
      </p:pic>
      <p:pic>
        <p:nvPicPr>
          <p:cNvPr id="4" name="SK-13-img-3" descr="preencoded.png"/>
          <p:cNvPicPr>
            <a:picLocks noChangeAspect="1"/>
          </p:cNvPicPr>
          <p:nvPr/>
        </p:nvPicPr>
        <p:blipFill>
          <a:blip r:embed="rId4"/>
          <a:stretch>
            <a:fillRect/>
          </a:stretch>
        </p:blipFill>
        <p:spPr>
          <a:xfrm>
            <a:off x="571500" y="304800"/>
            <a:ext cx="1962150" cy="238125"/>
          </a:xfrm>
          <a:prstGeom prst="rect">
            <a:avLst/>
          </a:prstGeom>
        </p:spPr>
      </p:pic>
      <p:pic>
        <p:nvPicPr>
          <p:cNvPr id="5" name="SK-13-img-4" descr="preencoded.png"/>
          <p:cNvPicPr>
            <a:picLocks noChangeAspect="1"/>
          </p:cNvPicPr>
          <p:nvPr/>
        </p:nvPicPr>
        <p:blipFill>
          <a:blip r:embed="rId5"/>
          <a:stretch>
            <a:fillRect/>
          </a:stretch>
        </p:blipFill>
        <p:spPr>
          <a:xfrm>
            <a:off x="2647950" y="419100"/>
            <a:ext cx="8972550" cy="9525"/>
          </a:xfrm>
          <a:prstGeom prst="rect">
            <a:avLst/>
          </a:prstGeom>
        </p:spPr>
      </p:pic>
      <p:pic>
        <p:nvPicPr>
          <p:cNvPr id="6" name="SK-13-img-5" descr="preencoded.png"/>
          <p:cNvPicPr>
            <a:picLocks noChangeAspect="1"/>
          </p:cNvPicPr>
          <p:nvPr/>
        </p:nvPicPr>
        <p:blipFill>
          <a:blip r:embed="rId6"/>
          <a:stretch>
            <a:fillRect/>
          </a:stretch>
        </p:blipFill>
        <p:spPr>
          <a:xfrm>
            <a:off x="571500" y="1314450"/>
            <a:ext cx="38100" cy="38100"/>
          </a:xfrm>
          <a:prstGeom prst="rect">
            <a:avLst/>
          </a:prstGeom>
        </p:spPr>
      </p:pic>
      <p:pic>
        <p:nvPicPr>
          <p:cNvPr id="7" name="SK-13-img-6" descr="preencoded.png"/>
          <p:cNvPicPr>
            <a:picLocks noChangeAspect="1"/>
          </p:cNvPicPr>
          <p:nvPr/>
        </p:nvPicPr>
        <p:blipFill>
          <a:blip r:embed="rId7"/>
          <a:stretch>
            <a:fillRect/>
          </a:stretch>
        </p:blipFill>
        <p:spPr>
          <a:xfrm>
            <a:off x="571500" y="1600200"/>
            <a:ext cx="4267200" cy="1549450"/>
          </a:xfrm>
          <a:prstGeom prst="rect">
            <a:avLst/>
          </a:prstGeom>
        </p:spPr>
      </p:pic>
      <p:pic>
        <p:nvPicPr>
          <p:cNvPr id="8" name="SK-13-img-7" descr="preencoded.png"/>
          <p:cNvPicPr>
            <a:picLocks noChangeAspect="1"/>
          </p:cNvPicPr>
          <p:nvPr/>
        </p:nvPicPr>
        <p:blipFill>
          <a:blip r:embed="rId8"/>
          <a:stretch>
            <a:fillRect/>
          </a:stretch>
        </p:blipFill>
        <p:spPr>
          <a:xfrm>
            <a:off x="762000" y="1854845"/>
            <a:ext cx="304800" cy="228600"/>
          </a:xfrm>
          <a:prstGeom prst="rect">
            <a:avLst/>
          </a:prstGeom>
        </p:spPr>
      </p:pic>
      <p:pic>
        <p:nvPicPr>
          <p:cNvPr id="9" name="SK-13-img-8" descr="preencoded.png"/>
          <p:cNvPicPr>
            <a:picLocks noChangeAspect="1"/>
          </p:cNvPicPr>
          <p:nvPr/>
        </p:nvPicPr>
        <p:blipFill>
          <a:blip r:embed="rId9"/>
          <a:stretch>
            <a:fillRect/>
          </a:stretch>
        </p:blipFill>
        <p:spPr>
          <a:xfrm>
            <a:off x="762000" y="2675781"/>
            <a:ext cx="657225" cy="247650"/>
          </a:xfrm>
          <a:prstGeom prst="rect">
            <a:avLst/>
          </a:prstGeom>
        </p:spPr>
      </p:pic>
      <p:pic>
        <p:nvPicPr>
          <p:cNvPr id="10" name="SK-13-img-9" descr="preencoded.png"/>
          <p:cNvPicPr>
            <a:picLocks noChangeAspect="1"/>
          </p:cNvPicPr>
          <p:nvPr/>
        </p:nvPicPr>
        <p:blipFill>
          <a:blip r:embed="rId10"/>
          <a:stretch>
            <a:fillRect/>
          </a:stretch>
        </p:blipFill>
        <p:spPr>
          <a:xfrm>
            <a:off x="1495425" y="2675781"/>
            <a:ext cx="723900" cy="247650"/>
          </a:xfrm>
          <a:prstGeom prst="rect">
            <a:avLst/>
          </a:prstGeom>
        </p:spPr>
      </p:pic>
      <p:pic>
        <p:nvPicPr>
          <p:cNvPr id="11" name="SK-13-img-10" descr="preencoded.png"/>
          <p:cNvPicPr>
            <a:picLocks noChangeAspect="1"/>
          </p:cNvPicPr>
          <p:nvPr/>
        </p:nvPicPr>
        <p:blipFill>
          <a:blip r:embed="rId11"/>
          <a:stretch>
            <a:fillRect/>
          </a:stretch>
        </p:blipFill>
        <p:spPr>
          <a:xfrm>
            <a:off x="2295525" y="2675781"/>
            <a:ext cx="523875" cy="247650"/>
          </a:xfrm>
          <a:prstGeom prst="rect">
            <a:avLst/>
          </a:prstGeom>
        </p:spPr>
      </p:pic>
      <p:pic>
        <p:nvPicPr>
          <p:cNvPr id="12" name="SK-13-img-11" descr="preencoded.png"/>
          <p:cNvPicPr>
            <a:picLocks noChangeAspect="1"/>
          </p:cNvPicPr>
          <p:nvPr/>
        </p:nvPicPr>
        <p:blipFill>
          <a:blip r:embed="rId12"/>
          <a:stretch>
            <a:fillRect/>
          </a:stretch>
        </p:blipFill>
        <p:spPr>
          <a:xfrm>
            <a:off x="2895600" y="2675781"/>
            <a:ext cx="523875" cy="247650"/>
          </a:xfrm>
          <a:prstGeom prst="rect">
            <a:avLst/>
          </a:prstGeom>
        </p:spPr>
      </p:pic>
      <p:pic>
        <p:nvPicPr>
          <p:cNvPr id="13" name="SK-13-img-12" descr="preencoded.png"/>
          <p:cNvPicPr>
            <a:picLocks noChangeAspect="1"/>
          </p:cNvPicPr>
          <p:nvPr/>
        </p:nvPicPr>
        <p:blipFill>
          <a:blip r:embed="rId13"/>
          <a:stretch>
            <a:fillRect/>
          </a:stretch>
        </p:blipFill>
        <p:spPr>
          <a:xfrm>
            <a:off x="571500" y="3302050"/>
            <a:ext cx="4267200" cy="1549450"/>
          </a:xfrm>
          <a:prstGeom prst="rect">
            <a:avLst/>
          </a:prstGeom>
        </p:spPr>
      </p:pic>
      <p:pic>
        <p:nvPicPr>
          <p:cNvPr id="14" name="SK-13-img-13" descr="preencoded.png"/>
          <p:cNvPicPr>
            <a:picLocks noChangeAspect="1"/>
          </p:cNvPicPr>
          <p:nvPr/>
        </p:nvPicPr>
        <p:blipFill>
          <a:blip r:embed="rId14"/>
          <a:stretch>
            <a:fillRect/>
          </a:stretch>
        </p:blipFill>
        <p:spPr>
          <a:xfrm>
            <a:off x="762000" y="3556695"/>
            <a:ext cx="304800" cy="228600"/>
          </a:xfrm>
          <a:prstGeom prst="rect">
            <a:avLst/>
          </a:prstGeom>
        </p:spPr>
      </p:pic>
      <p:pic>
        <p:nvPicPr>
          <p:cNvPr id="15" name="SK-13-img-14" descr="preencoded.png"/>
          <p:cNvPicPr>
            <a:picLocks noChangeAspect="1"/>
          </p:cNvPicPr>
          <p:nvPr/>
        </p:nvPicPr>
        <p:blipFill>
          <a:blip r:embed="rId15"/>
          <a:stretch>
            <a:fillRect/>
          </a:stretch>
        </p:blipFill>
        <p:spPr>
          <a:xfrm>
            <a:off x="762000" y="4377630"/>
            <a:ext cx="657225" cy="247650"/>
          </a:xfrm>
          <a:prstGeom prst="rect">
            <a:avLst/>
          </a:prstGeom>
        </p:spPr>
      </p:pic>
      <p:pic>
        <p:nvPicPr>
          <p:cNvPr id="16" name="SK-13-img-15" descr="preencoded.png"/>
          <p:cNvPicPr>
            <a:picLocks noChangeAspect="1"/>
          </p:cNvPicPr>
          <p:nvPr/>
        </p:nvPicPr>
        <p:blipFill>
          <a:blip r:embed="rId16"/>
          <a:stretch>
            <a:fillRect/>
          </a:stretch>
        </p:blipFill>
        <p:spPr>
          <a:xfrm>
            <a:off x="1495425" y="4377630"/>
            <a:ext cx="1190625" cy="247650"/>
          </a:xfrm>
          <a:prstGeom prst="rect">
            <a:avLst/>
          </a:prstGeom>
        </p:spPr>
      </p:pic>
      <p:pic>
        <p:nvPicPr>
          <p:cNvPr id="17" name="SK-13-img-16" descr="preencoded.png"/>
          <p:cNvPicPr>
            <a:picLocks noChangeAspect="1"/>
          </p:cNvPicPr>
          <p:nvPr/>
        </p:nvPicPr>
        <p:blipFill>
          <a:blip r:embed="rId17"/>
          <a:stretch>
            <a:fillRect/>
          </a:stretch>
        </p:blipFill>
        <p:spPr>
          <a:xfrm>
            <a:off x="2762250" y="4377630"/>
            <a:ext cx="523875" cy="247650"/>
          </a:xfrm>
          <a:prstGeom prst="rect">
            <a:avLst/>
          </a:prstGeom>
        </p:spPr>
      </p:pic>
      <p:pic>
        <p:nvPicPr>
          <p:cNvPr id="18" name="SK-13-img-17" descr="preencoded.png"/>
          <p:cNvPicPr>
            <a:picLocks noChangeAspect="1"/>
          </p:cNvPicPr>
          <p:nvPr/>
        </p:nvPicPr>
        <p:blipFill>
          <a:blip r:embed="rId18"/>
          <a:stretch>
            <a:fillRect/>
          </a:stretch>
        </p:blipFill>
        <p:spPr>
          <a:xfrm>
            <a:off x="3362325" y="4377630"/>
            <a:ext cx="790575" cy="247650"/>
          </a:xfrm>
          <a:prstGeom prst="rect">
            <a:avLst/>
          </a:prstGeom>
        </p:spPr>
      </p:pic>
      <p:pic>
        <p:nvPicPr>
          <p:cNvPr id="19" name="SK-13-img-18" descr="preencoded.png"/>
          <p:cNvPicPr>
            <a:picLocks noChangeAspect="1"/>
          </p:cNvPicPr>
          <p:nvPr/>
        </p:nvPicPr>
        <p:blipFill>
          <a:blip r:embed="rId19"/>
          <a:stretch>
            <a:fillRect/>
          </a:stretch>
        </p:blipFill>
        <p:spPr>
          <a:xfrm>
            <a:off x="571500" y="5003899"/>
            <a:ext cx="4267200" cy="1549450"/>
          </a:xfrm>
          <a:prstGeom prst="rect">
            <a:avLst/>
          </a:prstGeom>
        </p:spPr>
      </p:pic>
      <p:pic>
        <p:nvPicPr>
          <p:cNvPr id="20" name="SK-13-img-19" descr="preencoded.png"/>
          <p:cNvPicPr>
            <a:picLocks noChangeAspect="1"/>
          </p:cNvPicPr>
          <p:nvPr/>
        </p:nvPicPr>
        <p:blipFill>
          <a:blip r:embed="rId20"/>
          <a:stretch>
            <a:fillRect/>
          </a:stretch>
        </p:blipFill>
        <p:spPr>
          <a:xfrm>
            <a:off x="762000" y="5258544"/>
            <a:ext cx="304800" cy="228600"/>
          </a:xfrm>
          <a:prstGeom prst="rect">
            <a:avLst/>
          </a:prstGeom>
        </p:spPr>
      </p:pic>
      <p:pic>
        <p:nvPicPr>
          <p:cNvPr id="21" name="SK-13-img-20" descr="preencoded.png"/>
          <p:cNvPicPr>
            <a:picLocks noChangeAspect="1"/>
          </p:cNvPicPr>
          <p:nvPr/>
        </p:nvPicPr>
        <p:blipFill>
          <a:blip r:embed="rId21"/>
          <a:stretch>
            <a:fillRect/>
          </a:stretch>
        </p:blipFill>
        <p:spPr>
          <a:xfrm>
            <a:off x="762000" y="6079480"/>
            <a:ext cx="923925" cy="247650"/>
          </a:xfrm>
          <a:prstGeom prst="rect">
            <a:avLst/>
          </a:prstGeom>
        </p:spPr>
      </p:pic>
      <p:pic>
        <p:nvPicPr>
          <p:cNvPr id="22" name="SK-13-img-21" descr="preencoded.png"/>
          <p:cNvPicPr>
            <a:picLocks noChangeAspect="1"/>
          </p:cNvPicPr>
          <p:nvPr/>
        </p:nvPicPr>
        <p:blipFill>
          <a:blip r:embed="rId22"/>
          <a:stretch>
            <a:fillRect/>
          </a:stretch>
        </p:blipFill>
        <p:spPr>
          <a:xfrm>
            <a:off x="1762125" y="6079480"/>
            <a:ext cx="657225" cy="247650"/>
          </a:xfrm>
          <a:prstGeom prst="rect">
            <a:avLst/>
          </a:prstGeom>
        </p:spPr>
      </p:pic>
      <p:pic>
        <p:nvPicPr>
          <p:cNvPr id="23" name="SK-13-img-22" descr="preencoded.png"/>
          <p:cNvPicPr>
            <a:picLocks noChangeAspect="1"/>
          </p:cNvPicPr>
          <p:nvPr/>
        </p:nvPicPr>
        <p:blipFill>
          <a:blip r:embed="rId23"/>
          <a:stretch>
            <a:fillRect/>
          </a:stretch>
        </p:blipFill>
        <p:spPr>
          <a:xfrm>
            <a:off x="2495550" y="6079480"/>
            <a:ext cx="790575" cy="247650"/>
          </a:xfrm>
          <a:prstGeom prst="rect">
            <a:avLst/>
          </a:prstGeom>
        </p:spPr>
      </p:pic>
      <p:pic>
        <p:nvPicPr>
          <p:cNvPr id="24" name="SK-13-img-23" descr="preencoded.png"/>
          <p:cNvPicPr>
            <a:picLocks noChangeAspect="1"/>
          </p:cNvPicPr>
          <p:nvPr/>
        </p:nvPicPr>
        <p:blipFill>
          <a:blip r:embed="rId24"/>
          <a:stretch>
            <a:fillRect/>
          </a:stretch>
        </p:blipFill>
        <p:spPr>
          <a:xfrm>
            <a:off x="3362325" y="6079480"/>
            <a:ext cx="723900" cy="247650"/>
          </a:xfrm>
          <a:prstGeom prst="rect">
            <a:avLst/>
          </a:prstGeom>
        </p:spPr>
      </p:pic>
      <p:pic>
        <p:nvPicPr>
          <p:cNvPr id="25" name="SK-13-img-24" descr="preencoded.png"/>
          <p:cNvPicPr>
            <a:picLocks noChangeAspect="1"/>
          </p:cNvPicPr>
          <p:nvPr/>
        </p:nvPicPr>
        <p:blipFill>
          <a:blip r:embed="rId25"/>
          <a:stretch>
            <a:fillRect/>
          </a:stretch>
        </p:blipFill>
        <p:spPr>
          <a:xfrm>
            <a:off x="5219700" y="2019151"/>
            <a:ext cx="261937" cy="213420"/>
          </a:xfrm>
          <a:prstGeom prst="rect">
            <a:avLst/>
          </a:prstGeom>
        </p:spPr>
      </p:pic>
      <p:pic>
        <p:nvPicPr>
          <p:cNvPr id="26" name="SK-13-img-25" descr="preencoded.png"/>
          <p:cNvPicPr>
            <a:picLocks noChangeAspect="1"/>
          </p:cNvPicPr>
          <p:nvPr/>
        </p:nvPicPr>
        <p:blipFill>
          <a:blip r:embed="rId26"/>
          <a:stretch>
            <a:fillRect/>
          </a:stretch>
        </p:blipFill>
        <p:spPr>
          <a:xfrm>
            <a:off x="5219700" y="2492573"/>
            <a:ext cx="3124200" cy="856059"/>
          </a:xfrm>
          <a:prstGeom prst="rect">
            <a:avLst/>
          </a:prstGeom>
        </p:spPr>
      </p:pic>
      <p:pic>
        <p:nvPicPr>
          <p:cNvPr id="27" name="SK-13-img-26" descr="preencoded.png"/>
          <p:cNvPicPr>
            <a:picLocks noChangeAspect="1"/>
          </p:cNvPicPr>
          <p:nvPr/>
        </p:nvPicPr>
        <p:blipFill>
          <a:blip r:embed="rId26"/>
          <a:stretch>
            <a:fillRect/>
          </a:stretch>
        </p:blipFill>
        <p:spPr>
          <a:xfrm>
            <a:off x="8496300" y="2492573"/>
            <a:ext cx="3124200" cy="856059"/>
          </a:xfrm>
          <a:prstGeom prst="rect">
            <a:avLst/>
          </a:prstGeom>
        </p:spPr>
      </p:pic>
      <p:pic>
        <p:nvPicPr>
          <p:cNvPr id="28" name="SK-13-img-27" descr="preencoded.png"/>
          <p:cNvPicPr>
            <a:picLocks noChangeAspect="1"/>
          </p:cNvPicPr>
          <p:nvPr/>
        </p:nvPicPr>
        <p:blipFill>
          <a:blip r:embed="rId27"/>
          <a:stretch>
            <a:fillRect/>
          </a:stretch>
        </p:blipFill>
        <p:spPr>
          <a:xfrm>
            <a:off x="5219700" y="3501033"/>
            <a:ext cx="3124200" cy="856059"/>
          </a:xfrm>
          <a:prstGeom prst="rect">
            <a:avLst/>
          </a:prstGeom>
        </p:spPr>
      </p:pic>
      <p:pic>
        <p:nvPicPr>
          <p:cNvPr id="29" name="SK-13-img-28" descr="preencoded.png"/>
          <p:cNvPicPr>
            <a:picLocks noChangeAspect="1"/>
          </p:cNvPicPr>
          <p:nvPr/>
        </p:nvPicPr>
        <p:blipFill>
          <a:blip r:embed="rId27"/>
          <a:stretch>
            <a:fillRect/>
          </a:stretch>
        </p:blipFill>
        <p:spPr>
          <a:xfrm>
            <a:off x="8496300" y="3501033"/>
            <a:ext cx="3124200" cy="856059"/>
          </a:xfrm>
          <a:prstGeom prst="rect">
            <a:avLst/>
          </a:prstGeom>
        </p:spPr>
      </p:pic>
      <p:pic>
        <p:nvPicPr>
          <p:cNvPr id="30" name="SK-13-img-29" descr="preencoded.png"/>
          <p:cNvPicPr>
            <a:picLocks noChangeAspect="1"/>
          </p:cNvPicPr>
          <p:nvPr/>
        </p:nvPicPr>
        <p:blipFill>
          <a:blip r:embed="rId28"/>
          <a:stretch>
            <a:fillRect/>
          </a:stretch>
        </p:blipFill>
        <p:spPr>
          <a:xfrm>
            <a:off x="5219700" y="4509492"/>
            <a:ext cx="3124200" cy="856059"/>
          </a:xfrm>
          <a:prstGeom prst="rect">
            <a:avLst/>
          </a:prstGeom>
        </p:spPr>
      </p:pic>
      <p:pic>
        <p:nvPicPr>
          <p:cNvPr id="31" name="SK-13-img-30" descr="preencoded.png"/>
          <p:cNvPicPr>
            <a:picLocks noChangeAspect="1"/>
          </p:cNvPicPr>
          <p:nvPr/>
        </p:nvPicPr>
        <p:blipFill>
          <a:blip r:embed="rId28"/>
          <a:stretch>
            <a:fillRect/>
          </a:stretch>
        </p:blipFill>
        <p:spPr>
          <a:xfrm>
            <a:off x="8496300" y="4509492"/>
            <a:ext cx="3124200" cy="856059"/>
          </a:xfrm>
          <a:prstGeom prst="rect">
            <a:avLst/>
          </a:prstGeom>
        </p:spPr>
      </p:pic>
      <p:pic>
        <p:nvPicPr>
          <p:cNvPr id="32" name="SK-13-img-31" descr="preencoded.png"/>
          <p:cNvPicPr>
            <a:picLocks noChangeAspect="1"/>
          </p:cNvPicPr>
          <p:nvPr/>
        </p:nvPicPr>
        <p:blipFill>
          <a:blip r:embed="rId29"/>
          <a:stretch>
            <a:fillRect/>
          </a:stretch>
        </p:blipFill>
        <p:spPr>
          <a:xfrm>
            <a:off x="5219700" y="5594152"/>
            <a:ext cx="6400800" cy="590550"/>
          </a:xfrm>
          <a:prstGeom prst="rect">
            <a:avLst/>
          </a:prstGeom>
        </p:spPr>
      </p:pic>
      <p:sp>
        <p:nvSpPr>
          <p:cNvPr id="33" name="SK-13-text-32"/>
          <p:cNvSpPr/>
          <p:nvPr/>
        </p:nvSpPr>
        <p:spPr>
          <a:xfrm>
            <a:off x="647700" y="304800"/>
            <a:ext cx="3077222" cy="238125"/>
          </a:xfrm>
          <a:prstGeom prst="rect">
            <a:avLst/>
          </a:prstGeom>
          <a:noFill/>
          <a:ln/>
        </p:spPr>
        <p:txBody>
          <a:bodyPr vert="horz" wrap="square" lIns="0" tIns="0" rIns="0" bIns="0" rtlCol="0" anchor="ctr"/>
          <a:lstStyle/>
          <a:p>
            <a:pPr marL="0" indent="0">
              <a:lnSpc>
                <a:spcPts val="1575"/>
              </a:lnSpc>
              <a:buNone/>
            </a:pPr>
            <a:r>
              <a:rPr lang="en-US" sz="1050" kern="0" spc="120" dirty="0">
                <a:solidFill>
                  <a:srgbClr val="00F5FF"/>
                </a:solidFill>
              </a:rPr>
              <a:t>TECHNICAL MODULE 13</a:t>
            </a:r>
            <a:endParaRPr lang="en-US" sz="1050" dirty="0"/>
          </a:p>
        </p:txBody>
      </p:sp>
      <p:sp>
        <p:nvSpPr>
          <p:cNvPr id="34" name="SK-13-text-33"/>
          <p:cNvSpPr/>
          <p:nvPr/>
        </p:nvSpPr>
        <p:spPr>
          <a:xfrm>
            <a:off x="571500" y="619125"/>
            <a:ext cx="11049000" cy="485775"/>
          </a:xfrm>
          <a:prstGeom prst="rect">
            <a:avLst/>
          </a:prstGeom>
          <a:noFill/>
          <a:ln/>
        </p:spPr>
        <p:txBody>
          <a:bodyPr vert="horz" wrap="square" lIns="0" tIns="0" rIns="0" bIns="0" rtlCol="0" anchor="ctr"/>
          <a:lstStyle/>
          <a:p>
            <a:pPr marL="0" indent="0">
              <a:lnSpc>
                <a:spcPts val="3825"/>
              </a:lnSpc>
              <a:buNone/>
            </a:pPr>
            <a:r>
              <a:rPr lang="en-US" sz="2550" b="1" dirty="0">
                <a:solidFill>
                  <a:srgbClr val="7B61FF"/>
                </a:solidFill>
                <a:latin typeface="Noto Sans SC" pitchFamily="34" charset="0"/>
                <a:ea typeface="Noto Sans SC" pitchFamily="34" charset="-122"/>
                <a:cs typeface="Noto Sans SC" pitchFamily="34" charset="-120"/>
              </a:rPr>
              <a:t>#</a:t>
            </a:r>
            <a:r>
              <a:rPr lang="en-US" sz="2550" b="1" dirty="0">
                <a:solidFill>
                  <a:srgbClr val="FFFFFF"/>
                </a:solidFill>
                <a:latin typeface="Noto Sans SC" pitchFamily="34" charset="0"/>
                <a:ea typeface="Noto Sans SC" pitchFamily="34" charset="-122"/>
                <a:cs typeface="Noto Sans SC" pitchFamily="34" charset="-120"/>
              </a:rPr>
              <a:t>系统三层解耦架构</a:t>
            </a:r>
            <a:endParaRPr lang="en-US" sz="2550" dirty="0"/>
          </a:p>
        </p:txBody>
      </p:sp>
      <p:sp>
        <p:nvSpPr>
          <p:cNvPr id="35" name="SK-13-text-34"/>
          <p:cNvSpPr/>
          <p:nvPr/>
        </p:nvSpPr>
        <p:spPr>
          <a:xfrm>
            <a:off x="685800" y="1219200"/>
            <a:ext cx="11506200" cy="228600"/>
          </a:xfrm>
          <a:prstGeom prst="rect">
            <a:avLst/>
          </a:prstGeom>
          <a:noFill/>
          <a:ln/>
        </p:spPr>
        <p:txBody>
          <a:bodyPr vert="horz" wrap="square" lIns="0" tIns="0" rIns="0" bIns="0" rtlCol="0" anchor="ctr"/>
          <a:lstStyle/>
          <a:p>
            <a:pPr marL="0" indent="0">
              <a:lnSpc>
                <a:spcPts val="1800"/>
              </a:lnSpc>
              <a:buNone/>
            </a:pPr>
            <a:r>
              <a:rPr lang="en-US" sz="1200" dirty="0">
                <a:solidFill>
                  <a:srgbClr val="A0AEC0"/>
                </a:solidFill>
                <a:latin typeface="Noto Sans SC" pitchFamily="34" charset="0"/>
                <a:ea typeface="Noto Sans SC" pitchFamily="34" charset="-122"/>
                <a:cs typeface="Noto Sans SC" pitchFamily="34" charset="-120"/>
              </a:rPr>
              <a:t>采用Vue 3.5前端、WebFlux后端与FastAPI模型层架构，构建全链路SSE流式数据管道。</a:t>
            </a:r>
            <a:endParaRPr lang="en-US" sz="1200" dirty="0"/>
          </a:p>
        </p:txBody>
      </p:sp>
      <p:sp>
        <p:nvSpPr>
          <p:cNvPr id="36" name="SK-13-text-35"/>
          <p:cNvSpPr/>
          <p:nvPr/>
        </p:nvSpPr>
        <p:spPr>
          <a:xfrm>
            <a:off x="1181100" y="1826270"/>
            <a:ext cx="2000250" cy="285750"/>
          </a:xfrm>
          <a:prstGeom prst="rect">
            <a:avLst/>
          </a:prstGeom>
          <a:noFill/>
          <a:ln/>
        </p:spPr>
        <p:txBody>
          <a:bodyPr vert="horz" wrap="square" lIns="0" tIns="0" rIns="0" bIns="0" rtlCol="0" anchor="ctr"/>
          <a:lstStyle/>
          <a:p>
            <a:pPr marL="0" indent="0">
              <a:lnSpc>
                <a:spcPts val="2250"/>
              </a:lnSpc>
              <a:buNone/>
            </a:pPr>
            <a:r>
              <a:rPr lang="en-US" sz="1500" b="1" dirty="0">
                <a:solidFill>
                  <a:srgbClr val="FFFFFF"/>
                </a:solidFill>
                <a:latin typeface="Noto Sans SC" pitchFamily="34" charset="0"/>
                <a:ea typeface="Noto Sans SC" pitchFamily="34" charset="-122"/>
                <a:cs typeface="Noto Sans SC" pitchFamily="34" charset="-120"/>
              </a:rPr>
              <a:t>前端交互层</a:t>
            </a:r>
            <a:endParaRPr lang="en-US" sz="1500" dirty="0"/>
          </a:p>
        </p:txBody>
      </p:sp>
      <p:sp>
        <p:nvSpPr>
          <p:cNvPr id="37" name="SK-13-text-36"/>
          <p:cNvSpPr/>
          <p:nvPr/>
        </p:nvSpPr>
        <p:spPr>
          <a:xfrm>
            <a:off x="762000" y="2226320"/>
            <a:ext cx="3886200" cy="373261"/>
          </a:xfrm>
          <a:prstGeom prst="rect">
            <a:avLst/>
          </a:prstGeom>
          <a:noFill/>
          <a:ln/>
        </p:spPr>
        <p:txBody>
          <a:bodyPr vert="horz" wrap="square" lIns="0" tIns="0" rIns="0" bIns="0" rtlCol="0" anchor="ctr"/>
          <a:lstStyle/>
          <a:p>
            <a:pPr marL="0" indent="0">
              <a:lnSpc>
                <a:spcPts val="1470"/>
              </a:lnSpc>
              <a:buNone/>
            </a:pPr>
            <a:r>
              <a:rPr lang="en-US" sz="1050" dirty="0">
                <a:solidFill>
                  <a:srgbClr val="A0AEC0"/>
                </a:solidFill>
                <a:latin typeface="Noto Sans SC" pitchFamily="34" charset="0"/>
                <a:ea typeface="Noto Sans SC" pitchFamily="34" charset="-122"/>
                <a:cs typeface="Noto Sans SC" pitchFamily="34" charset="-120"/>
              </a:rPr>
              <a:t>基于 ReadableStream 的流式数据接收，提供 ThinkingPanel 推理透明化展示与 Markdown 安全渲染。</a:t>
            </a:r>
            <a:endParaRPr lang="en-US" sz="1050" dirty="0"/>
          </a:p>
        </p:txBody>
      </p:sp>
      <p:sp>
        <p:nvSpPr>
          <p:cNvPr id="38" name="SK-13-text-37"/>
          <p:cNvSpPr/>
          <p:nvPr/>
        </p:nvSpPr>
        <p:spPr>
          <a:xfrm>
            <a:off x="857250" y="2675781"/>
            <a:ext cx="887896" cy="247650"/>
          </a:xfrm>
          <a:prstGeom prst="rect">
            <a:avLst/>
          </a:prstGeom>
          <a:noFill/>
          <a:ln/>
        </p:spPr>
        <p:txBody>
          <a:bodyPr vert="horz" wrap="square" lIns="0" tIns="0" rIns="0" bIns="0" rtlCol="0" anchor="ctr"/>
          <a:lstStyle/>
          <a:p>
            <a:pPr marL="0" indent="0">
              <a:lnSpc>
                <a:spcPts val="1350"/>
              </a:lnSpc>
              <a:buNone/>
            </a:pPr>
            <a:r>
              <a:rPr lang="en-US" sz="900" dirty="0">
                <a:solidFill>
                  <a:srgbClr val="00F5FF"/>
                </a:solidFill>
              </a:rPr>
              <a:t>Vue 3.5</a:t>
            </a:r>
            <a:endParaRPr lang="en-US" sz="900" dirty="0"/>
          </a:p>
        </p:txBody>
      </p:sp>
      <p:sp>
        <p:nvSpPr>
          <p:cNvPr id="39" name="SK-13-text-38"/>
          <p:cNvSpPr/>
          <p:nvPr/>
        </p:nvSpPr>
        <p:spPr>
          <a:xfrm>
            <a:off x="1590675" y="2675781"/>
            <a:ext cx="1019476" cy="247650"/>
          </a:xfrm>
          <a:prstGeom prst="rect">
            <a:avLst/>
          </a:prstGeom>
          <a:noFill/>
          <a:ln/>
        </p:spPr>
        <p:txBody>
          <a:bodyPr vert="horz" wrap="square" lIns="0" tIns="0" rIns="0" bIns="0" rtlCol="0" anchor="ctr"/>
          <a:lstStyle/>
          <a:p>
            <a:pPr marL="0" indent="0">
              <a:lnSpc>
                <a:spcPts val="1350"/>
              </a:lnSpc>
              <a:buNone/>
            </a:pPr>
            <a:r>
              <a:rPr lang="en-US" sz="900" dirty="0">
                <a:solidFill>
                  <a:srgbClr val="00F5FF"/>
                </a:solidFill>
              </a:rPr>
              <a:t>Vite 7.1</a:t>
            </a:r>
            <a:endParaRPr lang="en-US" sz="900" dirty="0"/>
          </a:p>
        </p:txBody>
      </p:sp>
      <p:sp>
        <p:nvSpPr>
          <p:cNvPr id="40" name="SK-13-text-39"/>
          <p:cNvSpPr/>
          <p:nvPr/>
        </p:nvSpPr>
        <p:spPr>
          <a:xfrm>
            <a:off x="2390775" y="2675781"/>
            <a:ext cx="512618" cy="247650"/>
          </a:xfrm>
          <a:prstGeom prst="rect">
            <a:avLst/>
          </a:prstGeom>
          <a:noFill/>
          <a:ln/>
        </p:spPr>
        <p:txBody>
          <a:bodyPr vert="horz" wrap="square" lIns="0" tIns="0" rIns="0" bIns="0" rtlCol="0" anchor="ctr"/>
          <a:lstStyle/>
          <a:p>
            <a:pPr marL="0" indent="0">
              <a:lnSpc>
                <a:spcPts val="1350"/>
              </a:lnSpc>
              <a:buNone/>
            </a:pPr>
            <a:r>
              <a:rPr lang="en-US" sz="900" dirty="0">
                <a:solidFill>
                  <a:srgbClr val="00F5FF"/>
                </a:solidFill>
              </a:rPr>
              <a:t>Pinia</a:t>
            </a:r>
            <a:endParaRPr lang="en-US" sz="900" dirty="0"/>
          </a:p>
        </p:txBody>
      </p:sp>
      <p:sp>
        <p:nvSpPr>
          <p:cNvPr id="41" name="SK-13-text-40"/>
          <p:cNvSpPr/>
          <p:nvPr/>
        </p:nvSpPr>
        <p:spPr>
          <a:xfrm>
            <a:off x="2990850" y="2675781"/>
            <a:ext cx="512618" cy="247650"/>
          </a:xfrm>
          <a:prstGeom prst="rect">
            <a:avLst/>
          </a:prstGeom>
          <a:noFill/>
          <a:ln/>
        </p:spPr>
        <p:txBody>
          <a:bodyPr vert="horz" wrap="square" lIns="0" tIns="0" rIns="0" bIns="0" rtlCol="0" anchor="ctr"/>
          <a:lstStyle/>
          <a:p>
            <a:pPr marL="0" indent="0">
              <a:lnSpc>
                <a:spcPts val="1350"/>
              </a:lnSpc>
              <a:buNone/>
            </a:pPr>
            <a:r>
              <a:rPr lang="en-US" sz="900" dirty="0">
                <a:solidFill>
                  <a:srgbClr val="00F5FF"/>
                </a:solidFill>
              </a:rPr>
              <a:t>Fetch</a:t>
            </a:r>
            <a:endParaRPr lang="en-US" sz="900" dirty="0"/>
          </a:p>
        </p:txBody>
      </p:sp>
      <p:sp>
        <p:nvSpPr>
          <p:cNvPr id="42" name="SK-13-text-41"/>
          <p:cNvSpPr/>
          <p:nvPr/>
        </p:nvSpPr>
        <p:spPr>
          <a:xfrm>
            <a:off x="1181100" y="3528120"/>
            <a:ext cx="2000250" cy="285750"/>
          </a:xfrm>
          <a:prstGeom prst="rect">
            <a:avLst/>
          </a:prstGeom>
          <a:noFill/>
          <a:ln/>
        </p:spPr>
        <p:txBody>
          <a:bodyPr vert="horz" wrap="square" lIns="0" tIns="0" rIns="0" bIns="0" rtlCol="0" anchor="ctr"/>
          <a:lstStyle/>
          <a:p>
            <a:pPr marL="0" indent="0">
              <a:lnSpc>
                <a:spcPts val="2250"/>
              </a:lnSpc>
              <a:buNone/>
            </a:pPr>
            <a:r>
              <a:rPr lang="en-US" sz="1500" b="1" dirty="0">
                <a:solidFill>
                  <a:srgbClr val="FFFFFF"/>
                </a:solidFill>
                <a:latin typeface="Noto Sans SC" pitchFamily="34" charset="0"/>
                <a:ea typeface="Noto Sans SC" pitchFamily="34" charset="-122"/>
                <a:cs typeface="Noto Sans SC" pitchFamily="34" charset="-120"/>
              </a:rPr>
              <a:t>后端服务层</a:t>
            </a:r>
            <a:endParaRPr lang="en-US" sz="1500" dirty="0"/>
          </a:p>
        </p:txBody>
      </p:sp>
      <p:sp>
        <p:nvSpPr>
          <p:cNvPr id="43" name="SK-13-text-42"/>
          <p:cNvSpPr/>
          <p:nvPr/>
        </p:nvSpPr>
        <p:spPr>
          <a:xfrm>
            <a:off x="762000" y="3928170"/>
            <a:ext cx="3886200" cy="373261"/>
          </a:xfrm>
          <a:prstGeom prst="rect">
            <a:avLst/>
          </a:prstGeom>
          <a:noFill/>
          <a:ln/>
        </p:spPr>
        <p:txBody>
          <a:bodyPr vert="horz" wrap="square" lIns="0" tIns="0" rIns="0" bIns="0" rtlCol="0" anchor="ctr"/>
          <a:lstStyle/>
          <a:p>
            <a:pPr marL="0" indent="0">
              <a:lnSpc>
                <a:spcPts val="1470"/>
              </a:lnSpc>
              <a:buNone/>
            </a:pPr>
            <a:r>
              <a:rPr lang="en-US" sz="1050" dirty="0">
                <a:solidFill>
                  <a:srgbClr val="A0AEC0"/>
                </a:solidFill>
                <a:latin typeface="Noto Sans SC" pitchFamily="34" charset="0"/>
                <a:ea typeface="Noto Sans SC" pitchFamily="34" charset="-122"/>
                <a:cs typeface="Noto Sans SC" pitchFamily="34" charset="-120"/>
              </a:rPr>
              <a:t>Spring WebFlux 异步非阻塞架构，集成 Redisson 分布式限流与 JWT 自动续期机制。</a:t>
            </a:r>
            <a:endParaRPr lang="en-US" sz="1050" dirty="0"/>
          </a:p>
        </p:txBody>
      </p:sp>
      <p:sp>
        <p:nvSpPr>
          <p:cNvPr id="44" name="SK-13-text-43"/>
          <p:cNvSpPr/>
          <p:nvPr/>
        </p:nvSpPr>
        <p:spPr>
          <a:xfrm>
            <a:off x="857250" y="4377630"/>
            <a:ext cx="887896" cy="247650"/>
          </a:xfrm>
          <a:prstGeom prst="rect">
            <a:avLst/>
          </a:prstGeom>
          <a:noFill/>
          <a:ln/>
        </p:spPr>
        <p:txBody>
          <a:bodyPr vert="horz" wrap="square" lIns="0" tIns="0" rIns="0" bIns="0" rtlCol="0" anchor="ctr"/>
          <a:lstStyle/>
          <a:p>
            <a:pPr marL="0" indent="0">
              <a:lnSpc>
                <a:spcPts val="1350"/>
              </a:lnSpc>
              <a:buNone/>
            </a:pPr>
            <a:r>
              <a:rPr lang="en-US" sz="900" dirty="0">
                <a:solidFill>
                  <a:srgbClr val="00F5FF"/>
                </a:solidFill>
              </a:rPr>
              <a:t>Java 21</a:t>
            </a:r>
            <a:endParaRPr lang="en-US" sz="900" dirty="0"/>
          </a:p>
        </p:txBody>
      </p:sp>
      <p:sp>
        <p:nvSpPr>
          <p:cNvPr id="45" name="SK-13-text-44"/>
          <p:cNvSpPr/>
          <p:nvPr/>
        </p:nvSpPr>
        <p:spPr>
          <a:xfrm>
            <a:off x="1590675" y="4377630"/>
            <a:ext cx="1958035" cy="247650"/>
          </a:xfrm>
          <a:prstGeom prst="rect">
            <a:avLst/>
          </a:prstGeom>
          <a:noFill/>
          <a:ln/>
        </p:spPr>
        <p:txBody>
          <a:bodyPr vert="horz" wrap="square" lIns="0" tIns="0" rIns="0" bIns="0" rtlCol="0" anchor="ctr"/>
          <a:lstStyle/>
          <a:p>
            <a:pPr marL="0" indent="0">
              <a:lnSpc>
                <a:spcPts val="1350"/>
              </a:lnSpc>
              <a:buNone/>
            </a:pPr>
            <a:r>
              <a:rPr lang="en-US" sz="900" dirty="0">
                <a:solidFill>
                  <a:srgbClr val="00F5FF"/>
                </a:solidFill>
              </a:rPr>
              <a:t>Spring Boot 3.3</a:t>
            </a:r>
            <a:endParaRPr lang="en-US" sz="900" dirty="0"/>
          </a:p>
        </p:txBody>
      </p:sp>
      <p:sp>
        <p:nvSpPr>
          <p:cNvPr id="46" name="SK-13-text-45"/>
          <p:cNvSpPr/>
          <p:nvPr/>
        </p:nvSpPr>
        <p:spPr>
          <a:xfrm>
            <a:off x="2857500" y="4377630"/>
            <a:ext cx="512618" cy="247650"/>
          </a:xfrm>
          <a:prstGeom prst="rect">
            <a:avLst/>
          </a:prstGeom>
          <a:noFill/>
          <a:ln/>
        </p:spPr>
        <p:txBody>
          <a:bodyPr vert="horz" wrap="square" lIns="0" tIns="0" rIns="0" bIns="0" rtlCol="0" anchor="ctr"/>
          <a:lstStyle/>
          <a:p>
            <a:pPr marL="0" indent="0">
              <a:lnSpc>
                <a:spcPts val="1350"/>
              </a:lnSpc>
              <a:buNone/>
            </a:pPr>
            <a:r>
              <a:rPr lang="en-US" sz="900" dirty="0">
                <a:solidFill>
                  <a:srgbClr val="00F5FF"/>
                </a:solidFill>
              </a:rPr>
              <a:t>Redis</a:t>
            </a:r>
            <a:endParaRPr lang="en-US" sz="900" dirty="0"/>
          </a:p>
        </p:txBody>
      </p:sp>
      <p:sp>
        <p:nvSpPr>
          <p:cNvPr id="47" name="SK-13-text-46"/>
          <p:cNvSpPr/>
          <p:nvPr/>
        </p:nvSpPr>
        <p:spPr>
          <a:xfrm>
            <a:off x="3457575" y="4377630"/>
            <a:ext cx="1013185" cy="247650"/>
          </a:xfrm>
          <a:prstGeom prst="rect">
            <a:avLst/>
          </a:prstGeom>
          <a:noFill/>
          <a:ln/>
        </p:spPr>
        <p:txBody>
          <a:bodyPr vert="horz" wrap="square" lIns="0" tIns="0" rIns="0" bIns="0" rtlCol="0" anchor="ctr"/>
          <a:lstStyle/>
          <a:p>
            <a:pPr marL="0" indent="0">
              <a:lnSpc>
                <a:spcPts val="1350"/>
              </a:lnSpc>
              <a:buNone/>
            </a:pPr>
            <a:r>
              <a:rPr lang="en-US" sz="900" dirty="0">
                <a:solidFill>
                  <a:srgbClr val="00F5FF"/>
                </a:solidFill>
              </a:rPr>
              <a:t>WebClient</a:t>
            </a:r>
            <a:endParaRPr lang="en-US" sz="900" dirty="0"/>
          </a:p>
        </p:txBody>
      </p:sp>
      <p:sp>
        <p:nvSpPr>
          <p:cNvPr id="48" name="SK-13-text-47"/>
          <p:cNvSpPr/>
          <p:nvPr/>
        </p:nvSpPr>
        <p:spPr>
          <a:xfrm>
            <a:off x="1181100" y="5229969"/>
            <a:ext cx="2000250" cy="285750"/>
          </a:xfrm>
          <a:prstGeom prst="rect">
            <a:avLst/>
          </a:prstGeom>
          <a:noFill/>
          <a:ln/>
        </p:spPr>
        <p:txBody>
          <a:bodyPr vert="horz" wrap="square" lIns="0" tIns="0" rIns="0" bIns="0" rtlCol="0" anchor="ctr"/>
          <a:lstStyle/>
          <a:p>
            <a:pPr marL="0" indent="0">
              <a:lnSpc>
                <a:spcPts val="2250"/>
              </a:lnSpc>
              <a:buNone/>
            </a:pPr>
            <a:r>
              <a:rPr lang="en-US" sz="1500" b="1" dirty="0">
                <a:solidFill>
                  <a:srgbClr val="FFFFFF"/>
                </a:solidFill>
                <a:latin typeface="Noto Sans SC" pitchFamily="34" charset="0"/>
                <a:ea typeface="Noto Sans SC" pitchFamily="34" charset="-122"/>
                <a:cs typeface="Noto Sans SC" pitchFamily="34" charset="-120"/>
              </a:rPr>
              <a:t>模型推理层</a:t>
            </a:r>
            <a:endParaRPr lang="en-US" sz="1500" dirty="0"/>
          </a:p>
        </p:txBody>
      </p:sp>
      <p:sp>
        <p:nvSpPr>
          <p:cNvPr id="49" name="SK-13-text-48"/>
          <p:cNvSpPr/>
          <p:nvPr/>
        </p:nvSpPr>
        <p:spPr>
          <a:xfrm>
            <a:off x="762000" y="5630019"/>
            <a:ext cx="3886200" cy="373261"/>
          </a:xfrm>
          <a:prstGeom prst="rect">
            <a:avLst/>
          </a:prstGeom>
          <a:noFill/>
          <a:ln/>
        </p:spPr>
        <p:txBody>
          <a:bodyPr vert="horz" wrap="square" lIns="0" tIns="0" rIns="0" bIns="0" rtlCol="0" anchor="ctr"/>
          <a:lstStyle/>
          <a:p>
            <a:pPr marL="0" indent="0">
              <a:lnSpc>
                <a:spcPts val="1470"/>
              </a:lnSpc>
              <a:buNone/>
            </a:pPr>
            <a:r>
              <a:rPr lang="en-US" sz="1050" dirty="0">
                <a:solidFill>
                  <a:srgbClr val="A0AEC0"/>
                </a:solidFill>
                <a:latin typeface="Noto Sans SC" pitchFamily="34" charset="0"/>
                <a:ea typeface="Noto Sans SC" pitchFamily="34" charset="-122"/>
                <a:cs typeface="Noto Sans SC" pitchFamily="34" charset="-120"/>
              </a:rPr>
              <a:t>LangGraph 状态机编排，支持 RAG 混合检索、意图智能分流与 8 智能体并行协同推理。</a:t>
            </a:r>
            <a:endParaRPr lang="en-US" sz="1050" dirty="0"/>
          </a:p>
        </p:txBody>
      </p:sp>
      <p:sp>
        <p:nvSpPr>
          <p:cNvPr id="50" name="SK-13-text-49"/>
          <p:cNvSpPr/>
          <p:nvPr/>
        </p:nvSpPr>
        <p:spPr>
          <a:xfrm>
            <a:off x="857250" y="6079480"/>
            <a:ext cx="1491635" cy="247650"/>
          </a:xfrm>
          <a:prstGeom prst="rect">
            <a:avLst/>
          </a:prstGeom>
          <a:noFill/>
          <a:ln/>
        </p:spPr>
        <p:txBody>
          <a:bodyPr vert="horz" wrap="square" lIns="0" tIns="0" rIns="0" bIns="0" rtlCol="0" anchor="ctr"/>
          <a:lstStyle/>
          <a:p>
            <a:pPr marL="0" indent="0">
              <a:lnSpc>
                <a:spcPts val="1350"/>
              </a:lnSpc>
              <a:buNone/>
            </a:pPr>
            <a:r>
              <a:rPr lang="en-US" sz="900" dirty="0">
                <a:solidFill>
                  <a:srgbClr val="00F5FF"/>
                </a:solidFill>
              </a:rPr>
              <a:t>Python 3.11</a:t>
            </a:r>
            <a:endParaRPr lang="en-US" sz="900" dirty="0"/>
          </a:p>
        </p:txBody>
      </p:sp>
      <p:sp>
        <p:nvSpPr>
          <p:cNvPr id="51" name="SK-13-text-50"/>
          <p:cNvSpPr/>
          <p:nvPr/>
        </p:nvSpPr>
        <p:spPr>
          <a:xfrm>
            <a:off x="1857375" y="6079480"/>
            <a:ext cx="758024" cy="247650"/>
          </a:xfrm>
          <a:prstGeom prst="rect">
            <a:avLst/>
          </a:prstGeom>
          <a:noFill/>
          <a:ln/>
        </p:spPr>
        <p:txBody>
          <a:bodyPr vert="horz" wrap="square" lIns="0" tIns="0" rIns="0" bIns="0" rtlCol="0" anchor="ctr"/>
          <a:lstStyle/>
          <a:p>
            <a:pPr marL="0" indent="0">
              <a:lnSpc>
                <a:spcPts val="1350"/>
              </a:lnSpc>
              <a:buNone/>
            </a:pPr>
            <a:r>
              <a:rPr lang="en-US" sz="900" dirty="0">
                <a:solidFill>
                  <a:srgbClr val="00F5FF"/>
                </a:solidFill>
              </a:rPr>
              <a:t>FastAPI</a:t>
            </a:r>
            <a:endParaRPr lang="en-US" sz="900" dirty="0"/>
          </a:p>
        </p:txBody>
      </p:sp>
      <p:sp>
        <p:nvSpPr>
          <p:cNvPr id="52" name="SK-13-text-51"/>
          <p:cNvSpPr/>
          <p:nvPr/>
        </p:nvSpPr>
        <p:spPr>
          <a:xfrm>
            <a:off x="2590800" y="6079480"/>
            <a:ext cx="1013185" cy="247650"/>
          </a:xfrm>
          <a:prstGeom prst="rect">
            <a:avLst/>
          </a:prstGeom>
          <a:noFill/>
          <a:ln/>
        </p:spPr>
        <p:txBody>
          <a:bodyPr vert="horz" wrap="square" lIns="0" tIns="0" rIns="0" bIns="0" rtlCol="0" anchor="ctr"/>
          <a:lstStyle/>
          <a:p>
            <a:pPr marL="0" indent="0">
              <a:lnSpc>
                <a:spcPts val="1350"/>
              </a:lnSpc>
              <a:buNone/>
            </a:pPr>
            <a:r>
              <a:rPr lang="en-US" sz="900" dirty="0">
                <a:solidFill>
                  <a:srgbClr val="00F5FF"/>
                </a:solidFill>
              </a:rPr>
              <a:t>LangGraph</a:t>
            </a:r>
            <a:endParaRPr lang="en-US" sz="900" dirty="0"/>
          </a:p>
        </p:txBody>
      </p:sp>
      <p:sp>
        <p:nvSpPr>
          <p:cNvPr id="53" name="SK-13-text-52"/>
          <p:cNvSpPr/>
          <p:nvPr/>
        </p:nvSpPr>
        <p:spPr>
          <a:xfrm>
            <a:off x="3457575" y="6079480"/>
            <a:ext cx="884722" cy="247650"/>
          </a:xfrm>
          <a:prstGeom prst="rect">
            <a:avLst/>
          </a:prstGeom>
          <a:noFill/>
          <a:ln/>
        </p:spPr>
        <p:txBody>
          <a:bodyPr vert="horz" wrap="square" lIns="0" tIns="0" rIns="0" bIns="0" rtlCol="0" anchor="ctr"/>
          <a:lstStyle/>
          <a:p>
            <a:pPr marL="0" indent="0">
              <a:lnSpc>
                <a:spcPts val="1350"/>
              </a:lnSpc>
              <a:buNone/>
            </a:pPr>
            <a:r>
              <a:rPr lang="en-US" sz="900" dirty="0">
                <a:solidFill>
                  <a:srgbClr val="00F5FF"/>
                </a:solidFill>
              </a:rPr>
              <a:t>ChromaDB</a:t>
            </a:r>
            <a:endParaRPr lang="en-US" sz="900" dirty="0"/>
          </a:p>
        </p:txBody>
      </p:sp>
      <p:sp>
        <p:nvSpPr>
          <p:cNvPr id="54" name="SK-13-text-53"/>
          <p:cNvSpPr/>
          <p:nvPr/>
        </p:nvSpPr>
        <p:spPr>
          <a:xfrm>
            <a:off x="5595938" y="1968698"/>
            <a:ext cx="6596063" cy="314325"/>
          </a:xfrm>
          <a:prstGeom prst="rect">
            <a:avLst/>
          </a:prstGeom>
          <a:noFill/>
          <a:ln/>
        </p:spPr>
        <p:txBody>
          <a:bodyPr vert="horz" wrap="square" lIns="0" tIns="0" rIns="0" bIns="0" rtlCol="0" anchor="ctr"/>
          <a:lstStyle/>
          <a:p>
            <a:pPr marL="0" indent="0">
              <a:lnSpc>
                <a:spcPts val="2475"/>
              </a:lnSpc>
              <a:buNone/>
            </a:pPr>
            <a:r>
              <a:rPr lang="en-US" sz="1650" b="1" dirty="0">
                <a:solidFill>
                  <a:srgbClr val="00F5FF"/>
                </a:solidFill>
                <a:latin typeface="Noto Sans SC" pitchFamily="34" charset="0"/>
                <a:ea typeface="Noto Sans SC" pitchFamily="34" charset="-122"/>
                <a:cs typeface="Noto Sans SC" pitchFamily="34" charset="-120"/>
              </a:rPr>
              <a:t>全链路 SSE 流式数据管道 (SSE Pipeline)</a:t>
            </a:r>
            <a:endParaRPr lang="en-US" sz="1650" dirty="0"/>
          </a:p>
        </p:txBody>
      </p:sp>
      <p:sp>
        <p:nvSpPr>
          <p:cNvPr id="55" name="SK-13-text-54"/>
          <p:cNvSpPr/>
          <p:nvPr/>
        </p:nvSpPr>
        <p:spPr>
          <a:xfrm>
            <a:off x="5372100" y="2623542"/>
            <a:ext cx="769620" cy="200025"/>
          </a:xfrm>
          <a:prstGeom prst="rect">
            <a:avLst/>
          </a:prstGeom>
          <a:noFill/>
          <a:ln/>
        </p:spPr>
        <p:txBody>
          <a:bodyPr vert="horz" wrap="square" lIns="0" tIns="0" rIns="0" bIns="0" rtlCol="0" anchor="ctr"/>
          <a:lstStyle/>
          <a:p>
            <a:pPr marL="0" indent="0">
              <a:lnSpc>
                <a:spcPts val="1575"/>
              </a:lnSpc>
              <a:buNone/>
            </a:pPr>
            <a:r>
              <a:rPr lang="en-US" sz="1050" b="1" dirty="0">
                <a:solidFill>
                  <a:srgbClr val="7B61FF"/>
                </a:solidFill>
              </a:rPr>
              <a:t>01.</a:t>
            </a:r>
            <a:endParaRPr lang="en-US" sz="1050" dirty="0"/>
          </a:p>
        </p:txBody>
      </p:sp>
      <p:sp>
        <p:nvSpPr>
          <p:cNvPr id="56" name="SK-13-text-55"/>
          <p:cNvSpPr/>
          <p:nvPr/>
        </p:nvSpPr>
        <p:spPr>
          <a:xfrm>
            <a:off x="5676900" y="2616398"/>
            <a:ext cx="1790700" cy="214313"/>
          </a:xfrm>
          <a:prstGeom prst="rect">
            <a:avLst/>
          </a:prstGeom>
          <a:noFill/>
          <a:ln/>
        </p:spPr>
        <p:txBody>
          <a:bodyPr vert="horz" wrap="square" lIns="0" tIns="0" rIns="0" bIns="0" rtlCol="0" anchor="ctr"/>
          <a:lstStyle/>
          <a:p>
            <a:pPr marL="0" indent="0">
              <a:lnSpc>
                <a:spcPts val="1688"/>
              </a:lnSpc>
              <a:buNone/>
            </a:pPr>
            <a:r>
              <a:rPr lang="en-US" sz="1125" b="1" dirty="0">
                <a:solidFill>
                  <a:srgbClr val="FFFFFF"/>
                </a:solidFill>
                <a:latin typeface="Noto Sans SC" pitchFamily="34" charset="0"/>
                <a:ea typeface="Noto Sans SC" pitchFamily="34" charset="-122"/>
                <a:cs typeface="Noto Sans SC" pitchFamily="34" charset="-120"/>
              </a:rPr>
              <a:t>用户输入发起</a:t>
            </a:r>
            <a:endParaRPr lang="en-US" sz="1125" dirty="0"/>
          </a:p>
        </p:txBody>
      </p:sp>
      <p:sp>
        <p:nvSpPr>
          <p:cNvPr id="57" name="SK-13-text-56"/>
          <p:cNvSpPr/>
          <p:nvPr/>
        </p:nvSpPr>
        <p:spPr>
          <a:xfrm>
            <a:off x="5372100" y="2878336"/>
            <a:ext cx="2819400" cy="346472"/>
          </a:xfrm>
          <a:prstGeom prst="rect">
            <a:avLst/>
          </a:prstGeom>
          <a:noFill/>
          <a:ln/>
        </p:spPr>
        <p:txBody>
          <a:bodyPr vert="horz" wrap="square" lIns="0" tIns="0" rIns="0" bIns="0" rtlCol="0" anchor="ctr"/>
          <a:lstStyle/>
          <a:p>
            <a:pPr marL="0" indent="0">
              <a:lnSpc>
                <a:spcPts val="1365"/>
              </a:lnSpc>
              <a:buNone/>
            </a:pPr>
            <a:r>
              <a:rPr lang="en-US" sz="975" dirty="0">
                <a:solidFill>
                  <a:srgbClr val="718096"/>
                </a:solidFill>
                <a:latin typeface="Noto Sans SC" pitchFamily="34" charset="0"/>
                <a:ea typeface="Noto Sans SC" pitchFamily="34" charset="-122"/>
                <a:cs typeface="Noto Sans SC" pitchFamily="34" charset="-120"/>
              </a:rPr>
              <a:t>前端 ReadableStream 发起异步请求，支持多模态图片上传。</a:t>
            </a:r>
            <a:endParaRPr lang="en-US" sz="975" dirty="0"/>
          </a:p>
        </p:txBody>
      </p:sp>
      <p:sp>
        <p:nvSpPr>
          <p:cNvPr id="58" name="SK-13-text-57"/>
          <p:cNvSpPr/>
          <p:nvPr/>
        </p:nvSpPr>
        <p:spPr>
          <a:xfrm>
            <a:off x="8648700" y="2623542"/>
            <a:ext cx="769620" cy="200025"/>
          </a:xfrm>
          <a:prstGeom prst="rect">
            <a:avLst/>
          </a:prstGeom>
          <a:noFill/>
          <a:ln/>
        </p:spPr>
        <p:txBody>
          <a:bodyPr vert="horz" wrap="square" lIns="0" tIns="0" rIns="0" bIns="0" rtlCol="0" anchor="ctr"/>
          <a:lstStyle/>
          <a:p>
            <a:pPr marL="0" indent="0">
              <a:lnSpc>
                <a:spcPts val="1575"/>
              </a:lnSpc>
              <a:buNone/>
            </a:pPr>
            <a:r>
              <a:rPr lang="en-US" sz="1050" b="1" dirty="0">
                <a:solidFill>
                  <a:srgbClr val="7B61FF"/>
                </a:solidFill>
              </a:rPr>
              <a:t>02.</a:t>
            </a:r>
            <a:endParaRPr lang="en-US" sz="1050" dirty="0"/>
          </a:p>
        </p:txBody>
      </p:sp>
      <p:sp>
        <p:nvSpPr>
          <p:cNvPr id="59" name="SK-13-text-58"/>
          <p:cNvSpPr/>
          <p:nvPr/>
        </p:nvSpPr>
        <p:spPr>
          <a:xfrm>
            <a:off x="8953500" y="2616398"/>
            <a:ext cx="1504950" cy="214313"/>
          </a:xfrm>
          <a:prstGeom prst="rect">
            <a:avLst/>
          </a:prstGeom>
          <a:noFill/>
          <a:ln/>
        </p:spPr>
        <p:txBody>
          <a:bodyPr vert="horz" wrap="square" lIns="0" tIns="0" rIns="0" bIns="0" rtlCol="0" anchor="ctr"/>
          <a:lstStyle/>
          <a:p>
            <a:pPr marL="0" indent="0">
              <a:lnSpc>
                <a:spcPts val="1688"/>
              </a:lnSpc>
              <a:buNone/>
            </a:pPr>
            <a:r>
              <a:rPr lang="en-US" sz="1125" b="1" dirty="0">
                <a:solidFill>
                  <a:srgbClr val="FFFFFF"/>
                </a:solidFill>
                <a:latin typeface="Noto Sans SC" pitchFamily="34" charset="0"/>
                <a:ea typeface="Noto Sans SC" pitchFamily="34" charset="-122"/>
                <a:cs typeface="Noto Sans SC" pitchFamily="34" charset="-120"/>
              </a:rPr>
              <a:t>鉴权与限流</a:t>
            </a:r>
            <a:endParaRPr lang="en-US" sz="1125" dirty="0"/>
          </a:p>
        </p:txBody>
      </p:sp>
      <p:sp>
        <p:nvSpPr>
          <p:cNvPr id="60" name="SK-13-text-59"/>
          <p:cNvSpPr/>
          <p:nvPr/>
        </p:nvSpPr>
        <p:spPr>
          <a:xfrm>
            <a:off x="8648700" y="2878336"/>
            <a:ext cx="2819400" cy="346472"/>
          </a:xfrm>
          <a:prstGeom prst="rect">
            <a:avLst/>
          </a:prstGeom>
          <a:noFill/>
          <a:ln/>
        </p:spPr>
        <p:txBody>
          <a:bodyPr vert="horz" wrap="square" lIns="0" tIns="0" rIns="0" bIns="0" rtlCol="0" anchor="ctr"/>
          <a:lstStyle/>
          <a:p>
            <a:pPr marL="0" indent="0">
              <a:lnSpc>
                <a:spcPts val="1365"/>
              </a:lnSpc>
              <a:buNone/>
            </a:pPr>
            <a:r>
              <a:rPr lang="en-US" sz="975" dirty="0">
                <a:solidFill>
                  <a:srgbClr val="718096"/>
                </a:solidFill>
                <a:latin typeface="Noto Sans SC" pitchFamily="34" charset="0"/>
                <a:ea typeface="Noto Sans SC" pitchFamily="34" charset="-122"/>
                <a:cs typeface="Noto Sans SC" pitchFamily="34" charset="-120"/>
              </a:rPr>
              <a:t>后端 JWT 校验并执行 Redisson 并发信号量控制 (Max: 20)。</a:t>
            </a:r>
            <a:endParaRPr lang="en-US" sz="975" dirty="0"/>
          </a:p>
        </p:txBody>
      </p:sp>
      <p:sp>
        <p:nvSpPr>
          <p:cNvPr id="61" name="SK-13-text-60"/>
          <p:cNvSpPr/>
          <p:nvPr/>
        </p:nvSpPr>
        <p:spPr>
          <a:xfrm>
            <a:off x="5372100" y="3632002"/>
            <a:ext cx="769620" cy="200025"/>
          </a:xfrm>
          <a:prstGeom prst="rect">
            <a:avLst/>
          </a:prstGeom>
          <a:noFill/>
          <a:ln/>
        </p:spPr>
        <p:txBody>
          <a:bodyPr vert="horz" wrap="square" lIns="0" tIns="0" rIns="0" bIns="0" rtlCol="0" anchor="ctr"/>
          <a:lstStyle/>
          <a:p>
            <a:pPr marL="0" indent="0">
              <a:lnSpc>
                <a:spcPts val="1575"/>
              </a:lnSpc>
              <a:buNone/>
            </a:pPr>
            <a:r>
              <a:rPr lang="en-US" sz="1050" b="1" dirty="0">
                <a:solidFill>
                  <a:srgbClr val="7B61FF"/>
                </a:solidFill>
              </a:rPr>
              <a:t>03.</a:t>
            </a:r>
            <a:endParaRPr lang="en-US" sz="1050" dirty="0"/>
          </a:p>
        </p:txBody>
      </p:sp>
      <p:sp>
        <p:nvSpPr>
          <p:cNvPr id="62" name="SK-13-text-61"/>
          <p:cNvSpPr/>
          <p:nvPr/>
        </p:nvSpPr>
        <p:spPr>
          <a:xfrm>
            <a:off x="5676900" y="3624858"/>
            <a:ext cx="2076450" cy="214313"/>
          </a:xfrm>
          <a:prstGeom prst="rect">
            <a:avLst/>
          </a:prstGeom>
          <a:noFill/>
          <a:ln/>
        </p:spPr>
        <p:txBody>
          <a:bodyPr vert="horz" wrap="square" lIns="0" tIns="0" rIns="0" bIns="0" rtlCol="0" anchor="ctr"/>
          <a:lstStyle/>
          <a:p>
            <a:pPr marL="0" indent="0">
              <a:lnSpc>
                <a:spcPts val="1688"/>
              </a:lnSpc>
              <a:buNone/>
            </a:pPr>
            <a:r>
              <a:rPr lang="en-US" sz="1125" b="1" dirty="0">
                <a:solidFill>
                  <a:srgbClr val="FFFFFF"/>
                </a:solidFill>
                <a:latin typeface="Noto Sans SC" pitchFamily="34" charset="0"/>
                <a:ea typeface="Noto Sans SC" pitchFamily="34" charset="-122"/>
                <a:cs typeface="Noto Sans SC" pitchFamily="34" charset="-120"/>
              </a:rPr>
              <a:t>异步非阻塞调用</a:t>
            </a:r>
            <a:endParaRPr lang="en-US" sz="1125" dirty="0"/>
          </a:p>
        </p:txBody>
      </p:sp>
      <p:sp>
        <p:nvSpPr>
          <p:cNvPr id="63" name="SK-13-text-62"/>
          <p:cNvSpPr/>
          <p:nvPr/>
        </p:nvSpPr>
        <p:spPr>
          <a:xfrm>
            <a:off x="5372100" y="3886795"/>
            <a:ext cx="2819400" cy="346472"/>
          </a:xfrm>
          <a:prstGeom prst="rect">
            <a:avLst/>
          </a:prstGeom>
          <a:noFill/>
          <a:ln/>
        </p:spPr>
        <p:txBody>
          <a:bodyPr vert="horz" wrap="square" lIns="0" tIns="0" rIns="0" bIns="0" rtlCol="0" anchor="ctr"/>
          <a:lstStyle/>
          <a:p>
            <a:pPr marL="0" indent="0">
              <a:lnSpc>
                <a:spcPts val="1365"/>
              </a:lnSpc>
              <a:buNone/>
            </a:pPr>
            <a:r>
              <a:rPr lang="en-US" sz="975" dirty="0">
                <a:solidFill>
                  <a:srgbClr val="718096"/>
                </a:solidFill>
                <a:latin typeface="Noto Sans SC" pitchFamily="34" charset="0"/>
                <a:ea typeface="Noto Sans SC" pitchFamily="34" charset="-122"/>
                <a:cs typeface="Noto Sans SC" pitchFamily="34" charset="-120"/>
              </a:rPr>
              <a:t>Java WebClient 异步调用 FastAPI，建立端到端流式链路。</a:t>
            </a:r>
            <a:endParaRPr lang="en-US" sz="975" dirty="0"/>
          </a:p>
        </p:txBody>
      </p:sp>
      <p:sp>
        <p:nvSpPr>
          <p:cNvPr id="64" name="SK-13-text-63"/>
          <p:cNvSpPr/>
          <p:nvPr/>
        </p:nvSpPr>
        <p:spPr>
          <a:xfrm>
            <a:off x="8648700" y="3632002"/>
            <a:ext cx="769620" cy="200025"/>
          </a:xfrm>
          <a:prstGeom prst="rect">
            <a:avLst/>
          </a:prstGeom>
          <a:noFill/>
          <a:ln/>
        </p:spPr>
        <p:txBody>
          <a:bodyPr vert="horz" wrap="square" lIns="0" tIns="0" rIns="0" bIns="0" rtlCol="0" anchor="ctr"/>
          <a:lstStyle/>
          <a:p>
            <a:pPr marL="0" indent="0">
              <a:lnSpc>
                <a:spcPts val="1575"/>
              </a:lnSpc>
              <a:buNone/>
            </a:pPr>
            <a:r>
              <a:rPr lang="en-US" sz="1050" b="1" dirty="0">
                <a:solidFill>
                  <a:srgbClr val="7B61FF"/>
                </a:solidFill>
              </a:rPr>
              <a:t>04.</a:t>
            </a:r>
            <a:endParaRPr lang="en-US" sz="1050" dirty="0"/>
          </a:p>
        </p:txBody>
      </p:sp>
      <p:sp>
        <p:nvSpPr>
          <p:cNvPr id="65" name="SK-13-text-64"/>
          <p:cNvSpPr/>
          <p:nvPr/>
        </p:nvSpPr>
        <p:spPr>
          <a:xfrm>
            <a:off x="8953500" y="3624858"/>
            <a:ext cx="1790700" cy="214313"/>
          </a:xfrm>
          <a:prstGeom prst="rect">
            <a:avLst/>
          </a:prstGeom>
          <a:noFill/>
          <a:ln/>
        </p:spPr>
        <p:txBody>
          <a:bodyPr vert="horz" wrap="square" lIns="0" tIns="0" rIns="0" bIns="0" rtlCol="0" anchor="ctr"/>
          <a:lstStyle/>
          <a:p>
            <a:pPr marL="0" indent="0">
              <a:lnSpc>
                <a:spcPts val="1688"/>
              </a:lnSpc>
              <a:buNone/>
            </a:pPr>
            <a:r>
              <a:rPr lang="en-US" sz="1125" b="1" dirty="0">
                <a:solidFill>
                  <a:srgbClr val="FFFFFF"/>
                </a:solidFill>
                <a:latin typeface="Noto Sans SC" pitchFamily="34" charset="0"/>
                <a:ea typeface="Noto Sans SC" pitchFamily="34" charset="-122"/>
                <a:cs typeface="Noto Sans SC" pitchFamily="34" charset="-120"/>
              </a:rPr>
              <a:t>多智能体推理</a:t>
            </a:r>
            <a:endParaRPr lang="en-US" sz="1125" dirty="0"/>
          </a:p>
        </p:txBody>
      </p:sp>
      <p:sp>
        <p:nvSpPr>
          <p:cNvPr id="66" name="SK-13-text-65"/>
          <p:cNvSpPr/>
          <p:nvPr/>
        </p:nvSpPr>
        <p:spPr>
          <a:xfrm>
            <a:off x="8648700" y="3886795"/>
            <a:ext cx="2819400" cy="346472"/>
          </a:xfrm>
          <a:prstGeom prst="rect">
            <a:avLst/>
          </a:prstGeom>
          <a:noFill/>
          <a:ln/>
        </p:spPr>
        <p:txBody>
          <a:bodyPr vert="horz" wrap="square" lIns="0" tIns="0" rIns="0" bIns="0" rtlCol="0" anchor="ctr"/>
          <a:lstStyle/>
          <a:p>
            <a:pPr marL="0" indent="0">
              <a:lnSpc>
                <a:spcPts val="1365"/>
              </a:lnSpc>
              <a:buNone/>
            </a:pPr>
            <a:r>
              <a:rPr lang="en-US" sz="975" dirty="0">
                <a:solidFill>
                  <a:srgbClr val="718096"/>
                </a:solidFill>
                <a:latin typeface="Noto Sans SC" pitchFamily="34" charset="0"/>
                <a:ea typeface="Noto Sans SC" pitchFamily="34" charset="-122"/>
                <a:cs typeface="Noto Sans SC" pitchFamily="34" charset="-120"/>
              </a:rPr>
              <a:t>LangGraph 触发 Astream_events，生成 thinking/token 原始流。</a:t>
            </a:r>
            <a:endParaRPr lang="en-US" sz="975" dirty="0"/>
          </a:p>
        </p:txBody>
      </p:sp>
      <p:sp>
        <p:nvSpPr>
          <p:cNvPr id="67" name="SK-13-text-66"/>
          <p:cNvSpPr/>
          <p:nvPr/>
        </p:nvSpPr>
        <p:spPr>
          <a:xfrm>
            <a:off x="5372100" y="4640461"/>
            <a:ext cx="769620" cy="200025"/>
          </a:xfrm>
          <a:prstGeom prst="rect">
            <a:avLst/>
          </a:prstGeom>
          <a:noFill/>
          <a:ln/>
        </p:spPr>
        <p:txBody>
          <a:bodyPr vert="horz" wrap="square" lIns="0" tIns="0" rIns="0" bIns="0" rtlCol="0" anchor="ctr"/>
          <a:lstStyle/>
          <a:p>
            <a:pPr marL="0" indent="0">
              <a:lnSpc>
                <a:spcPts val="1575"/>
              </a:lnSpc>
              <a:buNone/>
            </a:pPr>
            <a:r>
              <a:rPr lang="en-US" sz="1050" b="1" dirty="0">
                <a:solidFill>
                  <a:srgbClr val="7B61FF"/>
                </a:solidFill>
              </a:rPr>
              <a:t>05.</a:t>
            </a:r>
            <a:endParaRPr lang="en-US" sz="1050" dirty="0"/>
          </a:p>
        </p:txBody>
      </p:sp>
      <p:sp>
        <p:nvSpPr>
          <p:cNvPr id="68" name="SK-13-text-67"/>
          <p:cNvSpPr/>
          <p:nvPr/>
        </p:nvSpPr>
        <p:spPr>
          <a:xfrm>
            <a:off x="5676900" y="4633317"/>
            <a:ext cx="1790700" cy="214313"/>
          </a:xfrm>
          <a:prstGeom prst="rect">
            <a:avLst/>
          </a:prstGeom>
          <a:noFill/>
          <a:ln/>
        </p:spPr>
        <p:txBody>
          <a:bodyPr vert="horz" wrap="square" lIns="0" tIns="0" rIns="0" bIns="0" rtlCol="0" anchor="ctr"/>
          <a:lstStyle/>
          <a:p>
            <a:pPr marL="0" indent="0">
              <a:lnSpc>
                <a:spcPts val="1688"/>
              </a:lnSpc>
              <a:buNone/>
            </a:pPr>
            <a:r>
              <a:rPr lang="en-US" sz="1125" b="1" dirty="0">
                <a:solidFill>
                  <a:srgbClr val="FFFFFF"/>
                </a:solidFill>
                <a:latin typeface="Noto Sans SC" pitchFamily="34" charset="0"/>
                <a:ea typeface="Noto Sans SC" pitchFamily="34" charset="-122"/>
                <a:cs typeface="Noto Sans SC" pitchFamily="34" charset="-120"/>
              </a:rPr>
              <a:t>事件翻译转发</a:t>
            </a:r>
            <a:endParaRPr lang="en-US" sz="1125" dirty="0"/>
          </a:p>
        </p:txBody>
      </p:sp>
      <p:sp>
        <p:nvSpPr>
          <p:cNvPr id="69" name="SK-13-text-68"/>
          <p:cNvSpPr/>
          <p:nvPr/>
        </p:nvSpPr>
        <p:spPr>
          <a:xfrm>
            <a:off x="5372100" y="4895255"/>
            <a:ext cx="2819400" cy="346472"/>
          </a:xfrm>
          <a:prstGeom prst="rect">
            <a:avLst/>
          </a:prstGeom>
          <a:noFill/>
          <a:ln/>
        </p:spPr>
        <p:txBody>
          <a:bodyPr vert="horz" wrap="square" lIns="0" tIns="0" rIns="0" bIns="0" rtlCol="0" anchor="ctr"/>
          <a:lstStyle/>
          <a:p>
            <a:pPr marL="0" indent="0">
              <a:lnSpc>
                <a:spcPts val="1365"/>
              </a:lnSpc>
              <a:buNone/>
            </a:pPr>
            <a:r>
              <a:rPr lang="en-US" sz="975" dirty="0">
                <a:solidFill>
                  <a:srgbClr val="718096"/>
                </a:solidFill>
                <a:latin typeface="Noto Sans SC" pitchFamily="34" charset="0"/>
                <a:ea typeface="Noto Sans SC" pitchFamily="34" charset="-122"/>
                <a:cs typeface="Noto Sans SC" pitchFamily="34" charset="-120"/>
              </a:rPr>
              <a:t>FastAPI 将节点状态翻译为标准事件，由 Java Flux 持续透传。</a:t>
            </a:r>
            <a:endParaRPr lang="en-US" sz="975" dirty="0"/>
          </a:p>
        </p:txBody>
      </p:sp>
      <p:sp>
        <p:nvSpPr>
          <p:cNvPr id="70" name="SK-13-text-69"/>
          <p:cNvSpPr/>
          <p:nvPr/>
        </p:nvSpPr>
        <p:spPr>
          <a:xfrm>
            <a:off x="8648700" y="4640461"/>
            <a:ext cx="769620" cy="200025"/>
          </a:xfrm>
          <a:prstGeom prst="rect">
            <a:avLst/>
          </a:prstGeom>
          <a:noFill/>
          <a:ln/>
        </p:spPr>
        <p:txBody>
          <a:bodyPr vert="horz" wrap="square" lIns="0" tIns="0" rIns="0" bIns="0" rtlCol="0" anchor="ctr"/>
          <a:lstStyle/>
          <a:p>
            <a:pPr marL="0" indent="0">
              <a:lnSpc>
                <a:spcPts val="1575"/>
              </a:lnSpc>
              <a:buNone/>
            </a:pPr>
            <a:r>
              <a:rPr lang="en-US" sz="1050" b="1" dirty="0">
                <a:solidFill>
                  <a:srgbClr val="7B61FF"/>
                </a:solidFill>
              </a:rPr>
              <a:t>06.</a:t>
            </a:r>
            <a:endParaRPr lang="en-US" sz="1050" dirty="0"/>
          </a:p>
        </p:txBody>
      </p:sp>
      <p:sp>
        <p:nvSpPr>
          <p:cNvPr id="71" name="SK-13-text-70"/>
          <p:cNvSpPr/>
          <p:nvPr/>
        </p:nvSpPr>
        <p:spPr>
          <a:xfrm>
            <a:off x="8953500" y="4633317"/>
            <a:ext cx="2076450" cy="214313"/>
          </a:xfrm>
          <a:prstGeom prst="rect">
            <a:avLst/>
          </a:prstGeom>
          <a:noFill/>
          <a:ln/>
        </p:spPr>
        <p:txBody>
          <a:bodyPr vert="horz" wrap="square" lIns="0" tIns="0" rIns="0" bIns="0" rtlCol="0" anchor="ctr"/>
          <a:lstStyle/>
          <a:p>
            <a:pPr marL="0" indent="0">
              <a:lnSpc>
                <a:spcPts val="1688"/>
              </a:lnSpc>
              <a:buNone/>
            </a:pPr>
            <a:r>
              <a:rPr lang="en-US" sz="1125" b="1" dirty="0">
                <a:solidFill>
                  <a:srgbClr val="FFFFFF"/>
                </a:solidFill>
                <a:latin typeface="Noto Sans SC" pitchFamily="34" charset="0"/>
                <a:ea typeface="Noto Sans SC" pitchFamily="34" charset="-122"/>
                <a:cs typeface="Noto Sans SC" pitchFamily="34" charset="-120"/>
              </a:rPr>
              <a:t>实时打字机渲染</a:t>
            </a:r>
            <a:endParaRPr lang="en-US" sz="1125" dirty="0"/>
          </a:p>
        </p:txBody>
      </p:sp>
      <p:sp>
        <p:nvSpPr>
          <p:cNvPr id="72" name="SK-13-text-71"/>
          <p:cNvSpPr/>
          <p:nvPr/>
        </p:nvSpPr>
        <p:spPr>
          <a:xfrm>
            <a:off x="8648700" y="4895255"/>
            <a:ext cx="2819400" cy="346472"/>
          </a:xfrm>
          <a:prstGeom prst="rect">
            <a:avLst/>
          </a:prstGeom>
          <a:noFill/>
          <a:ln/>
        </p:spPr>
        <p:txBody>
          <a:bodyPr vert="horz" wrap="square" lIns="0" tIns="0" rIns="0" bIns="0" rtlCol="0" anchor="ctr"/>
          <a:lstStyle/>
          <a:p>
            <a:pPr marL="0" indent="0">
              <a:lnSpc>
                <a:spcPts val="1365"/>
              </a:lnSpc>
              <a:buNone/>
            </a:pPr>
            <a:r>
              <a:rPr lang="en-US" sz="975" dirty="0">
                <a:solidFill>
                  <a:srgbClr val="718096"/>
                </a:solidFill>
                <a:latin typeface="Noto Sans SC" pitchFamily="34" charset="0"/>
                <a:ea typeface="Noto Sans SC" pitchFamily="34" charset="-122"/>
                <a:cs typeface="Noto Sans SC" pitchFamily="34" charset="-120"/>
              </a:rPr>
              <a:t>Vue 3 逐帧消费 ReadableStream，实现毫秒级响应展示。</a:t>
            </a:r>
            <a:endParaRPr lang="en-US" sz="975" dirty="0"/>
          </a:p>
        </p:txBody>
      </p:sp>
      <p:sp>
        <p:nvSpPr>
          <p:cNvPr id="73" name="SK-13-text-72"/>
          <p:cNvSpPr/>
          <p:nvPr/>
        </p:nvSpPr>
        <p:spPr>
          <a:xfrm>
            <a:off x="5334000" y="5689402"/>
            <a:ext cx="6172200" cy="400050"/>
          </a:xfrm>
          <a:prstGeom prst="rect">
            <a:avLst/>
          </a:prstGeom>
          <a:noFill/>
          <a:ln/>
        </p:spPr>
        <p:txBody>
          <a:bodyPr vert="horz" wrap="square" lIns="0" tIns="0" rIns="0" bIns="0" rtlCol="0" anchor="ctr"/>
          <a:lstStyle/>
          <a:p>
            <a:pPr marL="0" indent="0">
              <a:lnSpc>
                <a:spcPts val="1575"/>
              </a:lnSpc>
              <a:buNone/>
            </a:pPr>
            <a:r>
              <a:rPr lang="en-US" sz="1050" i="1" dirty="0">
                <a:solidFill>
                  <a:srgbClr val="A0AEC0"/>
                </a:solidFill>
                <a:latin typeface="Noto Sans SC" pitchFamily="34" charset="0"/>
                <a:ea typeface="Noto Sans SC" pitchFamily="34" charset="-122"/>
                <a:cs typeface="Noto Sans SC" pitchFamily="34" charset="-120"/>
              </a:rPr>
              <a:t>核心优势：</a:t>
            </a:r>
            <a:r>
              <a:rPr lang="en-US" sz="1050" b="1" i="1" dirty="0">
                <a:solidFill>
                  <a:srgbClr val="00F5FF"/>
                </a:solidFill>
                <a:latin typeface="Noto Sans SC" pitchFamily="34" charset="0"/>
                <a:ea typeface="Noto Sans SC" pitchFamily="34" charset="-122"/>
                <a:cs typeface="Noto Sans SC" pitchFamily="34" charset="-120"/>
              </a:rPr>
              <a:t>SSEEventCache 滑动窗口缓存</a:t>
            </a:r>
            <a:r>
              <a:rPr lang="en-US" sz="1050" i="1" dirty="0">
                <a:solidFill>
                  <a:srgbClr val="A0AEC0"/>
                </a:solidFill>
                <a:latin typeface="Noto Sans SC" pitchFamily="34" charset="0"/>
                <a:ea typeface="Noto Sans SC" pitchFamily="34" charset="-122"/>
                <a:cs typeface="Noto Sans SC" pitchFamily="34" charset="-120"/>
              </a:rPr>
              <a:t> + </a:t>
            </a:r>
            <a:r>
              <a:rPr lang="en-US" sz="1050" b="1" i="1" dirty="0">
                <a:solidFill>
                  <a:srgbClr val="00F5FF"/>
                </a:solidFill>
                <a:latin typeface="Noto Sans SC" pitchFamily="34" charset="0"/>
                <a:ea typeface="Noto Sans SC" pitchFamily="34" charset="-122"/>
                <a:cs typeface="Noto Sans SC" pitchFamily="34" charset="-120"/>
              </a:rPr>
              <a:t>Last-Event-ID 断线续传</a:t>
            </a:r>
            <a:r>
              <a:rPr lang="en-US" sz="1050" i="1" dirty="0">
                <a:solidFill>
                  <a:srgbClr val="A0AEC0"/>
                </a:solidFill>
                <a:latin typeface="Noto Sans SC" pitchFamily="34" charset="0"/>
                <a:ea typeface="Noto Sans SC" pitchFamily="34" charset="-122"/>
                <a:cs typeface="Noto Sans SC" pitchFamily="34" charset="-120"/>
              </a:rPr>
              <a:t>，确保极端网络环境下的长文本生成稳定性。</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SK-14-img-1" descr="preencoded.png"/>
          <p:cNvPicPr>
            <a:picLocks noChangeAspect="1"/>
          </p:cNvPicPr>
          <p:nvPr/>
        </p:nvPicPr>
        <p:blipFill>
          <a:blip r:embed="rId3"/>
          <a:stretch>
            <a:fillRect/>
          </a:stretch>
        </p:blipFill>
        <p:spPr>
          <a:xfrm>
            <a:off x="0" y="0"/>
            <a:ext cx="12192000" cy="6858000"/>
          </a:xfrm>
          <a:prstGeom prst="rect">
            <a:avLst/>
          </a:prstGeom>
        </p:spPr>
      </p:pic>
      <p:pic>
        <p:nvPicPr>
          <p:cNvPr id="3" name="SK-14-img-2" descr="preencoded.png"/>
          <p:cNvPicPr>
            <a:picLocks noChangeAspect="1"/>
          </p:cNvPicPr>
          <p:nvPr/>
        </p:nvPicPr>
        <p:blipFill>
          <a:blip r:embed="rId4"/>
          <a:stretch>
            <a:fillRect/>
          </a:stretch>
        </p:blipFill>
        <p:spPr>
          <a:xfrm>
            <a:off x="571500" y="180975"/>
            <a:ext cx="1676400" cy="238125"/>
          </a:xfrm>
          <a:prstGeom prst="rect">
            <a:avLst/>
          </a:prstGeom>
        </p:spPr>
      </p:pic>
      <p:pic>
        <p:nvPicPr>
          <p:cNvPr id="4" name="SK-14-img-3" descr="preencoded.png"/>
          <p:cNvPicPr>
            <a:picLocks noChangeAspect="1"/>
          </p:cNvPicPr>
          <p:nvPr/>
        </p:nvPicPr>
        <p:blipFill>
          <a:blip r:embed="rId5"/>
          <a:stretch>
            <a:fillRect/>
          </a:stretch>
        </p:blipFill>
        <p:spPr>
          <a:xfrm>
            <a:off x="2362200" y="295275"/>
            <a:ext cx="9258300" cy="9525"/>
          </a:xfrm>
          <a:prstGeom prst="rect">
            <a:avLst/>
          </a:prstGeom>
        </p:spPr>
      </p:pic>
      <p:pic>
        <p:nvPicPr>
          <p:cNvPr id="5" name="SK-14-img-4" descr="preencoded.png"/>
          <p:cNvPicPr>
            <a:picLocks noChangeAspect="1"/>
          </p:cNvPicPr>
          <p:nvPr/>
        </p:nvPicPr>
        <p:blipFill>
          <a:blip r:embed="rId6"/>
          <a:stretch>
            <a:fillRect/>
          </a:stretch>
        </p:blipFill>
        <p:spPr>
          <a:xfrm>
            <a:off x="571500" y="1190625"/>
            <a:ext cx="38100" cy="38100"/>
          </a:xfrm>
          <a:prstGeom prst="rect">
            <a:avLst/>
          </a:prstGeom>
        </p:spPr>
      </p:pic>
      <p:pic>
        <p:nvPicPr>
          <p:cNvPr id="6" name="SK-14-img-5" descr="preencoded.png"/>
          <p:cNvPicPr>
            <a:picLocks noChangeAspect="1"/>
          </p:cNvPicPr>
          <p:nvPr/>
        </p:nvPicPr>
        <p:blipFill>
          <a:blip r:embed="rId7"/>
          <a:stretch>
            <a:fillRect/>
          </a:stretch>
        </p:blipFill>
        <p:spPr>
          <a:xfrm>
            <a:off x="571500" y="1419225"/>
            <a:ext cx="11049000" cy="1506736"/>
          </a:xfrm>
          <a:prstGeom prst="rect">
            <a:avLst/>
          </a:prstGeom>
        </p:spPr>
      </p:pic>
      <p:pic>
        <p:nvPicPr>
          <p:cNvPr id="7" name="SK-14-img-6" descr="preencoded.png"/>
          <p:cNvPicPr>
            <a:picLocks noChangeAspect="1"/>
          </p:cNvPicPr>
          <p:nvPr/>
        </p:nvPicPr>
        <p:blipFill>
          <a:blip r:embed="rId8"/>
          <a:stretch>
            <a:fillRect/>
          </a:stretch>
        </p:blipFill>
        <p:spPr>
          <a:xfrm>
            <a:off x="762000" y="1514475"/>
            <a:ext cx="2224088" cy="1316236"/>
          </a:xfrm>
          <a:prstGeom prst="rect">
            <a:avLst/>
          </a:prstGeom>
        </p:spPr>
      </p:pic>
      <p:pic>
        <p:nvPicPr>
          <p:cNvPr id="8" name="SK-14-img-7" descr="preencoded.png"/>
          <p:cNvPicPr>
            <a:picLocks noChangeAspect="1"/>
          </p:cNvPicPr>
          <p:nvPr/>
        </p:nvPicPr>
        <p:blipFill>
          <a:blip r:embed="rId9"/>
          <a:stretch>
            <a:fillRect/>
          </a:stretch>
        </p:blipFill>
        <p:spPr>
          <a:xfrm>
            <a:off x="1645444" y="1571625"/>
            <a:ext cx="457200" cy="457200"/>
          </a:xfrm>
          <a:prstGeom prst="rect">
            <a:avLst/>
          </a:prstGeom>
        </p:spPr>
      </p:pic>
      <p:pic>
        <p:nvPicPr>
          <p:cNvPr id="9" name="SK-14-img-8" descr="preencoded.png"/>
          <p:cNvPicPr>
            <a:picLocks noChangeAspect="1"/>
          </p:cNvPicPr>
          <p:nvPr/>
        </p:nvPicPr>
        <p:blipFill>
          <a:blip r:embed="rId10"/>
          <a:stretch>
            <a:fillRect/>
          </a:stretch>
        </p:blipFill>
        <p:spPr>
          <a:xfrm>
            <a:off x="1754981" y="1704975"/>
            <a:ext cx="238125" cy="190500"/>
          </a:xfrm>
          <a:prstGeom prst="rect">
            <a:avLst/>
          </a:prstGeom>
        </p:spPr>
      </p:pic>
      <p:pic>
        <p:nvPicPr>
          <p:cNvPr id="10" name="SK-14-img-9" descr="preencoded.png"/>
          <p:cNvPicPr>
            <a:picLocks noChangeAspect="1"/>
          </p:cNvPicPr>
          <p:nvPr/>
        </p:nvPicPr>
        <p:blipFill>
          <a:blip r:embed="rId11"/>
          <a:stretch>
            <a:fillRect/>
          </a:stretch>
        </p:blipFill>
        <p:spPr>
          <a:xfrm>
            <a:off x="3138488" y="2058293"/>
            <a:ext cx="285750" cy="228600"/>
          </a:xfrm>
          <a:prstGeom prst="rect">
            <a:avLst/>
          </a:prstGeom>
        </p:spPr>
      </p:pic>
      <p:pic>
        <p:nvPicPr>
          <p:cNvPr id="11" name="SK-14-img-10" descr="preencoded.png"/>
          <p:cNvPicPr>
            <a:picLocks noChangeAspect="1"/>
          </p:cNvPicPr>
          <p:nvPr/>
        </p:nvPicPr>
        <p:blipFill>
          <a:blip r:embed="rId12"/>
          <a:stretch>
            <a:fillRect/>
          </a:stretch>
        </p:blipFill>
        <p:spPr>
          <a:xfrm>
            <a:off x="3576638" y="1514475"/>
            <a:ext cx="2224088" cy="1316236"/>
          </a:xfrm>
          <a:prstGeom prst="rect">
            <a:avLst/>
          </a:prstGeom>
        </p:spPr>
      </p:pic>
      <p:pic>
        <p:nvPicPr>
          <p:cNvPr id="12" name="SK-14-img-11" descr="preencoded.png"/>
          <p:cNvPicPr>
            <a:picLocks noChangeAspect="1"/>
          </p:cNvPicPr>
          <p:nvPr/>
        </p:nvPicPr>
        <p:blipFill>
          <a:blip r:embed="rId13"/>
          <a:stretch>
            <a:fillRect/>
          </a:stretch>
        </p:blipFill>
        <p:spPr>
          <a:xfrm>
            <a:off x="4460081" y="1571625"/>
            <a:ext cx="457200" cy="457200"/>
          </a:xfrm>
          <a:prstGeom prst="rect">
            <a:avLst/>
          </a:prstGeom>
        </p:spPr>
      </p:pic>
      <p:pic>
        <p:nvPicPr>
          <p:cNvPr id="13" name="SK-14-img-12" descr="preencoded.png"/>
          <p:cNvPicPr>
            <a:picLocks noChangeAspect="1"/>
          </p:cNvPicPr>
          <p:nvPr/>
        </p:nvPicPr>
        <p:blipFill>
          <a:blip r:embed="rId14"/>
          <a:stretch>
            <a:fillRect/>
          </a:stretch>
        </p:blipFill>
        <p:spPr>
          <a:xfrm>
            <a:off x="4569619" y="1704975"/>
            <a:ext cx="238125" cy="190500"/>
          </a:xfrm>
          <a:prstGeom prst="rect">
            <a:avLst/>
          </a:prstGeom>
        </p:spPr>
      </p:pic>
      <p:pic>
        <p:nvPicPr>
          <p:cNvPr id="14" name="SK-14-img-13" descr="preencoded.png"/>
          <p:cNvPicPr>
            <a:picLocks noChangeAspect="1"/>
          </p:cNvPicPr>
          <p:nvPr/>
        </p:nvPicPr>
        <p:blipFill>
          <a:blip r:embed="rId11"/>
          <a:stretch>
            <a:fillRect/>
          </a:stretch>
        </p:blipFill>
        <p:spPr>
          <a:xfrm>
            <a:off x="5953125" y="2058293"/>
            <a:ext cx="285750" cy="228600"/>
          </a:xfrm>
          <a:prstGeom prst="rect">
            <a:avLst/>
          </a:prstGeom>
        </p:spPr>
      </p:pic>
      <p:pic>
        <p:nvPicPr>
          <p:cNvPr id="15" name="SK-14-img-14" descr="preencoded.png"/>
          <p:cNvPicPr>
            <a:picLocks noChangeAspect="1"/>
          </p:cNvPicPr>
          <p:nvPr/>
        </p:nvPicPr>
        <p:blipFill>
          <a:blip r:embed="rId15"/>
          <a:stretch>
            <a:fillRect/>
          </a:stretch>
        </p:blipFill>
        <p:spPr>
          <a:xfrm>
            <a:off x="6391275" y="1514475"/>
            <a:ext cx="2224088" cy="1316236"/>
          </a:xfrm>
          <a:prstGeom prst="rect">
            <a:avLst/>
          </a:prstGeom>
        </p:spPr>
      </p:pic>
      <p:pic>
        <p:nvPicPr>
          <p:cNvPr id="16" name="SK-14-img-15" descr="preencoded.png"/>
          <p:cNvPicPr>
            <a:picLocks noChangeAspect="1"/>
          </p:cNvPicPr>
          <p:nvPr/>
        </p:nvPicPr>
        <p:blipFill>
          <a:blip r:embed="rId16"/>
          <a:stretch>
            <a:fillRect/>
          </a:stretch>
        </p:blipFill>
        <p:spPr>
          <a:xfrm>
            <a:off x="7274719" y="1571625"/>
            <a:ext cx="457200" cy="457200"/>
          </a:xfrm>
          <a:prstGeom prst="rect">
            <a:avLst/>
          </a:prstGeom>
        </p:spPr>
      </p:pic>
      <p:pic>
        <p:nvPicPr>
          <p:cNvPr id="17" name="SK-14-img-16" descr="preencoded.png"/>
          <p:cNvPicPr>
            <a:picLocks noChangeAspect="1"/>
          </p:cNvPicPr>
          <p:nvPr/>
        </p:nvPicPr>
        <p:blipFill>
          <a:blip r:embed="rId17"/>
          <a:stretch>
            <a:fillRect/>
          </a:stretch>
        </p:blipFill>
        <p:spPr>
          <a:xfrm>
            <a:off x="7384256" y="1704975"/>
            <a:ext cx="238125" cy="190500"/>
          </a:xfrm>
          <a:prstGeom prst="rect">
            <a:avLst/>
          </a:prstGeom>
        </p:spPr>
      </p:pic>
      <p:pic>
        <p:nvPicPr>
          <p:cNvPr id="18" name="SK-14-img-17" descr="preencoded.png"/>
          <p:cNvPicPr>
            <a:picLocks noChangeAspect="1"/>
          </p:cNvPicPr>
          <p:nvPr/>
        </p:nvPicPr>
        <p:blipFill>
          <a:blip r:embed="rId11"/>
          <a:stretch>
            <a:fillRect/>
          </a:stretch>
        </p:blipFill>
        <p:spPr>
          <a:xfrm>
            <a:off x="8767763" y="2058293"/>
            <a:ext cx="285750" cy="228600"/>
          </a:xfrm>
          <a:prstGeom prst="rect">
            <a:avLst/>
          </a:prstGeom>
        </p:spPr>
      </p:pic>
      <p:pic>
        <p:nvPicPr>
          <p:cNvPr id="19" name="SK-14-img-18" descr="preencoded.png"/>
          <p:cNvPicPr>
            <a:picLocks noChangeAspect="1"/>
          </p:cNvPicPr>
          <p:nvPr/>
        </p:nvPicPr>
        <p:blipFill>
          <a:blip r:embed="rId18"/>
          <a:stretch>
            <a:fillRect/>
          </a:stretch>
        </p:blipFill>
        <p:spPr>
          <a:xfrm>
            <a:off x="9205913" y="1514475"/>
            <a:ext cx="2224088" cy="1316236"/>
          </a:xfrm>
          <a:prstGeom prst="rect">
            <a:avLst/>
          </a:prstGeom>
        </p:spPr>
      </p:pic>
      <p:pic>
        <p:nvPicPr>
          <p:cNvPr id="20" name="SK-14-img-19" descr="preencoded.png"/>
          <p:cNvPicPr>
            <a:picLocks noChangeAspect="1"/>
          </p:cNvPicPr>
          <p:nvPr/>
        </p:nvPicPr>
        <p:blipFill>
          <a:blip r:embed="rId19"/>
          <a:stretch>
            <a:fillRect/>
          </a:stretch>
        </p:blipFill>
        <p:spPr>
          <a:xfrm>
            <a:off x="10089356" y="1571625"/>
            <a:ext cx="457200" cy="457200"/>
          </a:xfrm>
          <a:prstGeom prst="rect">
            <a:avLst/>
          </a:prstGeom>
        </p:spPr>
      </p:pic>
      <p:pic>
        <p:nvPicPr>
          <p:cNvPr id="21" name="SK-14-img-20" descr="preencoded.png"/>
          <p:cNvPicPr>
            <a:picLocks noChangeAspect="1"/>
          </p:cNvPicPr>
          <p:nvPr/>
        </p:nvPicPr>
        <p:blipFill>
          <a:blip r:embed="rId20"/>
          <a:stretch>
            <a:fillRect/>
          </a:stretch>
        </p:blipFill>
        <p:spPr>
          <a:xfrm>
            <a:off x="10198894" y="1704975"/>
            <a:ext cx="238125" cy="190500"/>
          </a:xfrm>
          <a:prstGeom prst="rect">
            <a:avLst/>
          </a:prstGeom>
        </p:spPr>
      </p:pic>
      <p:pic>
        <p:nvPicPr>
          <p:cNvPr id="22" name="SK-14-img-21" descr="preencoded.png"/>
          <p:cNvPicPr>
            <a:picLocks noChangeAspect="1"/>
          </p:cNvPicPr>
          <p:nvPr/>
        </p:nvPicPr>
        <p:blipFill>
          <a:blip r:embed="rId21"/>
          <a:stretch>
            <a:fillRect/>
          </a:stretch>
        </p:blipFill>
        <p:spPr>
          <a:xfrm>
            <a:off x="571500" y="3030736"/>
            <a:ext cx="5429250" cy="1557338"/>
          </a:xfrm>
          <a:prstGeom prst="rect">
            <a:avLst/>
          </a:prstGeom>
        </p:spPr>
      </p:pic>
      <p:pic>
        <p:nvPicPr>
          <p:cNvPr id="23" name="SK-14-img-22" descr="preencoded.png"/>
          <p:cNvPicPr>
            <a:picLocks noChangeAspect="1"/>
          </p:cNvPicPr>
          <p:nvPr/>
        </p:nvPicPr>
        <p:blipFill>
          <a:blip r:embed="rId22"/>
          <a:stretch>
            <a:fillRect/>
          </a:stretch>
        </p:blipFill>
        <p:spPr>
          <a:xfrm>
            <a:off x="762000" y="3188940"/>
            <a:ext cx="238125" cy="190500"/>
          </a:xfrm>
          <a:prstGeom prst="rect">
            <a:avLst/>
          </a:prstGeom>
        </p:spPr>
      </p:pic>
      <p:pic>
        <p:nvPicPr>
          <p:cNvPr id="24" name="SK-14-img-23" descr="preencoded.png"/>
          <p:cNvPicPr>
            <a:picLocks noChangeAspect="1"/>
          </p:cNvPicPr>
          <p:nvPr/>
        </p:nvPicPr>
        <p:blipFill>
          <a:blip r:embed="rId23"/>
          <a:stretch>
            <a:fillRect/>
          </a:stretch>
        </p:blipFill>
        <p:spPr>
          <a:xfrm>
            <a:off x="762000" y="3468886"/>
            <a:ext cx="990600" cy="209550"/>
          </a:xfrm>
          <a:prstGeom prst="rect">
            <a:avLst/>
          </a:prstGeom>
        </p:spPr>
      </p:pic>
      <p:pic>
        <p:nvPicPr>
          <p:cNvPr id="25" name="SK-14-img-24" descr="preencoded.png"/>
          <p:cNvPicPr>
            <a:picLocks noChangeAspect="1"/>
          </p:cNvPicPr>
          <p:nvPr/>
        </p:nvPicPr>
        <p:blipFill>
          <a:blip r:embed="rId24"/>
          <a:stretch>
            <a:fillRect/>
          </a:stretch>
        </p:blipFill>
        <p:spPr>
          <a:xfrm>
            <a:off x="1828800" y="3468886"/>
            <a:ext cx="1057275" cy="209550"/>
          </a:xfrm>
          <a:prstGeom prst="rect">
            <a:avLst/>
          </a:prstGeom>
        </p:spPr>
      </p:pic>
      <p:pic>
        <p:nvPicPr>
          <p:cNvPr id="26" name="SK-14-img-25" descr="preencoded.png"/>
          <p:cNvPicPr>
            <a:picLocks noChangeAspect="1"/>
          </p:cNvPicPr>
          <p:nvPr/>
        </p:nvPicPr>
        <p:blipFill>
          <a:blip r:embed="rId25"/>
          <a:stretch>
            <a:fillRect/>
          </a:stretch>
        </p:blipFill>
        <p:spPr>
          <a:xfrm>
            <a:off x="762000" y="4249936"/>
            <a:ext cx="5048250" cy="242888"/>
          </a:xfrm>
          <a:prstGeom prst="rect">
            <a:avLst/>
          </a:prstGeom>
        </p:spPr>
      </p:pic>
      <p:pic>
        <p:nvPicPr>
          <p:cNvPr id="27" name="SK-14-img-26" descr="preencoded.png"/>
          <p:cNvPicPr>
            <a:picLocks noChangeAspect="1"/>
          </p:cNvPicPr>
          <p:nvPr/>
        </p:nvPicPr>
        <p:blipFill>
          <a:blip r:embed="rId26"/>
          <a:stretch>
            <a:fillRect/>
          </a:stretch>
        </p:blipFill>
        <p:spPr>
          <a:xfrm>
            <a:off x="762000" y="4337000"/>
            <a:ext cx="154781" cy="125760"/>
          </a:xfrm>
          <a:prstGeom prst="rect">
            <a:avLst/>
          </a:prstGeom>
        </p:spPr>
      </p:pic>
      <p:pic>
        <p:nvPicPr>
          <p:cNvPr id="28" name="SK-14-img-27" descr="preencoded.png"/>
          <p:cNvPicPr>
            <a:picLocks noChangeAspect="1"/>
          </p:cNvPicPr>
          <p:nvPr/>
        </p:nvPicPr>
        <p:blipFill>
          <a:blip r:embed="rId21"/>
          <a:stretch>
            <a:fillRect/>
          </a:stretch>
        </p:blipFill>
        <p:spPr>
          <a:xfrm>
            <a:off x="6191250" y="3030736"/>
            <a:ext cx="5429250" cy="1557338"/>
          </a:xfrm>
          <a:prstGeom prst="rect">
            <a:avLst/>
          </a:prstGeom>
        </p:spPr>
      </p:pic>
      <p:pic>
        <p:nvPicPr>
          <p:cNvPr id="29" name="SK-14-img-28" descr="preencoded.png"/>
          <p:cNvPicPr>
            <a:picLocks noChangeAspect="1"/>
          </p:cNvPicPr>
          <p:nvPr/>
        </p:nvPicPr>
        <p:blipFill>
          <a:blip r:embed="rId27"/>
          <a:stretch>
            <a:fillRect/>
          </a:stretch>
        </p:blipFill>
        <p:spPr>
          <a:xfrm>
            <a:off x="6381750" y="3188940"/>
            <a:ext cx="238125" cy="190500"/>
          </a:xfrm>
          <a:prstGeom prst="rect">
            <a:avLst/>
          </a:prstGeom>
        </p:spPr>
      </p:pic>
      <p:pic>
        <p:nvPicPr>
          <p:cNvPr id="30" name="SK-14-img-29" descr="preencoded.png"/>
          <p:cNvPicPr>
            <a:picLocks noChangeAspect="1"/>
          </p:cNvPicPr>
          <p:nvPr/>
        </p:nvPicPr>
        <p:blipFill>
          <a:blip r:embed="rId28"/>
          <a:stretch>
            <a:fillRect/>
          </a:stretch>
        </p:blipFill>
        <p:spPr>
          <a:xfrm>
            <a:off x="6381750" y="3468886"/>
            <a:ext cx="1190625" cy="209550"/>
          </a:xfrm>
          <a:prstGeom prst="rect">
            <a:avLst/>
          </a:prstGeom>
        </p:spPr>
      </p:pic>
      <p:pic>
        <p:nvPicPr>
          <p:cNvPr id="31" name="SK-14-img-30" descr="preencoded.png"/>
          <p:cNvPicPr>
            <a:picLocks noChangeAspect="1"/>
          </p:cNvPicPr>
          <p:nvPr/>
        </p:nvPicPr>
        <p:blipFill>
          <a:blip r:embed="rId24"/>
          <a:stretch>
            <a:fillRect/>
          </a:stretch>
        </p:blipFill>
        <p:spPr>
          <a:xfrm>
            <a:off x="7648575" y="3468886"/>
            <a:ext cx="1057275" cy="209550"/>
          </a:xfrm>
          <a:prstGeom prst="rect">
            <a:avLst/>
          </a:prstGeom>
        </p:spPr>
      </p:pic>
      <p:pic>
        <p:nvPicPr>
          <p:cNvPr id="32" name="SK-14-img-31" descr="preencoded.png"/>
          <p:cNvPicPr>
            <a:picLocks noChangeAspect="1"/>
          </p:cNvPicPr>
          <p:nvPr/>
        </p:nvPicPr>
        <p:blipFill>
          <a:blip r:embed="rId25"/>
          <a:stretch>
            <a:fillRect/>
          </a:stretch>
        </p:blipFill>
        <p:spPr>
          <a:xfrm>
            <a:off x="6381750" y="4249936"/>
            <a:ext cx="5048250" cy="242888"/>
          </a:xfrm>
          <a:prstGeom prst="rect">
            <a:avLst/>
          </a:prstGeom>
        </p:spPr>
      </p:pic>
      <p:pic>
        <p:nvPicPr>
          <p:cNvPr id="33" name="SK-14-img-32" descr="preencoded.png"/>
          <p:cNvPicPr>
            <a:picLocks noChangeAspect="1"/>
          </p:cNvPicPr>
          <p:nvPr/>
        </p:nvPicPr>
        <p:blipFill>
          <a:blip r:embed="rId29"/>
          <a:stretch>
            <a:fillRect/>
          </a:stretch>
        </p:blipFill>
        <p:spPr>
          <a:xfrm>
            <a:off x="6381750" y="4337000"/>
            <a:ext cx="154781" cy="125760"/>
          </a:xfrm>
          <a:prstGeom prst="rect">
            <a:avLst/>
          </a:prstGeom>
        </p:spPr>
      </p:pic>
      <p:pic>
        <p:nvPicPr>
          <p:cNvPr id="34" name="SK-14-img-33" descr="preencoded.png"/>
          <p:cNvPicPr>
            <a:picLocks noChangeAspect="1"/>
          </p:cNvPicPr>
          <p:nvPr/>
        </p:nvPicPr>
        <p:blipFill>
          <a:blip r:embed="rId30"/>
          <a:stretch>
            <a:fillRect/>
          </a:stretch>
        </p:blipFill>
        <p:spPr>
          <a:xfrm>
            <a:off x="571500" y="4683323"/>
            <a:ext cx="5429250" cy="1557338"/>
          </a:xfrm>
          <a:prstGeom prst="rect">
            <a:avLst/>
          </a:prstGeom>
        </p:spPr>
      </p:pic>
      <p:pic>
        <p:nvPicPr>
          <p:cNvPr id="35" name="SK-14-img-34" descr="preencoded.png"/>
          <p:cNvPicPr>
            <a:picLocks noChangeAspect="1"/>
          </p:cNvPicPr>
          <p:nvPr/>
        </p:nvPicPr>
        <p:blipFill>
          <a:blip r:embed="rId31"/>
          <a:stretch>
            <a:fillRect/>
          </a:stretch>
        </p:blipFill>
        <p:spPr>
          <a:xfrm>
            <a:off x="762000" y="4841528"/>
            <a:ext cx="238125" cy="190500"/>
          </a:xfrm>
          <a:prstGeom prst="rect">
            <a:avLst/>
          </a:prstGeom>
        </p:spPr>
      </p:pic>
      <p:pic>
        <p:nvPicPr>
          <p:cNvPr id="36" name="SK-14-img-35" descr="preencoded.png"/>
          <p:cNvPicPr>
            <a:picLocks noChangeAspect="1"/>
          </p:cNvPicPr>
          <p:nvPr/>
        </p:nvPicPr>
        <p:blipFill>
          <a:blip r:embed="rId32"/>
          <a:stretch>
            <a:fillRect/>
          </a:stretch>
        </p:blipFill>
        <p:spPr>
          <a:xfrm>
            <a:off x="762000" y="5121473"/>
            <a:ext cx="990600" cy="209550"/>
          </a:xfrm>
          <a:prstGeom prst="rect">
            <a:avLst/>
          </a:prstGeom>
        </p:spPr>
      </p:pic>
      <p:pic>
        <p:nvPicPr>
          <p:cNvPr id="37" name="SK-14-img-36" descr="preencoded.png"/>
          <p:cNvPicPr>
            <a:picLocks noChangeAspect="1"/>
          </p:cNvPicPr>
          <p:nvPr/>
        </p:nvPicPr>
        <p:blipFill>
          <a:blip r:embed="rId33"/>
          <a:stretch>
            <a:fillRect/>
          </a:stretch>
        </p:blipFill>
        <p:spPr>
          <a:xfrm>
            <a:off x="1828800" y="5121473"/>
            <a:ext cx="790575" cy="209550"/>
          </a:xfrm>
          <a:prstGeom prst="rect">
            <a:avLst/>
          </a:prstGeom>
        </p:spPr>
      </p:pic>
      <p:pic>
        <p:nvPicPr>
          <p:cNvPr id="38" name="SK-14-img-37" descr="preencoded.png"/>
          <p:cNvPicPr>
            <a:picLocks noChangeAspect="1"/>
          </p:cNvPicPr>
          <p:nvPr/>
        </p:nvPicPr>
        <p:blipFill>
          <a:blip r:embed="rId34"/>
          <a:stretch>
            <a:fillRect/>
          </a:stretch>
        </p:blipFill>
        <p:spPr>
          <a:xfrm>
            <a:off x="762000" y="5902523"/>
            <a:ext cx="5048250" cy="242888"/>
          </a:xfrm>
          <a:prstGeom prst="rect">
            <a:avLst/>
          </a:prstGeom>
        </p:spPr>
      </p:pic>
      <p:pic>
        <p:nvPicPr>
          <p:cNvPr id="39" name="SK-14-img-38" descr="preencoded.png"/>
          <p:cNvPicPr>
            <a:picLocks noChangeAspect="1"/>
          </p:cNvPicPr>
          <p:nvPr/>
        </p:nvPicPr>
        <p:blipFill>
          <a:blip r:embed="rId35"/>
          <a:stretch>
            <a:fillRect/>
          </a:stretch>
        </p:blipFill>
        <p:spPr>
          <a:xfrm>
            <a:off x="762000" y="5989588"/>
            <a:ext cx="154781" cy="125760"/>
          </a:xfrm>
          <a:prstGeom prst="rect">
            <a:avLst/>
          </a:prstGeom>
        </p:spPr>
      </p:pic>
      <p:pic>
        <p:nvPicPr>
          <p:cNvPr id="40" name="SK-14-img-39" descr="preencoded.png"/>
          <p:cNvPicPr>
            <a:picLocks noChangeAspect="1"/>
          </p:cNvPicPr>
          <p:nvPr/>
        </p:nvPicPr>
        <p:blipFill>
          <a:blip r:embed="rId30"/>
          <a:stretch>
            <a:fillRect/>
          </a:stretch>
        </p:blipFill>
        <p:spPr>
          <a:xfrm>
            <a:off x="6191250" y="4683323"/>
            <a:ext cx="5429250" cy="1557338"/>
          </a:xfrm>
          <a:prstGeom prst="rect">
            <a:avLst/>
          </a:prstGeom>
        </p:spPr>
      </p:pic>
      <p:pic>
        <p:nvPicPr>
          <p:cNvPr id="41" name="SK-14-img-40" descr="preencoded.png"/>
          <p:cNvPicPr>
            <a:picLocks noChangeAspect="1"/>
          </p:cNvPicPr>
          <p:nvPr/>
        </p:nvPicPr>
        <p:blipFill>
          <a:blip r:embed="rId36"/>
          <a:stretch>
            <a:fillRect/>
          </a:stretch>
        </p:blipFill>
        <p:spPr>
          <a:xfrm>
            <a:off x="6381750" y="4841528"/>
            <a:ext cx="238125" cy="190500"/>
          </a:xfrm>
          <a:prstGeom prst="rect">
            <a:avLst/>
          </a:prstGeom>
        </p:spPr>
      </p:pic>
      <p:pic>
        <p:nvPicPr>
          <p:cNvPr id="42" name="SK-14-img-41" descr="preencoded.png"/>
          <p:cNvPicPr>
            <a:picLocks noChangeAspect="1"/>
          </p:cNvPicPr>
          <p:nvPr/>
        </p:nvPicPr>
        <p:blipFill>
          <a:blip r:embed="rId37"/>
          <a:stretch>
            <a:fillRect/>
          </a:stretch>
        </p:blipFill>
        <p:spPr>
          <a:xfrm>
            <a:off x="6381750" y="5121473"/>
            <a:ext cx="790575" cy="209550"/>
          </a:xfrm>
          <a:prstGeom prst="rect">
            <a:avLst/>
          </a:prstGeom>
        </p:spPr>
      </p:pic>
      <p:pic>
        <p:nvPicPr>
          <p:cNvPr id="43" name="SK-14-img-42" descr="preencoded.png"/>
          <p:cNvPicPr>
            <a:picLocks noChangeAspect="1"/>
          </p:cNvPicPr>
          <p:nvPr/>
        </p:nvPicPr>
        <p:blipFill>
          <a:blip r:embed="rId38"/>
          <a:stretch>
            <a:fillRect/>
          </a:stretch>
        </p:blipFill>
        <p:spPr>
          <a:xfrm>
            <a:off x="7248525" y="5121473"/>
            <a:ext cx="857250" cy="209550"/>
          </a:xfrm>
          <a:prstGeom prst="rect">
            <a:avLst/>
          </a:prstGeom>
        </p:spPr>
      </p:pic>
      <p:pic>
        <p:nvPicPr>
          <p:cNvPr id="44" name="SK-14-img-43" descr="preencoded.png"/>
          <p:cNvPicPr>
            <a:picLocks noChangeAspect="1"/>
          </p:cNvPicPr>
          <p:nvPr/>
        </p:nvPicPr>
        <p:blipFill>
          <a:blip r:embed="rId34"/>
          <a:stretch>
            <a:fillRect/>
          </a:stretch>
        </p:blipFill>
        <p:spPr>
          <a:xfrm>
            <a:off x="6381750" y="5902523"/>
            <a:ext cx="5048250" cy="242888"/>
          </a:xfrm>
          <a:prstGeom prst="rect">
            <a:avLst/>
          </a:prstGeom>
        </p:spPr>
      </p:pic>
      <p:pic>
        <p:nvPicPr>
          <p:cNvPr id="45" name="SK-14-img-44" descr="preencoded.png"/>
          <p:cNvPicPr>
            <a:picLocks noChangeAspect="1"/>
          </p:cNvPicPr>
          <p:nvPr/>
        </p:nvPicPr>
        <p:blipFill>
          <a:blip r:embed="rId39"/>
          <a:stretch>
            <a:fillRect/>
          </a:stretch>
        </p:blipFill>
        <p:spPr>
          <a:xfrm>
            <a:off x="6381750" y="5989588"/>
            <a:ext cx="154781" cy="125760"/>
          </a:xfrm>
          <a:prstGeom prst="rect">
            <a:avLst/>
          </a:prstGeom>
        </p:spPr>
      </p:pic>
      <p:sp>
        <p:nvSpPr>
          <p:cNvPr id="46" name="SK-14-text-45"/>
          <p:cNvSpPr/>
          <p:nvPr/>
        </p:nvSpPr>
        <p:spPr>
          <a:xfrm>
            <a:off x="647700" y="180975"/>
            <a:ext cx="2403764" cy="238125"/>
          </a:xfrm>
          <a:prstGeom prst="rect">
            <a:avLst/>
          </a:prstGeom>
          <a:noFill/>
          <a:ln/>
        </p:spPr>
        <p:txBody>
          <a:bodyPr vert="horz" wrap="square" lIns="0" tIns="0" rIns="0" bIns="0" rtlCol="0" anchor="ctr"/>
          <a:lstStyle/>
          <a:p>
            <a:pPr marL="0" indent="0">
              <a:lnSpc>
                <a:spcPts val="1575"/>
              </a:lnSpc>
              <a:buNone/>
            </a:pPr>
            <a:r>
              <a:rPr lang="en-US" sz="1050" kern="0" spc="120" dirty="0">
                <a:solidFill>
                  <a:srgbClr val="00F5FF"/>
                </a:solidFill>
              </a:rPr>
              <a:t>TECHNICAL MODULE</a:t>
            </a:r>
            <a:endParaRPr lang="en-US" sz="1050" dirty="0"/>
          </a:p>
        </p:txBody>
      </p:sp>
      <p:sp>
        <p:nvSpPr>
          <p:cNvPr id="47" name="SK-14-text-46"/>
          <p:cNvSpPr/>
          <p:nvPr/>
        </p:nvSpPr>
        <p:spPr>
          <a:xfrm>
            <a:off x="571500" y="495300"/>
            <a:ext cx="11049000" cy="485775"/>
          </a:xfrm>
          <a:prstGeom prst="rect">
            <a:avLst/>
          </a:prstGeom>
          <a:noFill/>
          <a:ln/>
        </p:spPr>
        <p:txBody>
          <a:bodyPr vert="horz" wrap="square" lIns="0" tIns="0" rIns="0" bIns="0" rtlCol="0" anchor="ctr"/>
          <a:lstStyle/>
          <a:p>
            <a:pPr marL="0" indent="0">
              <a:lnSpc>
                <a:spcPts val="3825"/>
              </a:lnSpc>
              <a:buNone/>
            </a:pPr>
            <a:r>
              <a:rPr lang="en-US" sz="2550" b="1" dirty="0">
                <a:solidFill>
                  <a:srgbClr val="7B61FF"/>
                </a:solidFill>
                <a:latin typeface="Noto Sans SC" pitchFamily="34" charset="0"/>
                <a:ea typeface="Noto Sans SC" pitchFamily="34" charset="-122"/>
                <a:cs typeface="Noto Sans SC" pitchFamily="34" charset="-120"/>
              </a:rPr>
              <a:t>#</a:t>
            </a:r>
            <a:r>
              <a:rPr lang="en-US" sz="2550" b="1" dirty="0">
                <a:solidFill>
                  <a:srgbClr val="FFFFFF"/>
                </a:solidFill>
                <a:latin typeface="Noto Sans SC" pitchFamily="34" charset="0"/>
                <a:ea typeface="Noto Sans SC" pitchFamily="34" charset="-122"/>
                <a:cs typeface="Noto Sans SC" pitchFamily="34" charset="-120"/>
              </a:rPr>
              <a:t>核心技术：RAG混合检索与证据重排</a:t>
            </a:r>
            <a:endParaRPr lang="en-US" sz="2550" dirty="0"/>
          </a:p>
        </p:txBody>
      </p:sp>
      <p:sp>
        <p:nvSpPr>
          <p:cNvPr id="48" name="SK-14-text-47"/>
          <p:cNvSpPr/>
          <p:nvPr/>
        </p:nvSpPr>
        <p:spPr>
          <a:xfrm>
            <a:off x="685800" y="1095375"/>
            <a:ext cx="11506200" cy="228600"/>
          </a:xfrm>
          <a:prstGeom prst="rect">
            <a:avLst/>
          </a:prstGeom>
          <a:noFill/>
          <a:ln/>
        </p:spPr>
        <p:txBody>
          <a:bodyPr vert="horz" wrap="square" lIns="0" tIns="0" rIns="0" bIns="0" rtlCol="0" anchor="ctr"/>
          <a:lstStyle/>
          <a:p>
            <a:pPr marL="0" indent="0">
              <a:lnSpc>
                <a:spcPts val="1800"/>
              </a:lnSpc>
              <a:buNone/>
            </a:pPr>
            <a:r>
              <a:rPr lang="en-US" sz="1200" dirty="0">
                <a:solidFill>
                  <a:srgbClr val="A0AEC0"/>
                </a:solidFill>
                <a:latin typeface="Noto Sans SC" pitchFamily="34" charset="0"/>
                <a:ea typeface="Noto Sans SC" pitchFamily="34" charset="-122"/>
                <a:cs typeface="Noto Sans SC" pitchFamily="34" charset="-120"/>
              </a:rPr>
              <a:t>结合向量与BM25混合检索、QA自动衍生引擎及多模型重排，实现精准的文献溯源与知识召回。</a:t>
            </a:r>
            <a:endParaRPr lang="en-US" sz="1200" dirty="0"/>
          </a:p>
        </p:txBody>
      </p:sp>
      <p:sp>
        <p:nvSpPr>
          <p:cNvPr id="49" name="SK-14-text-48"/>
          <p:cNvSpPr/>
          <p:nvPr/>
        </p:nvSpPr>
        <p:spPr>
          <a:xfrm>
            <a:off x="1316831" y="2085975"/>
            <a:ext cx="1114425" cy="257175"/>
          </a:xfrm>
          <a:prstGeom prst="rect">
            <a:avLst/>
          </a:prstGeom>
          <a:noFill/>
          <a:ln/>
        </p:spPr>
        <p:txBody>
          <a:bodyPr vert="horz" wrap="square" lIns="0" tIns="0" rIns="0" bIns="0" rtlCol="0" anchor="ctr"/>
          <a:lstStyle/>
          <a:p>
            <a:pPr marL="0" indent="0" algn="ctr">
              <a:lnSpc>
                <a:spcPts val="2025"/>
              </a:lnSpc>
              <a:buNone/>
            </a:pPr>
            <a:r>
              <a:rPr lang="en-US" sz="1350" b="1" dirty="0">
                <a:solidFill>
                  <a:srgbClr val="00F5FF"/>
                </a:solidFill>
                <a:latin typeface="Noto Sans SC" pitchFamily="34" charset="0"/>
                <a:ea typeface="Noto Sans SC" pitchFamily="34" charset="-122"/>
                <a:cs typeface="Noto Sans SC" pitchFamily="34" charset="-120"/>
              </a:rPr>
              <a:t>双路并发检索</a:t>
            </a:r>
            <a:endParaRPr lang="en-US" sz="1350" dirty="0"/>
          </a:p>
        </p:txBody>
      </p:sp>
      <p:sp>
        <p:nvSpPr>
          <p:cNvPr id="50" name="SK-14-text-49"/>
          <p:cNvSpPr/>
          <p:nvPr/>
        </p:nvSpPr>
        <p:spPr>
          <a:xfrm>
            <a:off x="1269206" y="2400300"/>
            <a:ext cx="1209675" cy="373261"/>
          </a:xfrm>
          <a:prstGeom prst="rect">
            <a:avLst/>
          </a:prstGeom>
          <a:noFill/>
          <a:ln/>
        </p:spPr>
        <p:txBody>
          <a:bodyPr vert="horz" wrap="square" lIns="0" tIns="0" rIns="0" bIns="0" rtlCol="0" anchor="ctr"/>
          <a:lstStyle/>
          <a:p>
            <a:pPr marL="0" indent="0" algn="ctr">
              <a:lnSpc>
                <a:spcPts val="1470"/>
              </a:lnSpc>
              <a:buNone/>
            </a:pPr>
            <a:r>
              <a:rPr lang="en-US" sz="1050" dirty="0">
                <a:solidFill>
                  <a:srgbClr val="A0AEC0"/>
                </a:solidFill>
                <a:latin typeface="Noto Sans SC" pitchFamily="34" charset="0"/>
                <a:ea typeface="Noto Sans SC" pitchFamily="34" charset="-122"/>
                <a:cs typeface="Noto Sans SC" pitchFamily="34" charset="-120"/>
              </a:rPr>
              <a:t>ChromaDB语义向量</a:t>
            </a:r>
            <a:endParaRPr lang="en-US" sz="1050" dirty="0"/>
          </a:p>
          <a:p>
            <a:pPr marL="0" indent="0" algn="ctr">
              <a:lnSpc>
                <a:spcPts val="1470"/>
              </a:lnSpc>
              <a:buNone/>
            </a:pPr>
            <a:r>
              <a:rPr lang="en-US" sz="1050" dirty="0">
                <a:solidFill>
                  <a:srgbClr val="A0AEC0"/>
                </a:solidFill>
                <a:latin typeface="Noto Sans SC" pitchFamily="34" charset="0"/>
                <a:ea typeface="Noto Sans SC" pitchFamily="34" charset="-122"/>
                <a:cs typeface="Noto Sans SC" pitchFamily="34" charset="-120"/>
              </a:rPr>
              <a:t>+ BM25关键词匹配</a:t>
            </a:r>
            <a:endParaRPr lang="en-US" sz="1050" dirty="0"/>
          </a:p>
        </p:txBody>
      </p:sp>
      <p:sp>
        <p:nvSpPr>
          <p:cNvPr id="51" name="SK-14-text-50"/>
          <p:cNvSpPr/>
          <p:nvPr/>
        </p:nvSpPr>
        <p:spPr>
          <a:xfrm>
            <a:off x="4131469" y="2085975"/>
            <a:ext cx="1114425" cy="257175"/>
          </a:xfrm>
          <a:prstGeom prst="rect">
            <a:avLst/>
          </a:prstGeom>
          <a:noFill/>
          <a:ln/>
        </p:spPr>
        <p:txBody>
          <a:bodyPr vert="horz" wrap="square" lIns="0" tIns="0" rIns="0" bIns="0" rtlCol="0" anchor="ctr"/>
          <a:lstStyle/>
          <a:p>
            <a:pPr marL="0" indent="0" algn="ctr">
              <a:lnSpc>
                <a:spcPts val="2025"/>
              </a:lnSpc>
              <a:buNone/>
            </a:pPr>
            <a:r>
              <a:rPr lang="en-US" sz="1350" b="1" dirty="0">
                <a:solidFill>
                  <a:srgbClr val="00F5FF"/>
                </a:solidFill>
                <a:latin typeface="Noto Sans SC" pitchFamily="34" charset="0"/>
                <a:ea typeface="Noto Sans SC" pitchFamily="34" charset="-122"/>
                <a:cs typeface="Noto Sans SC" pitchFamily="34" charset="-120"/>
              </a:rPr>
              <a:t>混合结果去重</a:t>
            </a:r>
            <a:endParaRPr lang="en-US" sz="1350" dirty="0"/>
          </a:p>
        </p:txBody>
      </p:sp>
      <p:sp>
        <p:nvSpPr>
          <p:cNvPr id="52" name="SK-14-text-51"/>
          <p:cNvSpPr/>
          <p:nvPr/>
        </p:nvSpPr>
        <p:spPr>
          <a:xfrm>
            <a:off x="4155281" y="2400300"/>
            <a:ext cx="1066800" cy="373261"/>
          </a:xfrm>
          <a:prstGeom prst="rect">
            <a:avLst/>
          </a:prstGeom>
          <a:noFill/>
          <a:ln/>
        </p:spPr>
        <p:txBody>
          <a:bodyPr vert="horz" wrap="square" lIns="0" tIns="0" rIns="0" bIns="0" rtlCol="0" anchor="ctr"/>
          <a:lstStyle/>
          <a:p>
            <a:pPr marL="0" indent="0" algn="ctr">
              <a:lnSpc>
                <a:spcPts val="1470"/>
              </a:lnSpc>
              <a:buNone/>
            </a:pPr>
            <a:r>
              <a:rPr lang="en-US" sz="1050" dirty="0">
                <a:solidFill>
                  <a:srgbClr val="A0AEC0"/>
                </a:solidFill>
                <a:latin typeface="Noto Sans SC" pitchFamily="34" charset="0"/>
                <a:ea typeface="Noto Sans SC" pitchFamily="34" charset="-122"/>
                <a:cs typeface="Noto Sans SC" pitchFamily="34" charset="-120"/>
              </a:rPr>
              <a:t>融合多路检索召回</a:t>
            </a:r>
            <a:endParaRPr lang="en-US" sz="1050" dirty="0"/>
          </a:p>
          <a:p>
            <a:pPr marL="0" indent="0" algn="ctr">
              <a:lnSpc>
                <a:spcPts val="1470"/>
              </a:lnSpc>
              <a:buNone/>
            </a:pPr>
            <a:r>
              <a:rPr lang="en-US" sz="1050" dirty="0">
                <a:solidFill>
                  <a:srgbClr val="A0AEC0"/>
                </a:solidFill>
                <a:latin typeface="Noto Sans SC" pitchFamily="34" charset="0"/>
                <a:ea typeface="Noto Sans SC" pitchFamily="34" charset="-122"/>
                <a:cs typeface="Noto Sans SC" pitchFamily="34" charset="-120"/>
              </a:rPr>
              <a:t>消除冗余知识片段</a:t>
            </a:r>
            <a:endParaRPr lang="en-US" sz="1050" dirty="0"/>
          </a:p>
        </p:txBody>
      </p:sp>
      <p:sp>
        <p:nvSpPr>
          <p:cNvPr id="53" name="SK-14-text-52"/>
          <p:cNvSpPr/>
          <p:nvPr/>
        </p:nvSpPr>
        <p:spPr>
          <a:xfrm>
            <a:off x="6831806" y="2085975"/>
            <a:ext cx="1343025" cy="257175"/>
          </a:xfrm>
          <a:prstGeom prst="rect">
            <a:avLst/>
          </a:prstGeom>
          <a:noFill/>
          <a:ln/>
        </p:spPr>
        <p:txBody>
          <a:bodyPr vert="horz" wrap="square" lIns="0" tIns="0" rIns="0" bIns="0" rtlCol="0" anchor="ctr"/>
          <a:lstStyle/>
          <a:p>
            <a:pPr marL="0" indent="0" algn="ctr">
              <a:lnSpc>
                <a:spcPts val="2025"/>
              </a:lnSpc>
              <a:buNone/>
            </a:pPr>
            <a:r>
              <a:rPr lang="en-US" sz="1350" b="1" dirty="0">
                <a:solidFill>
                  <a:srgbClr val="00F5FF"/>
                </a:solidFill>
                <a:latin typeface="Noto Sans SC" pitchFamily="34" charset="0"/>
                <a:ea typeface="Noto Sans SC" pitchFamily="34" charset="-122"/>
                <a:cs typeface="Noto Sans SC" pitchFamily="34" charset="-120"/>
              </a:rPr>
              <a:t>gte-rerank 重排</a:t>
            </a:r>
            <a:endParaRPr lang="en-US" sz="1350" dirty="0"/>
          </a:p>
        </p:txBody>
      </p:sp>
      <p:sp>
        <p:nvSpPr>
          <p:cNvPr id="54" name="SK-14-text-53"/>
          <p:cNvSpPr/>
          <p:nvPr/>
        </p:nvSpPr>
        <p:spPr>
          <a:xfrm>
            <a:off x="6903244" y="2400300"/>
            <a:ext cx="1200150" cy="373261"/>
          </a:xfrm>
          <a:prstGeom prst="rect">
            <a:avLst/>
          </a:prstGeom>
          <a:noFill/>
          <a:ln/>
        </p:spPr>
        <p:txBody>
          <a:bodyPr vert="horz" wrap="square" lIns="0" tIns="0" rIns="0" bIns="0" rtlCol="0" anchor="ctr"/>
          <a:lstStyle/>
          <a:p>
            <a:pPr marL="0" indent="0" algn="ctr">
              <a:lnSpc>
                <a:spcPts val="1470"/>
              </a:lnSpc>
              <a:buNone/>
            </a:pPr>
            <a:r>
              <a:rPr lang="en-US" sz="1050" dirty="0">
                <a:solidFill>
                  <a:srgbClr val="A0AEC0"/>
                </a:solidFill>
                <a:latin typeface="Noto Sans SC" pitchFamily="34" charset="0"/>
                <a:ea typeface="Noto Sans SC" pitchFamily="34" charset="-122"/>
                <a:cs typeface="Noto Sans SC" pitchFamily="34" charset="-120"/>
              </a:rPr>
              <a:t>深度语义相关性评分</a:t>
            </a:r>
            <a:endParaRPr lang="en-US" sz="1050" dirty="0"/>
          </a:p>
          <a:p>
            <a:pPr marL="0" indent="0" algn="ctr">
              <a:lnSpc>
                <a:spcPts val="1470"/>
              </a:lnSpc>
              <a:buNone/>
            </a:pPr>
            <a:r>
              <a:rPr lang="en-US" sz="1050" dirty="0">
                <a:solidFill>
                  <a:srgbClr val="A0AEC0"/>
                </a:solidFill>
                <a:latin typeface="Noto Sans SC" pitchFamily="34" charset="0"/>
                <a:ea typeface="Noto Sans SC" pitchFamily="34" charset="-122"/>
                <a:cs typeface="Noto Sans SC" pitchFamily="34" charset="-120"/>
              </a:rPr>
              <a:t>精准定位核心证据</a:t>
            </a:r>
            <a:endParaRPr lang="en-US" sz="1050" dirty="0"/>
          </a:p>
        </p:txBody>
      </p:sp>
      <p:sp>
        <p:nvSpPr>
          <p:cNvPr id="55" name="SK-14-text-54"/>
          <p:cNvSpPr/>
          <p:nvPr/>
        </p:nvSpPr>
        <p:spPr>
          <a:xfrm>
            <a:off x="9760744" y="2085975"/>
            <a:ext cx="1114425" cy="257175"/>
          </a:xfrm>
          <a:prstGeom prst="rect">
            <a:avLst/>
          </a:prstGeom>
          <a:noFill/>
          <a:ln/>
        </p:spPr>
        <p:txBody>
          <a:bodyPr vert="horz" wrap="square" lIns="0" tIns="0" rIns="0" bIns="0" rtlCol="0" anchor="ctr"/>
          <a:lstStyle/>
          <a:p>
            <a:pPr marL="0" indent="0" algn="ctr">
              <a:lnSpc>
                <a:spcPts val="2025"/>
              </a:lnSpc>
              <a:buNone/>
            </a:pPr>
            <a:r>
              <a:rPr lang="en-US" sz="1350" b="1" dirty="0">
                <a:solidFill>
                  <a:srgbClr val="00F5FF"/>
                </a:solidFill>
                <a:latin typeface="Noto Sans SC" pitchFamily="34" charset="0"/>
                <a:ea typeface="Noto Sans SC" pitchFamily="34" charset="-122"/>
                <a:cs typeface="Noto Sans SC" pitchFamily="34" charset="-120"/>
              </a:rPr>
              <a:t>精准溯源标注</a:t>
            </a:r>
            <a:endParaRPr lang="en-US" sz="1350" dirty="0"/>
          </a:p>
        </p:txBody>
      </p:sp>
      <p:sp>
        <p:nvSpPr>
          <p:cNvPr id="56" name="SK-14-text-55"/>
          <p:cNvSpPr/>
          <p:nvPr/>
        </p:nvSpPr>
        <p:spPr>
          <a:xfrm>
            <a:off x="9713119" y="2400300"/>
            <a:ext cx="1209675" cy="373261"/>
          </a:xfrm>
          <a:prstGeom prst="rect">
            <a:avLst/>
          </a:prstGeom>
          <a:noFill/>
          <a:ln/>
        </p:spPr>
        <p:txBody>
          <a:bodyPr vert="horz" wrap="square" lIns="0" tIns="0" rIns="0" bIns="0" rtlCol="0" anchor="ctr"/>
          <a:lstStyle/>
          <a:p>
            <a:pPr marL="0" indent="0" algn="ctr">
              <a:lnSpc>
                <a:spcPts val="1470"/>
              </a:lnSpc>
              <a:buNone/>
            </a:pPr>
            <a:r>
              <a:rPr lang="en-US" sz="1050" dirty="0">
                <a:solidFill>
                  <a:srgbClr val="A0AEC0"/>
                </a:solidFill>
                <a:latin typeface="Noto Sans SC" pitchFamily="34" charset="0"/>
                <a:ea typeface="Noto Sans SC" pitchFamily="34" charset="-122"/>
                <a:cs typeface="Noto Sans SC" pitchFamily="34" charset="-120"/>
              </a:rPr>
              <a:t>强制来源标注</a:t>
            </a:r>
            <a:endParaRPr lang="en-US" sz="1050" dirty="0"/>
          </a:p>
          <a:p>
            <a:pPr marL="0" indent="0" algn="ctr">
              <a:lnSpc>
                <a:spcPts val="1470"/>
              </a:lnSpc>
              <a:buNone/>
            </a:pPr>
            <a:r>
              <a:rPr lang="en-US" sz="1050" dirty="0">
                <a:solidFill>
                  <a:srgbClr val="A0AEC0"/>
                </a:solidFill>
                <a:latin typeface="Noto Sans SC" pitchFamily="34" charset="0"/>
                <a:ea typeface="Noto Sans SC" pitchFamily="34" charset="-122"/>
                <a:cs typeface="Noto Sans SC" pitchFamily="34" charset="-120"/>
              </a:rPr>
              <a:t>文献名称 + 页码标签</a:t>
            </a:r>
            <a:endParaRPr lang="en-US" sz="1050" dirty="0"/>
          </a:p>
        </p:txBody>
      </p:sp>
      <p:sp>
        <p:nvSpPr>
          <p:cNvPr id="57" name="SK-14-text-56"/>
          <p:cNvSpPr/>
          <p:nvPr/>
        </p:nvSpPr>
        <p:spPr>
          <a:xfrm>
            <a:off x="1114425" y="3125986"/>
            <a:ext cx="3067050" cy="285750"/>
          </a:xfrm>
          <a:prstGeom prst="rect">
            <a:avLst/>
          </a:prstGeom>
          <a:noFill/>
          <a:ln/>
        </p:spPr>
        <p:txBody>
          <a:bodyPr vert="horz" wrap="square" lIns="0" tIns="0" rIns="0" bIns="0" rtlCol="0" anchor="ctr"/>
          <a:lstStyle/>
          <a:p>
            <a:pPr marL="0" indent="0">
              <a:lnSpc>
                <a:spcPts val="2250"/>
              </a:lnSpc>
              <a:buNone/>
            </a:pPr>
            <a:r>
              <a:rPr lang="en-US" sz="1500" b="1" dirty="0">
                <a:solidFill>
                  <a:srgbClr val="FFFFFF"/>
                </a:solidFill>
                <a:latin typeface="Noto Sans SC" pitchFamily="34" charset="0"/>
                <a:ea typeface="Noto Sans SC" pitchFamily="34" charset="-122"/>
                <a:cs typeface="Noto Sans SC" pitchFamily="34" charset="-120"/>
              </a:rPr>
              <a:t>QA 自动衍生引擎</a:t>
            </a:r>
            <a:endParaRPr lang="en-US" sz="1500" dirty="0"/>
          </a:p>
        </p:txBody>
      </p:sp>
      <p:sp>
        <p:nvSpPr>
          <p:cNvPr id="58" name="SK-14-text-57"/>
          <p:cNvSpPr/>
          <p:nvPr/>
        </p:nvSpPr>
        <p:spPr>
          <a:xfrm>
            <a:off x="857250" y="3468886"/>
            <a:ext cx="1405597" cy="209550"/>
          </a:xfrm>
          <a:prstGeom prst="rect">
            <a:avLst/>
          </a:prstGeom>
          <a:noFill/>
          <a:ln/>
        </p:spPr>
        <p:txBody>
          <a:bodyPr vert="horz" wrap="square" lIns="0" tIns="0" rIns="0" bIns="0" rtlCol="0" anchor="ctr"/>
          <a:lstStyle/>
          <a:p>
            <a:pPr marL="0" indent="0">
              <a:lnSpc>
                <a:spcPts val="1350"/>
              </a:lnSpc>
              <a:buNone/>
            </a:pPr>
            <a:r>
              <a:rPr lang="en-US" sz="900" dirty="0">
                <a:solidFill>
                  <a:srgbClr val="00F5FF"/>
                </a:solidFill>
              </a:rPr>
              <a:t>Recall Boost</a:t>
            </a:r>
            <a:endParaRPr lang="en-US" sz="900" dirty="0"/>
          </a:p>
        </p:txBody>
      </p:sp>
      <p:sp>
        <p:nvSpPr>
          <p:cNvPr id="59" name="SK-14-text-58"/>
          <p:cNvSpPr/>
          <p:nvPr/>
        </p:nvSpPr>
        <p:spPr>
          <a:xfrm>
            <a:off x="1924050" y="3468886"/>
            <a:ext cx="1538004" cy="209550"/>
          </a:xfrm>
          <a:prstGeom prst="rect">
            <a:avLst/>
          </a:prstGeom>
          <a:noFill/>
          <a:ln/>
        </p:spPr>
        <p:txBody>
          <a:bodyPr vert="horz" wrap="square" lIns="0" tIns="0" rIns="0" bIns="0" rtlCol="0" anchor="ctr"/>
          <a:lstStyle/>
          <a:p>
            <a:pPr marL="0" indent="0">
              <a:lnSpc>
                <a:spcPts val="1350"/>
              </a:lnSpc>
              <a:buNone/>
            </a:pPr>
            <a:r>
              <a:rPr lang="en-US" sz="900" dirty="0">
                <a:solidFill>
                  <a:srgbClr val="00F5FF"/>
                </a:solidFill>
              </a:rPr>
              <a:t>Auto-Labeling</a:t>
            </a:r>
            <a:endParaRPr lang="en-US" sz="900" dirty="0"/>
          </a:p>
        </p:txBody>
      </p:sp>
      <p:sp>
        <p:nvSpPr>
          <p:cNvPr id="60" name="SK-14-text-59"/>
          <p:cNvSpPr/>
          <p:nvPr/>
        </p:nvSpPr>
        <p:spPr>
          <a:xfrm>
            <a:off x="762000" y="3735586"/>
            <a:ext cx="5048250" cy="457200"/>
          </a:xfrm>
          <a:prstGeom prst="rect">
            <a:avLst/>
          </a:prstGeom>
          <a:noFill/>
          <a:ln/>
        </p:spPr>
        <p:txBody>
          <a:bodyPr vert="horz" wrap="square" lIns="0" tIns="0" rIns="0" bIns="0" rtlCol="0" anchor="ctr"/>
          <a:lstStyle/>
          <a:p>
            <a:pPr marL="0" indent="0">
              <a:lnSpc>
                <a:spcPts val="1800"/>
              </a:lnSpc>
              <a:buNone/>
            </a:pPr>
            <a:r>
              <a:rPr lang="en-US" sz="1125" dirty="0">
                <a:solidFill>
                  <a:srgbClr val="A0AEC0"/>
                </a:solidFill>
                <a:latin typeface="Noto Sans SC" pitchFamily="34" charset="0"/>
                <a:ea typeface="Noto Sans SC" pitchFamily="34" charset="-122"/>
                <a:cs typeface="Noto Sans SC" pitchFamily="34" charset="-120"/>
              </a:rPr>
              <a:t>自动从 PDF 文档中衍生结构化问答对，并关联原文页码，解决长文本语义碎片化问题，大幅提升冷启动场景下的知识检索召回率。</a:t>
            </a:r>
            <a:endParaRPr lang="en-US" sz="1125" dirty="0"/>
          </a:p>
        </p:txBody>
      </p:sp>
      <p:sp>
        <p:nvSpPr>
          <p:cNvPr id="61" name="SK-14-text-60"/>
          <p:cNvSpPr/>
          <p:nvPr/>
        </p:nvSpPr>
        <p:spPr>
          <a:xfrm>
            <a:off x="992981" y="4249936"/>
            <a:ext cx="5048250" cy="242888"/>
          </a:xfrm>
          <a:prstGeom prst="rect">
            <a:avLst/>
          </a:prstGeom>
          <a:noFill/>
          <a:ln/>
        </p:spPr>
        <p:txBody>
          <a:bodyPr vert="horz" wrap="square" lIns="0" tIns="0" rIns="0" bIns="0" rtlCol="0" anchor="ctr"/>
          <a:lstStyle/>
          <a:p>
            <a:pPr marL="0" indent="0">
              <a:lnSpc>
                <a:spcPts val="1463"/>
              </a:lnSpc>
              <a:buNone/>
            </a:pPr>
            <a:r>
              <a:rPr lang="en-US" sz="975" dirty="0">
                <a:solidFill>
                  <a:srgbClr val="48BB78"/>
                </a:solidFill>
                <a:latin typeface="Noto Sans SC" pitchFamily="34" charset="0"/>
                <a:ea typeface="Noto Sans SC" pitchFamily="34" charset="-122"/>
                <a:cs typeface="Noto Sans SC" pitchFamily="34" charset="-120"/>
              </a:rPr>
              <a:t>检索召回率提升约 35%</a:t>
            </a:r>
            <a:endParaRPr lang="en-US" sz="975" dirty="0"/>
          </a:p>
        </p:txBody>
      </p:sp>
      <p:sp>
        <p:nvSpPr>
          <p:cNvPr id="62" name="SK-14-text-61"/>
          <p:cNvSpPr/>
          <p:nvPr/>
        </p:nvSpPr>
        <p:spPr>
          <a:xfrm>
            <a:off x="6734175" y="3125986"/>
            <a:ext cx="3829050" cy="285750"/>
          </a:xfrm>
          <a:prstGeom prst="rect">
            <a:avLst/>
          </a:prstGeom>
          <a:noFill/>
          <a:ln/>
        </p:spPr>
        <p:txBody>
          <a:bodyPr vert="horz" wrap="square" lIns="0" tIns="0" rIns="0" bIns="0" rtlCol="0" anchor="ctr"/>
          <a:lstStyle/>
          <a:p>
            <a:pPr marL="0" indent="0">
              <a:lnSpc>
                <a:spcPts val="2250"/>
              </a:lnSpc>
              <a:buNone/>
            </a:pPr>
            <a:r>
              <a:rPr lang="en-US" sz="1500" b="1" dirty="0">
                <a:solidFill>
                  <a:srgbClr val="FFFFFF"/>
                </a:solidFill>
                <a:latin typeface="Noto Sans SC" pitchFamily="34" charset="0"/>
                <a:ea typeface="Noto Sans SC" pitchFamily="34" charset="-122"/>
                <a:cs typeface="Noto Sans SC" pitchFamily="34" charset="-120"/>
              </a:rPr>
              <a:t>多模型 Rerank 容灾</a:t>
            </a:r>
            <a:endParaRPr lang="en-US" sz="1500" dirty="0"/>
          </a:p>
        </p:txBody>
      </p:sp>
      <p:sp>
        <p:nvSpPr>
          <p:cNvPr id="63" name="SK-14-text-62"/>
          <p:cNvSpPr/>
          <p:nvPr/>
        </p:nvSpPr>
        <p:spPr>
          <a:xfrm>
            <a:off x="6477000" y="3468886"/>
            <a:ext cx="1804416" cy="209550"/>
          </a:xfrm>
          <a:prstGeom prst="rect">
            <a:avLst/>
          </a:prstGeom>
          <a:noFill/>
          <a:ln/>
        </p:spPr>
        <p:txBody>
          <a:bodyPr vert="horz" wrap="square" lIns="0" tIns="0" rIns="0" bIns="0" rtlCol="0" anchor="ctr"/>
          <a:lstStyle/>
          <a:p>
            <a:pPr marL="0" indent="0">
              <a:lnSpc>
                <a:spcPts val="1350"/>
              </a:lnSpc>
              <a:buNone/>
            </a:pPr>
            <a:r>
              <a:rPr lang="en-US" sz="900" dirty="0">
                <a:solidFill>
                  <a:srgbClr val="00F5FF"/>
                </a:solidFill>
              </a:rPr>
              <a:t>Fault Tolerance</a:t>
            </a:r>
            <a:endParaRPr lang="en-US" sz="900" dirty="0"/>
          </a:p>
        </p:txBody>
      </p:sp>
      <p:sp>
        <p:nvSpPr>
          <p:cNvPr id="64" name="SK-14-text-63"/>
          <p:cNvSpPr/>
          <p:nvPr/>
        </p:nvSpPr>
        <p:spPr>
          <a:xfrm>
            <a:off x="7743825" y="3468886"/>
            <a:ext cx="1538004" cy="209550"/>
          </a:xfrm>
          <a:prstGeom prst="rect">
            <a:avLst/>
          </a:prstGeom>
          <a:noFill/>
          <a:ln/>
        </p:spPr>
        <p:txBody>
          <a:bodyPr vert="horz" wrap="square" lIns="0" tIns="0" rIns="0" bIns="0" rtlCol="0" anchor="ctr"/>
          <a:lstStyle/>
          <a:p>
            <a:pPr marL="0" indent="0">
              <a:lnSpc>
                <a:spcPts val="1350"/>
              </a:lnSpc>
              <a:buNone/>
            </a:pPr>
            <a:r>
              <a:rPr lang="en-US" sz="900" dirty="0">
                <a:solidFill>
                  <a:srgbClr val="00F5FF"/>
                </a:solidFill>
              </a:rPr>
              <a:t>Hybrid Models</a:t>
            </a:r>
            <a:endParaRPr lang="en-US" sz="900" dirty="0"/>
          </a:p>
        </p:txBody>
      </p:sp>
      <p:sp>
        <p:nvSpPr>
          <p:cNvPr id="65" name="SK-14-text-64"/>
          <p:cNvSpPr/>
          <p:nvPr/>
        </p:nvSpPr>
        <p:spPr>
          <a:xfrm>
            <a:off x="6381750" y="3735586"/>
            <a:ext cx="5048250" cy="457200"/>
          </a:xfrm>
          <a:prstGeom prst="rect">
            <a:avLst/>
          </a:prstGeom>
          <a:noFill/>
          <a:ln/>
        </p:spPr>
        <p:txBody>
          <a:bodyPr vert="horz" wrap="square" lIns="0" tIns="0" rIns="0" bIns="0" rtlCol="0" anchor="ctr"/>
          <a:lstStyle/>
          <a:p>
            <a:pPr marL="0" indent="0">
              <a:lnSpc>
                <a:spcPts val="1800"/>
              </a:lnSpc>
              <a:buNone/>
            </a:pPr>
            <a:r>
              <a:rPr lang="en-US" sz="1125" dirty="0">
                <a:solidFill>
                  <a:srgbClr val="A0AEC0"/>
                </a:solidFill>
                <a:latin typeface="Noto Sans SC" pitchFamily="34" charset="0"/>
                <a:ea typeface="Noto Sans SC" pitchFamily="34" charset="-122"/>
                <a:cs typeface="Noto Sans SC" pitchFamily="34" charset="-120"/>
              </a:rPr>
              <a:t>预设 4 个候选重排模型自动切换。当主模型响应异常时，自动降级至备选模型或原始 BM25 结果，确保检索管道的高可用性。</a:t>
            </a:r>
            <a:endParaRPr lang="en-US" sz="1125" dirty="0"/>
          </a:p>
        </p:txBody>
      </p:sp>
      <p:sp>
        <p:nvSpPr>
          <p:cNvPr id="66" name="SK-14-text-65"/>
          <p:cNvSpPr/>
          <p:nvPr/>
        </p:nvSpPr>
        <p:spPr>
          <a:xfrm>
            <a:off x="6612731" y="4249936"/>
            <a:ext cx="5048250" cy="242888"/>
          </a:xfrm>
          <a:prstGeom prst="rect">
            <a:avLst/>
          </a:prstGeom>
          <a:noFill/>
          <a:ln/>
        </p:spPr>
        <p:txBody>
          <a:bodyPr vert="horz" wrap="square" lIns="0" tIns="0" rIns="0" bIns="0" rtlCol="0" anchor="ctr"/>
          <a:lstStyle/>
          <a:p>
            <a:pPr marL="0" indent="0">
              <a:lnSpc>
                <a:spcPts val="1463"/>
              </a:lnSpc>
              <a:buNone/>
            </a:pPr>
            <a:r>
              <a:rPr lang="en-US" sz="975" dirty="0">
                <a:solidFill>
                  <a:srgbClr val="48BB78"/>
                </a:solidFill>
                <a:latin typeface="Noto Sans SC" pitchFamily="34" charset="0"/>
                <a:ea typeface="Noto Sans SC" pitchFamily="34" charset="-122"/>
                <a:cs typeface="Noto Sans SC" pitchFamily="34" charset="-120"/>
              </a:rPr>
              <a:t>服务可用性保障 99.9%</a:t>
            </a:r>
            <a:endParaRPr lang="en-US" sz="975" dirty="0"/>
          </a:p>
        </p:txBody>
      </p:sp>
      <p:sp>
        <p:nvSpPr>
          <p:cNvPr id="67" name="SK-14-text-66"/>
          <p:cNvSpPr/>
          <p:nvPr/>
        </p:nvSpPr>
        <p:spPr>
          <a:xfrm>
            <a:off x="1114425" y="4778573"/>
            <a:ext cx="2381250" cy="285750"/>
          </a:xfrm>
          <a:prstGeom prst="rect">
            <a:avLst/>
          </a:prstGeom>
          <a:noFill/>
          <a:ln/>
        </p:spPr>
        <p:txBody>
          <a:bodyPr vert="horz" wrap="square" lIns="0" tIns="0" rIns="0" bIns="0" rtlCol="0" anchor="ctr"/>
          <a:lstStyle/>
          <a:p>
            <a:pPr marL="0" indent="0">
              <a:lnSpc>
                <a:spcPts val="2250"/>
              </a:lnSpc>
              <a:buNone/>
            </a:pPr>
            <a:r>
              <a:rPr lang="en-US" sz="1500" b="1" dirty="0">
                <a:solidFill>
                  <a:srgbClr val="FFFFFF"/>
                </a:solidFill>
                <a:latin typeface="Noto Sans SC" pitchFamily="34" charset="0"/>
                <a:ea typeface="Noto Sans SC" pitchFamily="34" charset="-122"/>
                <a:cs typeface="Noto Sans SC" pitchFamily="34" charset="-120"/>
              </a:rPr>
              <a:t>并行检索管道</a:t>
            </a:r>
            <a:endParaRPr lang="en-US" sz="1500" dirty="0"/>
          </a:p>
        </p:txBody>
      </p:sp>
      <p:sp>
        <p:nvSpPr>
          <p:cNvPr id="68" name="SK-14-text-67"/>
          <p:cNvSpPr/>
          <p:nvPr/>
        </p:nvSpPr>
        <p:spPr>
          <a:xfrm>
            <a:off x="857250" y="5121473"/>
            <a:ext cx="1405597" cy="209550"/>
          </a:xfrm>
          <a:prstGeom prst="rect">
            <a:avLst/>
          </a:prstGeom>
          <a:noFill/>
          <a:ln/>
        </p:spPr>
        <p:txBody>
          <a:bodyPr vert="horz" wrap="square" lIns="0" tIns="0" rIns="0" bIns="0" rtlCol="0" anchor="ctr"/>
          <a:lstStyle/>
          <a:p>
            <a:pPr marL="0" indent="0">
              <a:lnSpc>
                <a:spcPts val="1350"/>
              </a:lnSpc>
              <a:buNone/>
            </a:pPr>
            <a:r>
              <a:rPr lang="en-US" sz="900" dirty="0">
                <a:solidFill>
                  <a:srgbClr val="00F5FF"/>
                </a:solidFill>
              </a:rPr>
              <a:t>Asynchronous</a:t>
            </a:r>
            <a:endParaRPr lang="en-US" sz="900" dirty="0"/>
          </a:p>
        </p:txBody>
      </p:sp>
      <p:sp>
        <p:nvSpPr>
          <p:cNvPr id="69" name="SK-14-text-68"/>
          <p:cNvSpPr/>
          <p:nvPr/>
        </p:nvSpPr>
        <p:spPr>
          <a:xfrm>
            <a:off x="1924050" y="5121473"/>
            <a:ext cx="1013185" cy="209550"/>
          </a:xfrm>
          <a:prstGeom prst="rect">
            <a:avLst/>
          </a:prstGeom>
          <a:noFill/>
          <a:ln/>
        </p:spPr>
        <p:txBody>
          <a:bodyPr vert="horz" wrap="square" lIns="0" tIns="0" rIns="0" bIns="0" rtlCol="0" anchor="ctr"/>
          <a:lstStyle/>
          <a:p>
            <a:pPr marL="0" indent="0">
              <a:lnSpc>
                <a:spcPts val="1350"/>
              </a:lnSpc>
              <a:buNone/>
            </a:pPr>
            <a:r>
              <a:rPr lang="en-US" sz="900" dirty="0">
                <a:solidFill>
                  <a:srgbClr val="00F5FF"/>
                </a:solidFill>
              </a:rPr>
              <a:t>Sub-Query</a:t>
            </a:r>
            <a:endParaRPr lang="en-US" sz="900" dirty="0"/>
          </a:p>
        </p:txBody>
      </p:sp>
      <p:sp>
        <p:nvSpPr>
          <p:cNvPr id="70" name="SK-14-text-69"/>
          <p:cNvSpPr/>
          <p:nvPr/>
        </p:nvSpPr>
        <p:spPr>
          <a:xfrm>
            <a:off x="762000" y="5388173"/>
            <a:ext cx="5048250" cy="457200"/>
          </a:xfrm>
          <a:prstGeom prst="rect">
            <a:avLst/>
          </a:prstGeom>
          <a:noFill/>
          <a:ln/>
        </p:spPr>
        <p:txBody>
          <a:bodyPr vert="horz" wrap="square" lIns="0" tIns="0" rIns="0" bIns="0" rtlCol="0" anchor="ctr"/>
          <a:lstStyle/>
          <a:p>
            <a:pPr marL="0" indent="0">
              <a:lnSpc>
                <a:spcPts val="1800"/>
              </a:lnSpc>
              <a:buNone/>
            </a:pPr>
            <a:r>
              <a:rPr lang="en-US" sz="1125" dirty="0">
                <a:solidFill>
                  <a:srgbClr val="A0AEC0"/>
                </a:solidFill>
                <a:latin typeface="Noto Sans SC" pitchFamily="34" charset="0"/>
                <a:ea typeface="Noto Sans SC" pitchFamily="34" charset="-122"/>
                <a:cs typeface="Noto Sans SC" pitchFamily="34" charset="-120"/>
              </a:rPr>
              <a:t>将复杂问题拆解为多个子意图并行检索。结合 MD5 键值与 300s TTL 缓存机制，避免重复计算，显著降低首 Token 响应延迟。</a:t>
            </a:r>
            <a:endParaRPr lang="en-US" sz="1125" dirty="0"/>
          </a:p>
        </p:txBody>
      </p:sp>
      <p:sp>
        <p:nvSpPr>
          <p:cNvPr id="71" name="SK-14-text-70"/>
          <p:cNvSpPr/>
          <p:nvPr/>
        </p:nvSpPr>
        <p:spPr>
          <a:xfrm>
            <a:off x="992981" y="5902523"/>
            <a:ext cx="5048250" cy="242888"/>
          </a:xfrm>
          <a:prstGeom prst="rect">
            <a:avLst/>
          </a:prstGeom>
          <a:noFill/>
          <a:ln/>
        </p:spPr>
        <p:txBody>
          <a:bodyPr vert="horz" wrap="square" lIns="0" tIns="0" rIns="0" bIns="0" rtlCol="0" anchor="ctr"/>
          <a:lstStyle/>
          <a:p>
            <a:pPr marL="0" indent="0">
              <a:lnSpc>
                <a:spcPts val="1463"/>
              </a:lnSpc>
              <a:buNone/>
            </a:pPr>
            <a:r>
              <a:rPr lang="en-US" sz="975" dirty="0">
                <a:solidFill>
                  <a:srgbClr val="48BB78"/>
                </a:solidFill>
                <a:latin typeface="Noto Sans SC" pitchFamily="34" charset="0"/>
                <a:ea typeface="Noto Sans SC" pitchFamily="34" charset="-122"/>
                <a:cs typeface="Noto Sans SC" pitchFamily="34" charset="-120"/>
              </a:rPr>
              <a:t>响应时间降低 50%+</a:t>
            </a:r>
            <a:endParaRPr lang="en-US" sz="975" dirty="0"/>
          </a:p>
        </p:txBody>
      </p:sp>
      <p:sp>
        <p:nvSpPr>
          <p:cNvPr id="72" name="SK-14-text-71"/>
          <p:cNvSpPr/>
          <p:nvPr/>
        </p:nvSpPr>
        <p:spPr>
          <a:xfrm>
            <a:off x="6734175" y="4778573"/>
            <a:ext cx="2381250" cy="285750"/>
          </a:xfrm>
          <a:prstGeom prst="rect">
            <a:avLst/>
          </a:prstGeom>
          <a:noFill/>
          <a:ln/>
        </p:spPr>
        <p:txBody>
          <a:bodyPr vert="horz" wrap="square" lIns="0" tIns="0" rIns="0" bIns="0" rtlCol="0" anchor="ctr"/>
          <a:lstStyle/>
          <a:p>
            <a:pPr marL="0" indent="0">
              <a:lnSpc>
                <a:spcPts val="2250"/>
              </a:lnSpc>
              <a:buNone/>
            </a:pPr>
            <a:r>
              <a:rPr lang="en-US" sz="1500" b="1" dirty="0">
                <a:solidFill>
                  <a:srgbClr val="FFFFFF"/>
                </a:solidFill>
                <a:latin typeface="Noto Sans SC" pitchFamily="34" charset="0"/>
                <a:ea typeface="Noto Sans SC" pitchFamily="34" charset="-122"/>
                <a:cs typeface="Noto Sans SC" pitchFamily="34" charset="-120"/>
              </a:rPr>
              <a:t>证据覆盖策略</a:t>
            </a:r>
            <a:endParaRPr lang="en-US" sz="1500" dirty="0"/>
          </a:p>
        </p:txBody>
      </p:sp>
      <p:sp>
        <p:nvSpPr>
          <p:cNvPr id="73" name="SK-14-text-72"/>
          <p:cNvSpPr/>
          <p:nvPr/>
        </p:nvSpPr>
        <p:spPr>
          <a:xfrm>
            <a:off x="6477000" y="5121473"/>
            <a:ext cx="1013185" cy="209550"/>
          </a:xfrm>
          <a:prstGeom prst="rect">
            <a:avLst/>
          </a:prstGeom>
          <a:noFill/>
          <a:ln/>
        </p:spPr>
        <p:txBody>
          <a:bodyPr vert="horz" wrap="square" lIns="0" tIns="0" rIns="0" bIns="0" rtlCol="0" anchor="ctr"/>
          <a:lstStyle/>
          <a:p>
            <a:pPr marL="0" indent="0">
              <a:lnSpc>
                <a:spcPts val="1350"/>
              </a:lnSpc>
              <a:buNone/>
            </a:pPr>
            <a:r>
              <a:rPr lang="en-US" sz="900" dirty="0">
                <a:solidFill>
                  <a:srgbClr val="00F5FF"/>
                </a:solidFill>
              </a:rPr>
              <a:t>Local RAG</a:t>
            </a:r>
            <a:endParaRPr lang="en-US" sz="900" dirty="0"/>
          </a:p>
        </p:txBody>
      </p:sp>
      <p:sp>
        <p:nvSpPr>
          <p:cNvPr id="74" name="SK-14-text-73"/>
          <p:cNvSpPr/>
          <p:nvPr/>
        </p:nvSpPr>
        <p:spPr>
          <a:xfrm>
            <a:off x="7343775" y="5121473"/>
            <a:ext cx="1143000" cy="209550"/>
          </a:xfrm>
          <a:prstGeom prst="rect">
            <a:avLst/>
          </a:prstGeom>
          <a:noFill/>
          <a:ln/>
        </p:spPr>
        <p:txBody>
          <a:bodyPr vert="horz" wrap="square" lIns="0" tIns="0" rIns="0" bIns="0" rtlCol="0" anchor="ctr"/>
          <a:lstStyle/>
          <a:p>
            <a:pPr marL="0" indent="0">
              <a:lnSpc>
                <a:spcPts val="1350"/>
              </a:lnSpc>
              <a:buNone/>
            </a:pPr>
            <a:r>
              <a:rPr lang="en-US" sz="900" dirty="0">
                <a:solidFill>
                  <a:srgbClr val="00F5FF"/>
                </a:solidFill>
              </a:rPr>
              <a:t>PubMed API</a:t>
            </a:r>
            <a:endParaRPr lang="en-US" sz="900" dirty="0"/>
          </a:p>
        </p:txBody>
      </p:sp>
      <p:sp>
        <p:nvSpPr>
          <p:cNvPr id="75" name="SK-14-text-74"/>
          <p:cNvSpPr/>
          <p:nvPr/>
        </p:nvSpPr>
        <p:spPr>
          <a:xfrm>
            <a:off x="6381750" y="5388173"/>
            <a:ext cx="5048250" cy="457200"/>
          </a:xfrm>
          <a:prstGeom prst="rect">
            <a:avLst/>
          </a:prstGeom>
          <a:noFill/>
          <a:ln/>
        </p:spPr>
        <p:txBody>
          <a:bodyPr vert="horz" wrap="square" lIns="0" tIns="0" rIns="0" bIns="0" rtlCol="0" anchor="ctr"/>
          <a:lstStyle/>
          <a:p>
            <a:pPr marL="0" indent="0">
              <a:lnSpc>
                <a:spcPts val="1800"/>
              </a:lnSpc>
              <a:buNone/>
            </a:pPr>
            <a:r>
              <a:rPr lang="en-US" sz="1125" dirty="0">
                <a:solidFill>
                  <a:srgbClr val="A0AEC0"/>
                </a:solidFill>
                <a:latin typeface="Noto Sans SC" pitchFamily="34" charset="0"/>
                <a:ea typeface="Noto Sans SC" pitchFamily="34" charset="-122"/>
                <a:cs typeface="Noto Sans SC" pitchFamily="34" charset="-120"/>
              </a:rPr>
              <a:t>本地权威指南检索实现精准溯源，PubMed 接口提供国际前沿进展。双路证据互补，构建"权威指南 + 最新研究"的医学循证闭环。</a:t>
            </a:r>
            <a:endParaRPr lang="en-US" sz="1125" dirty="0"/>
          </a:p>
        </p:txBody>
      </p:sp>
      <p:sp>
        <p:nvSpPr>
          <p:cNvPr id="76" name="SK-14-text-75"/>
          <p:cNvSpPr/>
          <p:nvPr/>
        </p:nvSpPr>
        <p:spPr>
          <a:xfrm>
            <a:off x="6612731" y="5902523"/>
            <a:ext cx="5048250" cy="242888"/>
          </a:xfrm>
          <a:prstGeom prst="rect">
            <a:avLst/>
          </a:prstGeom>
          <a:noFill/>
          <a:ln/>
        </p:spPr>
        <p:txBody>
          <a:bodyPr vert="horz" wrap="square" lIns="0" tIns="0" rIns="0" bIns="0" rtlCol="0" anchor="ctr"/>
          <a:lstStyle/>
          <a:p>
            <a:pPr marL="0" indent="0">
              <a:lnSpc>
                <a:spcPts val="1463"/>
              </a:lnSpc>
              <a:buNone/>
            </a:pPr>
            <a:r>
              <a:rPr lang="en-US" sz="975" dirty="0">
                <a:solidFill>
                  <a:srgbClr val="48BB78"/>
                </a:solidFill>
                <a:latin typeface="Noto Sans SC" pitchFamily="34" charset="0"/>
                <a:ea typeface="Noto Sans SC" pitchFamily="34" charset="-122"/>
                <a:cs typeface="Noto Sans SC" pitchFamily="34" charset="-120"/>
              </a:rPr>
              <a:t>覆盖 8 级循证医学证据</a:t>
            </a:r>
            <a:endParaRPr lang="en-US" sz="975"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SK-15-img-1" descr="preencoded.png"/>
          <p:cNvPicPr>
            <a:picLocks noChangeAspect="1"/>
          </p:cNvPicPr>
          <p:nvPr/>
        </p:nvPicPr>
        <p:blipFill>
          <a:blip r:embed="rId3"/>
          <a:stretch>
            <a:fillRect/>
          </a:stretch>
        </p:blipFill>
        <p:spPr>
          <a:xfrm>
            <a:off x="0" y="0"/>
            <a:ext cx="12192000" cy="6858000"/>
          </a:xfrm>
          <a:prstGeom prst="rect">
            <a:avLst/>
          </a:prstGeom>
        </p:spPr>
      </p:pic>
      <p:pic>
        <p:nvPicPr>
          <p:cNvPr id="3" name="SK-15-img-2" descr="preencoded.png"/>
          <p:cNvPicPr>
            <a:picLocks noChangeAspect="1"/>
          </p:cNvPicPr>
          <p:nvPr/>
        </p:nvPicPr>
        <p:blipFill>
          <a:blip r:embed="rId4"/>
          <a:stretch>
            <a:fillRect/>
          </a:stretch>
        </p:blipFill>
        <p:spPr>
          <a:xfrm>
            <a:off x="571500" y="304800"/>
            <a:ext cx="1485900" cy="238125"/>
          </a:xfrm>
          <a:prstGeom prst="rect">
            <a:avLst/>
          </a:prstGeom>
        </p:spPr>
      </p:pic>
      <p:pic>
        <p:nvPicPr>
          <p:cNvPr id="4" name="SK-15-img-3" descr="preencoded.png"/>
          <p:cNvPicPr>
            <a:picLocks noChangeAspect="1"/>
          </p:cNvPicPr>
          <p:nvPr/>
        </p:nvPicPr>
        <p:blipFill>
          <a:blip r:embed="rId5"/>
          <a:stretch>
            <a:fillRect/>
          </a:stretch>
        </p:blipFill>
        <p:spPr>
          <a:xfrm>
            <a:off x="2171700" y="419100"/>
            <a:ext cx="9448800" cy="9525"/>
          </a:xfrm>
          <a:prstGeom prst="rect">
            <a:avLst/>
          </a:prstGeom>
        </p:spPr>
      </p:pic>
      <p:pic>
        <p:nvPicPr>
          <p:cNvPr id="5" name="SK-15-img-4" descr="preencoded.png"/>
          <p:cNvPicPr>
            <a:picLocks noChangeAspect="1"/>
          </p:cNvPicPr>
          <p:nvPr/>
        </p:nvPicPr>
        <p:blipFill>
          <a:blip r:embed="rId6"/>
          <a:stretch>
            <a:fillRect/>
          </a:stretch>
        </p:blipFill>
        <p:spPr>
          <a:xfrm>
            <a:off x="571500" y="1314450"/>
            <a:ext cx="38100" cy="38100"/>
          </a:xfrm>
          <a:prstGeom prst="rect">
            <a:avLst/>
          </a:prstGeom>
        </p:spPr>
      </p:pic>
      <p:pic>
        <p:nvPicPr>
          <p:cNvPr id="6" name="SK-15-img-5" descr="preencoded.png"/>
          <p:cNvPicPr>
            <a:picLocks noChangeAspect="1"/>
          </p:cNvPicPr>
          <p:nvPr/>
        </p:nvPicPr>
        <p:blipFill>
          <a:blip r:embed="rId7"/>
          <a:stretch>
            <a:fillRect/>
          </a:stretch>
        </p:blipFill>
        <p:spPr>
          <a:xfrm>
            <a:off x="571500" y="1600200"/>
            <a:ext cx="5627936" cy="3076575"/>
          </a:xfrm>
          <a:prstGeom prst="rect">
            <a:avLst/>
          </a:prstGeom>
        </p:spPr>
      </p:pic>
      <p:pic>
        <p:nvPicPr>
          <p:cNvPr id="7" name="SK-15-img-6" descr="preencoded.png"/>
          <p:cNvPicPr>
            <a:picLocks noChangeAspect="1"/>
          </p:cNvPicPr>
          <p:nvPr/>
        </p:nvPicPr>
        <p:blipFill>
          <a:blip r:embed="rId8"/>
          <a:stretch>
            <a:fillRect/>
          </a:stretch>
        </p:blipFill>
        <p:spPr>
          <a:xfrm>
            <a:off x="571500" y="1600200"/>
            <a:ext cx="5627936" cy="3076575"/>
          </a:xfrm>
          <a:prstGeom prst="rect">
            <a:avLst/>
          </a:prstGeom>
        </p:spPr>
      </p:pic>
      <p:pic>
        <p:nvPicPr>
          <p:cNvPr id="8" name="SK-15-img-7" descr="preencoded.png"/>
          <p:cNvPicPr>
            <a:picLocks noChangeAspect="1"/>
          </p:cNvPicPr>
          <p:nvPr/>
        </p:nvPicPr>
        <p:blipFill>
          <a:blip r:embed="rId9"/>
          <a:stretch>
            <a:fillRect/>
          </a:stretch>
        </p:blipFill>
        <p:spPr>
          <a:xfrm>
            <a:off x="571500" y="4800600"/>
            <a:ext cx="5627936" cy="1862138"/>
          </a:xfrm>
          <a:prstGeom prst="rect">
            <a:avLst/>
          </a:prstGeom>
        </p:spPr>
      </p:pic>
      <p:pic>
        <p:nvPicPr>
          <p:cNvPr id="9" name="SK-15-img-8" descr="preencoded.png"/>
          <p:cNvPicPr>
            <a:picLocks noChangeAspect="1"/>
          </p:cNvPicPr>
          <p:nvPr/>
        </p:nvPicPr>
        <p:blipFill>
          <a:blip r:embed="rId10"/>
          <a:stretch>
            <a:fillRect/>
          </a:stretch>
        </p:blipFill>
        <p:spPr>
          <a:xfrm>
            <a:off x="723900" y="4993481"/>
            <a:ext cx="1577578" cy="352425"/>
          </a:xfrm>
          <a:prstGeom prst="rect">
            <a:avLst/>
          </a:prstGeom>
        </p:spPr>
      </p:pic>
      <p:pic>
        <p:nvPicPr>
          <p:cNvPr id="10" name="SK-15-img-9" descr="preencoded.png"/>
          <p:cNvPicPr>
            <a:picLocks noChangeAspect="1"/>
          </p:cNvPicPr>
          <p:nvPr/>
        </p:nvPicPr>
        <p:blipFill>
          <a:blip r:embed="rId11"/>
          <a:stretch>
            <a:fillRect/>
          </a:stretch>
        </p:blipFill>
        <p:spPr>
          <a:xfrm>
            <a:off x="1038820" y="5101084"/>
            <a:ext cx="166688" cy="137220"/>
          </a:xfrm>
          <a:prstGeom prst="rect">
            <a:avLst/>
          </a:prstGeom>
        </p:spPr>
      </p:pic>
      <p:pic>
        <p:nvPicPr>
          <p:cNvPr id="11" name="SK-15-img-10" descr="preencoded.png"/>
          <p:cNvPicPr>
            <a:picLocks noChangeAspect="1"/>
          </p:cNvPicPr>
          <p:nvPr/>
        </p:nvPicPr>
        <p:blipFill>
          <a:blip r:embed="rId12"/>
          <a:stretch>
            <a:fillRect/>
          </a:stretch>
        </p:blipFill>
        <p:spPr>
          <a:xfrm>
            <a:off x="2377678" y="5112544"/>
            <a:ext cx="142875" cy="114300"/>
          </a:xfrm>
          <a:prstGeom prst="rect">
            <a:avLst/>
          </a:prstGeom>
        </p:spPr>
      </p:pic>
      <p:pic>
        <p:nvPicPr>
          <p:cNvPr id="12" name="SK-15-img-11" descr="preencoded.png"/>
          <p:cNvPicPr>
            <a:picLocks noChangeAspect="1"/>
          </p:cNvPicPr>
          <p:nvPr/>
        </p:nvPicPr>
        <p:blipFill>
          <a:blip r:embed="rId13"/>
          <a:stretch>
            <a:fillRect/>
          </a:stretch>
        </p:blipFill>
        <p:spPr>
          <a:xfrm>
            <a:off x="2596753" y="4993481"/>
            <a:ext cx="1577578" cy="352425"/>
          </a:xfrm>
          <a:prstGeom prst="rect">
            <a:avLst/>
          </a:prstGeom>
        </p:spPr>
      </p:pic>
      <p:pic>
        <p:nvPicPr>
          <p:cNvPr id="13" name="SK-15-img-12" descr="preencoded.png"/>
          <p:cNvPicPr>
            <a:picLocks noChangeAspect="1"/>
          </p:cNvPicPr>
          <p:nvPr/>
        </p:nvPicPr>
        <p:blipFill>
          <a:blip r:embed="rId14"/>
          <a:stretch>
            <a:fillRect/>
          </a:stretch>
        </p:blipFill>
        <p:spPr>
          <a:xfrm>
            <a:off x="2816423" y="5101084"/>
            <a:ext cx="166688" cy="137220"/>
          </a:xfrm>
          <a:prstGeom prst="rect">
            <a:avLst/>
          </a:prstGeom>
        </p:spPr>
      </p:pic>
      <p:pic>
        <p:nvPicPr>
          <p:cNvPr id="14" name="SK-15-img-13" descr="preencoded.png"/>
          <p:cNvPicPr>
            <a:picLocks noChangeAspect="1"/>
          </p:cNvPicPr>
          <p:nvPr/>
        </p:nvPicPr>
        <p:blipFill>
          <a:blip r:embed="rId12"/>
          <a:stretch>
            <a:fillRect/>
          </a:stretch>
        </p:blipFill>
        <p:spPr>
          <a:xfrm>
            <a:off x="4250531" y="5112544"/>
            <a:ext cx="142875" cy="114300"/>
          </a:xfrm>
          <a:prstGeom prst="rect">
            <a:avLst/>
          </a:prstGeom>
        </p:spPr>
      </p:pic>
      <p:pic>
        <p:nvPicPr>
          <p:cNvPr id="15" name="SK-15-img-14" descr="preencoded.png"/>
          <p:cNvPicPr>
            <a:picLocks noChangeAspect="1"/>
          </p:cNvPicPr>
          <p:nvPr/>
        </p:nvPicPr>
        <p:blipFill>
          <a:blip r:embed="rId15"/>
          <a:stretch>
            <a:fillRect/>
          </a:stretch>
        </p:blipFill>
        <p:spPr>
          <a:xfrm>
            <a:off x="4469606" y="4993481"/>
            <a:ext cx="1577578" cy="352425"/>
          </a:xfrm>
          <a:prstGeom prst="rect">
            <a:avLst/>
          </a:prstGeom>
        </p:spPr>
      </p:pic>
      <p:pic>
        <p:nvPicPr>
          <p:cNvPr id="16" name="SK-15-img-15" descr="preencoded.png"/>
          <p:cNvPicPr>
            <a:picLocks noChangeAspect="1"/>
          </p:cNvPicPr>
          <p:nvPr/>
        </p:nvPicPr>
        <p:blipFill>
          <a:blip r:embed="rId16"/>
          <a:stretch>
            <a:fillRect/>
          </a:stretch>
        </p:blipFill>
        <p:spPr>
          <a:xfrm>
            <a:off x="4703564" y="5101084"/>
            <a:ext cx="166688" cy="137220"/>
          </a:xfrm>
          <a:prstGeom prst="rect">
            <a:avLst/>
          </a:prstGeom>
        </p:spPr>
      </p:pic>
      <p:pic>
        <p:nvPicPr>
          <p:cNvPr id="17" name="SK-15-img-16" descr="preencoded.png"/>
          <p:cNvPicPr>
            <a:picLocks noChangeAspect="1"/>
          </p:cNvPicPr>
          <p:nvPr/>
        </p:nvPicPr>
        <p:blipFill>
          <a:blip r:embed="rId17"/>
          <a:stretch>
            <a:fillRect/>
          </a:stretch>
        </p:blipFill>
        <p:spPr>
          <a:xfrm>
            <a:off x="3313956" y="5393531"/>
            <a:ext cx="142875" cy="114300"/>
          </a:xfrm>
          <a:prstGeom prst="rect">
            <a:avLst/>
          </a:prstGeom>
        </p:spPr>
      </p:pic>
      <p:pic>
        <p:nvPicPr>
          <p:cNvPr id="18" name="SK-15-img-17" descr="preencoded.png"/>
          <p:cNvPicPr>
            <a:picLocks noChangeAspect="1"/>
          </p:cNvPicPr>
          <p:nvPr/>
        </p:nvPicPr>
        <p:blipFill>
          <a:blip r:embed="rId18"/>
          <a:stretch>
            <a:fillRect/>
          </a:stretch>
        </p:blipFill>
        <p:spPr>
          <a:xfrm>
            <a:off x="723900" y="5555456"/>
            <a:ext cx="5246936" cy="352425"/>
          </a:xfrm>
          <a:prstGeom prst="rect">
            <a:avLst/>
          </a:prstGeom>
        </p:spPr>
      </p:pic>
      <p:pic>
        <p:nvPicPr>
          <p:cNvPr id="19" name="SK-15-img-18" descr="preencoded.png"/>
          <p:cNvPicPr>
            <a:picLocks noChangeAspect="1"/>
          </p:cNvPicPr>
          <p:nvPr/>
        </p:nvPicPr>
        <p:blipFill>
          <a:blip r:embed="rId19"/>
          <a:stretch>
            <a:fillRect/>
          </a:stretch>
        </p:blipFill>
        <p:spPr>
          <a:xfrm>
            <a:off x="1711375" y="5663059"/>
            <a:ext cx="166688" cy="137220"/>
          </a:xfrm>
          <a:prstGeom prst="rect">
            <a:avLst/>
          </a:prstGeom>
        </p:spPr>
      </p:pic>
      <p:pic>
        <p:nvPicPr>
          <p:cNvPr id="20" name="SK-15-img-19" descr="preencoded.png"/>
          <p:cNvPicPr>
            <a:picLocks noChangeAspect="1"/>
          </p:cNvPicPr>
          <p:nvPr/>
        </p:nvPicPr>
        <p:blipFill>
          <a:blip r:embed="rId20"/>
          <a:stretch>
            <a:fillRect/>
          </a:stretch>
        </p:blipFill>
        <p:spPr>
          <a:xfrm>
            <a:off x="5904161" y="5674519"/>
            <a:ext cx="142875" cy="114300"/>
          </a:xfrm>
          <a:prstGeom prst="rect">
            <a:avLst/>
          </a:prstGeom>
        </p:spPr>
      </p:pic>
      <p:pic>
        <p:nvPicPr>
          <p:cNvPr id="21" name="SK-15-img-20" descr="preencoded.png"/>
          <p:cNvPicPr>
            <a:picLocks noChangeAspect="1"/>
          </p:cNvPicPr>
          <p:nvPr/>
        </p:nvPicPr>
        <p:blipFill>
          <a:blip r:embed="rId17"/>
          <a:stretch>
            <a:fillRect/>
          </a:stretch>
        </p:blipFill>
        <p:spPr>
          <a:xfrm>
            <a:off x="3313956" y="5955506"/>
            <a:ext cx="142875" cy="114300"/>
          </a:xfrm>
          <a:prstGeom prst="rect">
            <a:avLst/>
          </a:prstGeom>
        </p:spPr>
      </p:pic>
      <p:pic>
        <p:nvPicPr>
          <p:cNvPr id="22" name="SK-15-img-21" descr="preencoded.png"/>
          <p:cNvPicPr>
            <a:picLocks noChangeAspect="1"/>
          </p:cNvPicPr>
          <p:nvPr/>
        </p:nvPicPr>
        <p:blipFill>
          <a:blip r:embed="rId21"/>
          <a:stretch>
            <a:fillRect/>
          </a:stretch>
        </p:blipFill>
        <p:spPr>
          <a:xfrm>
            <a:off x="723900" y="6117431"/>
            <a:ext cx="2514005" cy="352425"/>
          </a:xfrm>
          <a:prstGeom prst="rect">
            <a:avLst/>
          </a:prstGeom>
        </p:spPr>
      </p:pic>
      <p:pic>
        <p:nvPicPr>
          <p:cNvPr id="23" name="SK-15-img-22" descr="preencoded.png"/>
          <p:cNvPicPr>
            <a:picLocks noChangeAspect="1"/>
          </p:cNvPicPr>
          <p:nvPr/>
        </p:nvPicPr>
        <p:blipFill>
          <a:blip r:embed="rId22"/>
          <a:stretch>
            <a:fillRect/>
          </a:stretch>
        </p:blipFill>
        <p:spPr>
          <a:xfrm>
            <a:off x="1426071" y="6225034"/>
            <a:ext cx="166688" cy="137220"/>
          </a:xfrm>
          <a:prstGeom prst="rect">
            <a:avLst/>
          </a:prstGeom>
        </p:spPr>
      </p:pic>
      <p:pic>
        <p:nvPicPr>
          <p:cNvPr id="24" name="SK-15-img-23" descr="preencoded.png"/>
          <p:cNvPicPr>
            <a:picLocks noChangeAspect="1"/>
          </p:cNvPicPr>
          <p:nvPr/>
        </p:nvPicPr>
        <p:blipFill>
          <a:blip r:embed="rId12"/>
          <a:stretch>
            <a:fillRect/>
          </a:stretch>
        </p:blipFill>
        <p:spPr>
          <a:xfrm>
            <a:off x="3314105" y="6236494"/>
            <a:ext cx="142875" cy="114300"/>
          </a:xfrm>
          <a:prstGeom prst="rect">
            <a:avLst/>
          </a:prstGeom>
        </p:spPr>
      </p:pic>
      <p:pic>
        <p:nvPicPr>
          <p:cNvPr id="25" name="SK-15-img-24" descr="preencoded.png"/>
          <p:cNvPicPr>
            <a:picLocks noChangeAspect="1"/>
          </p:cNvPicPr>
          <p:nvPr/>
        </p:nvPicPr>
        <p:blipFill>
          <a:blip r:embed="rId23"/>
          <a:stretch>
            <a:fillRect/>
          </a:stretch>
        </p:blipFill>
        <p:spPr>
          <a:xfrm>
            <a:off x="3533180" y="6117431"/>
            <a:ext cx="2514005" cy="352425"/>
          </a:xfrm>
          <a:prstGeom prst="rect">
            <a:avLst/>
          </a:prstGeom>
        </p:spPr>
      </p:pic>
      <p:pic>
        <p:nvPicPr>
          <p:cNvPr id="26" name="SK-15-img-25" descr="preencoded.png"/>
          <p:cNvPicPr>
            <a:picLocks noChangeAspect="1"/>
          </p:cNvPicPr>
          <p:nvPr/>
        </p:nvPicPr>
        <p:blipFill>
          <a:blip r:embed="rId24"/>
          <a:stretch>
            <a:fillRect/>
          </a:stretch>
        </p:blipFill>
        <p:spPr>
          <a:xfrm>
            <a:off x="4287738" y="6225034"/>
            <a:ext cx="166688" cy="137220"/>
          </a:xfrm>
          <a:prstGeom prst="rect">
            <a:avLst/>
          </a:prstGeom>
        </p:spPr>
      </p:pic>
      <p:pic>
        <p:nvPicPr>
          <p:cNvPr id="27" name="SK-15-img-26" descr="preencoded.png"/>
          <p:cNvPicPr>
            <a:picLocks noChangeAspect="1"/>
          </p:cNvPicPr>
          <p:nvPr/>
        </p:nvPicPr>
        <p:blipFill>
          <a:blip r:embed="rId25"/>
          <a:stretch>
            <a:fillRect/>
          </a:stretch>
        </p:blipFill>
        <p:spPr>
          <a:xfrm>
            <a:off x="6504236" y="1600200"/>
            <a:ext cx="5116264" cy="1514475"/>
          </a:xfrm>
          <a:prstGeom prst="rect">
            <a:avLst/>
          </a:prstGeom>
        </p:spPr>
      </p:pic>
      <p:pic>
        <p:nvPicPr>
          <p:cNvPr id="28" name="SK-15-img-27" descr="preencoded.png"/>
          <p:cNvPicPr>
            <a:picLocks noChangeAspect="1"/>
          </p:cNvPicPr>
          <p:nvPr/>
        </p:nvPicPr>
        <p:blipFill>
          <a:blip r:embed="rId26"/>
          <a:stretch>
            <a:fillRect/>
          </a:stretch>
        </p:blipFill>
        <p:spPr>
          <a:xfrm>
            <a:off x="6656636" y="1752600"/>
            <a:ext cx="342900" cy="342900"/>
          </a:xfrm>
          <a:prstGeom prst="rect">
            <a:avLst/>
          </a:prstGeom>
        </p:spPr>
      </p:pic>
      <p:pic>
        <p:nvPicPr>
          <p:cNvPr id="29" name="SK-15-img-28" descr="preencoded.png"/>
          <p:cNvPicPr>
            <a:picLocks noChangeAspect="1"/>
          </p:cNvPicPr>
          <p:nvPr/>
        </p:nvPicPr>
        <p:blipFill>
          <a:blip r:embed="rId27"/>
          <a:stretch>
            <a:fillRect/>
          </a:stretch>
        </p:blipFill>
        <p:spPr>
          <a:xfrm>
            <a:off x="6720929" y="1836390"/>
            <a:ext cx="214313" cy="175320"/>
          </a:xfrm>
          <a:prstGeom prst="rect">
            <a:avLst/>
          </a:prstGeom>
        </p:spPr>
      </p:pic>
      <p:pic>
        <p:nvPicPr>
          <p:cNvPr id="30" name="SK-15-img-29" descr="preencoded.png"/>
          <p:cNvPicPr>
            <a:picLocks noChangeAspect="1"/>
          </p:cNvPicPr>
          <p:nvPr/>
        </p:nvPicPr>
        <p:blipFill>
          <a:blip r:embed="rId28"/>
          <a:stretch>
            <a:fillRect/>
          </a:stretch>
        </p:blipFill>
        <p:spPr>
          <a:xfrm>
            <a:off x="6656636" y="2752725"/>
            <a:ext cx="609600" cy="209550"/>
          </a:xfrm>
          <a:prstGeom prst="rect">
            <a:avLst/>
          </a:prstGeom>
        </p:spPr>
      </p:pic>
      <p:pic>
        <p:nvPicPr>
          <p:cNvPr id="31" name="SK-15-img-30" descr="preencoded.png"/>
          <p:cNvPicPr>
            <a:picLocks noChangeAspect="1"/>
          </p:cNvPicPr>
          <p:nvPr/>
        </p:nvPicPr>
        <p:blipFill>
          <a:blip r:embed="rId29"/>
          <a:stretch>
            <a:fillRect/>
          </a:stretch>
        </p:blipFill>
        <p:spPr>
          <a:xfrm>
            <a:off x="7342436" y="2752725"/>
            <a:ext cx="609600" cy="209550"/>
          </a:xfrm>
          <a:prstGeom prst="rect">
            <a:avLst/>
          </a:prstGeom>
        </p:spPr>
      </p:pic>
      <p:pic>
        <p:nvPicPr>
          <p:cNvPr id="32" name="SK-15-img-31" descr="preencoded.png"/>
          <p:cNvPicPr>
            <a:picLocks noChangeAspect="1"/>
          </p:cNvPicPr>
          <p:nvPr/>
        </p:nvPicPr>
        <p:blipFill>
          <a:blip r:embed="rId30"/>
          <a:stretch>
            <a:fillRect/>
          </a:stretch>
        </p:blipFill>
        <p:spPr>
          <a:xfrm>
            <a:off x="8028236" y="2752725"/>
            <a:ext cx="609600" cy="209550"/>
          </a:xfrm>
          <a:prstGeom prst="rect">
            <a:avLst/>
          </a:prstGeom>
        </p:spPr>
      </p:pic>
      <p:pic>
        <p:nvPicPr>
          <p:cNvPr id="33" name="SK-15-img-32" descr="preencoded.png"/>
          <p:cNvPicPr>
            <a:picLocks noChangeAspect="1"/>
          </p:cNvPicPr>
          <p:nvPr/>
        </p:nvPicPr>
        <p:blipFill>
          <a:blip r:embed="rId31"/>
          <a:stretch>
            <a:fillRect/>
          </a:stretch>
        </p:blipFill>
        <p:spPr>
          <a:xfrm>
            <a:off x="6504236" y="3267075"/>
            <a:ext cx="5116264" cy="1728788"/>
          </a:xfrm>
          <a:prstGeom prst="rect">
            <a:avLst/>
          </a:prstGeom>
        </p:spPr>
      </p:pic>
      <p:pic>
        <p:nvPicPr>
          <p:cNvPr id="34" name="SK-15-img-33" descr="preencoded.png"/>
          <p:cNvPicPr>
            <a:picLocks noChangeAspect="1"/>
          </p:cNvPicPr>
          <p:nvPr/>
        </p:nvPicPr>
        <p:blipFill>
          <a:blip r:embed="rId26"/>
          <a:stretch>
            <a:fillRect/>
          </a:stretch>
        </p:blipFill>
        <p:spPr>
          <a:xfrm>
            <a:off x="6656636" y="3419475"/>
            <a:ext cx="342900" cy="342900"/>
          </a:xfrm>
          <a:prstGeom prst="rect">
            <a:avLst/>
          </a:prstGeom>
        </p:spPr>
      </p:pic>
      <p:pic>
        <p:nvPicPr>
          <p:cNvPr id="35" name="SK-15-img-34" descr="preencoded.png"/>
          <p:cNvPicPr>
            <a:picLocks noChangeAspect="1"/>
          </p:cNvPicPr>
          <p:nvPr/>
        </p:nvPicPr>
        <p:blipFill>
          <a:blip r:embed="rId32"/>
          <a:stretch>
            <a:fillRect/>
          </a:stretch>
        </p:blipFill>
        <p:spPr>
          <a:xfrm>
            <a:off x="6720929" y="3503265"/>
            <a:ext cx="214313" cy="175320"/>
          </a:xfrm>
          <a:prstGeom prst="rect">
            <a:avLst/>
          </a:prstGeom>
        </p:spPr>
      </p:pic>
      <p:pic>
        <p:nvPicPr>
          <p:cNvPr id="36" name="SK-15-img-35" descr="preencoded.png"/>
          <p:cNvPicPr>
            <a:picLocks noChangeAspect="1"/>
          </p:cNvPicPr>
          <p:nvPr/>
        </p:nvPicPr>
        <p:blipFill>
          <a:blip r:embed="rId33"/>
          <a:stretch>
            <a:fillRect/>
          </a:stretch>
        </p:blipFill>
        <p:spPr>
          <a:xfrm>
            <a:off x="6656636" y="4633913"/>
            <a:ext cx="723900" cy="209550"/>
          </a:xfrm>
          <a:prstGeom prst="rect">
            <a:avLst/>
          </a:prstGeom>
        </p:spPr>
      </p:pic>
      <p:pic>
        <p:nvPicPr>
          <p:cNvPr id="37" name="SK-15-img-36" descr="preencoded.png"/>
          <p:cNvPicPr>
            <a:picLocks noChangeAspect="1"/>
          </p:cNvPicPr>
          <p:nvPr/>
        </p:nvPicPr>
        <p:blipFill>
          <a:blip r:embed="rId34"/>
          <a:stretch>
            <a:fillRect/>
          </a:stretch>
        </p:blipFill>
        <p:spPr>
          <a:xfrm>
            <a:off x="7456736" y="4633913"/>
            <a:ext cx="609600" cy="209550"/>
          </a:xfrm>
          <a:prstGeom prst="rect">
            <a:avLst/>
          </a:prstGeom>
        </p:spPr>
      </p:pic>
      <p:pic>
        <p:nvPicPr>
          <p:cNvPr id="38" name="SK-15-img-37" descr="preencoded.png"/>
          <p:cNvPicPr>
            <a:picLocks noChangeAspect="1"/>
          </p:cNvPicPr>
          <p:nvPr/>
        </p:nvPicPr>
        <p:blipFill>
          <a:blip r:embed="rId35"/>
          <a:stretch>
            <a:fillRect/>
          </a:stretch>
        </p:blipFill>
        <p:spPr>
          <a:xfrm>
            <a:off x="8142536" y="4633913"/>
            <a:ext cx="609600" cy="209550"/>
          </a:xfrm>
          <a:prstGeom prst="rect">
            <a:avLst/>
          </a:prstGeom>
        </p:spPr>
      </p:pic>
      <p:pic>
        <p:nvPicPr>
          <p:cNvPr id="39" name="SK-15-img-38" descr="preencoded.png"/>
          <p:cNvPicPr>
            <a:picLocks noChangeAspect="1"/>
          </p:cNvPicPr>
          <p:nvPr/>
        </p:nvPicPr>
        <p:blipFill>
          <a:blip r:embed="rId36"/>
          <a:stretch>
            <a:fillRect/>
          </a:stretch>
        </p:blipFill>
        <p:spPr>
          <a:xfrm>
            <a:off x="6504236" y="5148263"/>
            <a:ext cx="5116264" cy="1514475"/>
          </a:xfrm>
          <a:prstGeom prst="rect">
            <a:avLst/>
          </a:prstGeom>
        </p:spPr>
      </p:pic>
      <p:pic>
        <p:nvPicPr>
          <p:cNvPr id="40" name="SK-15-img-39" descr="preencoded.png"/>
          <p:cNvPicPr>
            <a:picLocks noChangeAspect="1"/>
          </p:cNvPicPr>
          <p:nvPr/>
        </p:nvPicPr>
        <p:blipFill>
          <a:blip r:embed="rId37"/>
          <a:stretch>
            <a:fillRect/>
          </a:stretch>
        </p:blipFill>
        <p:spPr>
          <a:xfrm>
            <a:off x="6656636" y="5300663"/>
            <a:ext cx="342900" cy="342900"/>
          </a:xfrm>
          <a:prstGeom prst="rect">
            <a:avLst/>
          </a:prstGeom>
        </p:spPr>
      </p:pic>
      <p:pic>
        <p:nvPicPr>
          <p:cNvPr id="41" name="SK-15-img-40" descr="preencoded.png"/>
          <p:cNvPicPr>
            <a:picLocks noChangeAspect="1"/>
          </p:cNvPicPr>
          <p:nvPr/>
        </p:nvPicPr>
        <p:blipFill>
          <a:blip r:embed="rId38"/>
          <a:stretch>
            <a:fillRect/>
          </a:stretch>
        </p:blipFill>
        <p:spPr>
          <a:xfrm>
            <a:off x="6720929" y="5384453"/>
            <a:ext cx="214313" cy="175320"/>
          </a:xfrm>
          <a:prstGeom prst="rect">
            <a:avLst/>
          </a:prstGeom>
        </p:spPr>
      </p:pic>
      <p:pic>
        <p:nvPicPr>
          <p:cNvPr id="42" name="SK-15-img-41" descr="preencoded.png"/>
          <p:cNvPicPr>
            <a:picLocks noChangeAspect="1"/>
          </p:cNvPicPr>
          <p:nvPr/>
        </p:nvPicPr>
        <p:blipFill>
          <a:blip r:embed="rId39"/>
          <a:stretch>
            <a:fillRect/>
          </a:stretch>
        </p:blipFill>
        <p:spPr>
          <a:xfrm>
            <a:off x="6656636" y="6300788"/>
            <a:ext cx="790575" cy="209550"/>
          </a:xfrm>
          <a:prstGeom prst="rect">
            <a:avLst/>
          </a:prstGeom>
        </p:spPr>
      </p:pic>
      <p:pic>
        <p:nvPicPr>
          <p:cNvPr id="43" name="SK-15-img-42" descr="preencoded.png"/>
          <p:cNvPicPr>
            <a:picLocks noChangeAspect="1"/>
          </p:cNvPicPr>
          <p:nvPr/>
        </p:nvPicPr>
        <p:blipFill>
          <a:blip r:embed="rId40"/>
          <a:stretch>
            <a:fillRect/>
          </a:stretch>
        </p:blipFill>
        <p:spPr>
          <a:xfrm>
            <a:off x="7523411" y="6300788"/>
            <a:ext cx="609600" cy="209550"/>
          </a:xfrm>
          <a:prstGeom prst="rect">
            <a:avLst/>
          </a:prstGeom>
        </p:spPr>
      </p:pic>
      <p:pic>
        <p:nvPicPr>
          <p:cNvPr id="44" name="SK-15-img-43" descr="preencoded.png"/>
          <p:cNvPicPr>
            <a:picLocks noChangeAspect="1"/>
          </p:cNvPicPr>
          <p:nvPr/>
        </p:nvPicPr>
        <p:blipFill>
          <a:blip r:embed="rId41"/>
          <a:stretch>
            <a:fillRect/>
          </a:stretch>
        </p:blipFill>
        <p:spPr>
          <a:xfrm>
            <a:off x="8209211" y="6300788"/>
            <a:ext cx="609600" cy="209550"/>
          </a:xfrm>
          <a:prstGeom prst="rect">
            <a:avLst/>
          </a:prstGeom>
        </p:spPr>
      </p:pic>
      <p:sp>
        <p:nvSpPr>
          <p:cNvPr id="45" name="SK-15-text-44"/>
          <p:cNvSpPr/>
          <p:nvPr/>
        </p:nvSpPr>
        <p:spPr>
          <a:xfrm>
            <a:off x="647700" y="304800"/>
            <a:ext cx="2278185" cy="238125"/>
          </a:xfrm>
          <a:prstGeom prst="rect">
            <a:avLst/>
          </a:prstGeom>
          <a:noFill/>
          <a:ln/>
        </p:spPr>
        <p:txBody>
          <a:bodyPr vert="horz" wrap="square" lIns="0" tIns="0" rIns="0" bIns="0" rtlCol="0" anchor="ctr"/>
          <a:lstStyle/>
          <a:p>
            <a:pPr marL="0" indent="0">
              <a:lnSpc>
                <a:spcPts val="1575"/>
              </a:lnSpc>
              <a:buNone/>
            </a:pPr>
            <a:r>
              <a:rPr lang="en-US" sz="1050" kern="0" spc="120" dirty="0">
                <a:solidFill>
                  <a:srgbClr val="00F5FF"/>
                </a:solidFill>
              </a:rPr>
              <a:t>CORE ENGINE 05</a:t>
            </a:r>
            <a:endParaRPr lang="en-US" sz="1050" dirty="0"/>
          </a:p>
        </p:txBody>
      </p:sp>
      <p:sp>
        <p:nvSpPr>
          <p:cNvPr id="46" name="SK-15-text-45"/>
          <p:cNvSpPr/>
          <p:nvPr/>
        </p:nvSpPr>
        <p:spPr>
          <a:xfrm>
            <a:off x="571500" y="619125"/>
            <a:ext cx="11620500" cy="485775"/>
          </a:xfrm>
          <a:prstGeom prst="rect">
            <a:avLst/>
          </a:prstGeom>
          <a:noFill/>
          <a:ln/>
        </p:spPr>
        <p:txBody>
          <a:bodyPr vert="horz" wrap="square" lIns="0" tIns="0" rIns="0" bIns="0" rtlCol="0" anchor="ctr"/>
          <a:lstStyle/>
          <a:p>
            <a:pPr marL="0" indent="0">
              <a:lnSpc>
                <a:spcPts val="3825"/>
              </a:lnSpc>
              <a:buNone/>
            </a:pPr>
            <a:r>
              <a:rPr lang="en-US" sz="2550" b="1" dirty="0">
                <a:solidFill>
                  <a:srgbClr val="7B61FF"/>
                </a:solidFill>
                <a:latin typeface="Noto Sans SC" pitchFamily="34" charset="0"/>
                <a:ea typeface="Noto Sans SC" pitchFamily="34" charset="-122"/>
                <a:cs typeface="Noto Sans SC" pitchFamily="34" charset="-120"/>
              </a:rPr>
              <a:t>#</a:t>
            </a:r>
            <a:r>
              <a:rPr lang="en-US" sz="2550" b="1" dirty="0">
                <a:solidFill>
                  <a:srgbClr val="FFFFFF"/>
                </a:solidFill>
                <a:latin typeface="Noto Sans SC" pitchFamily="34" charset="0"/>
                <a:ea typeface="Noto Sans SC" pitchFamily="34" charset="-122"/>
                <a:cs typeface="Noto Sans SC" pitchFamily="34" charset="-120"/>
              </a:rPr>
              <a:t>核心技术：八智能体协同推理与LangGraph拓扑</a:t>
            </a:r>
            <a:endParaRPr lang="en-US" sz="2550" dirty="0"/>
          </a:p>
        </p:txBody>
      </p:sp>
      <p:sp>
        <p:nvSpPr>
          <p:cNvPr id="47" name="SK-15-text-46"/>
          <p:cNvSpPr/>
          <p:nvPr/>
        </p:nvSpPr>
        <p:spPr>
          <a:xfrm>
            <a:off x="685800" y="1219200"/>
            <a:ext cx="11506200" cy="228600"/>
          </a:xfrm>
          <a:prstGeom prst="rect">
            <a:avLst/>
          </a:prstGeom>
          <a:noFill/>
          <a:ln/>
        </p:spPr>
        <p:txBody>
          <a:bodyPr vert="horz" wrap="square" lIns="0" tIns="0" rIns="0" bIns="0" rtlCol="0" anchor="ctr"/>
          <a:lstStyle/>
          <a:p>
            <a:pPr marL="0" indent="0">
              <a:lnSpc>
                <a:spcPts val="1800"/>
              </a:lnSpc>
              <a:buNone/>
            </a:pPr>
            <a:r>
              <a:rPr lang="en-US" sz="1200" dirty="0">
                <a:solidFill>
                  <a:srgbClr val="A0AEC0"/>
                </a:solidFill>
                <a:latin typeface="Noto Sans SC" pitchFamily="34" charset="0"/>
                <a:ea typeface="Noto Sans SC" pitchFamily="34" charset="-122"/>
                <a:cs typeface="Noto Sans SC" pitchFamily="34" charset="-120"/>
              </a:rPr>
              <a:t>基于LangGraph构建包含意图分类、动态编排、辩论仲裁及反思循环的复杂多智能体推理范式</a:t>
            </a:r>
            <a:endParaRPr lang="en-US" sz="1200" dirty="0"/>
          </a:p>
        </p:txBody>
      </p:sp>
      <p:sp>
        <p:nvSpPr>
          <p:cNvPr id="48" name="SK-15-text-47"/>
          <p:cNvSpPr/>
          <p:nvPr/>
        </p:nvSpPr>
        <p:spPr>
          <a:xfrm>
            <a:off x="1243608" y="4993481"/>
            <a:ext cx="791170" cy="352425"/>
          </a:xfrm>
          <a:prstGeom prst="rect">
            <a:avLst/>
          </a:prstGeom>
          <a:noFill/>
          <a:ln/>
        </p:spPr>
        <p:txBody>
          <a:bodyPr vert="horz" wrap="square" lIns="0" tIns="0" rIns="0" bIns="0" rtlCol="0" anchor="ctr"/>
          <a:lstStyle/>
          <a:p>
            <a:pPr marL="0" indent="0" algn="ctr">
              <a:lnSpc>
                <a:spcPts val="1575"/>
              </a:lnSpc>
              <a:buNone/>
            </a:pPr>
            <a:r>
              <a:rPr lang="en-US" sz="1050" b="1" dirty="0">
                <a:solidFill>
                  <a:srgbClr val="FFFFFF"/>
                </a:solidFill>
                <a:latin typeface="Noto Sans SC" pitchFamily="34" charset="0"/>
                <a:ea typeface="Noto Sans SC" pitchFamily="34" charset="-122"/>
                <a:cs typeface="Noto Sans SC" pitchFamily="34" charset="-120"/>
              </a:rPr>
              <a:t>IntentNode</a:t>
            </a:r>
            <a:endParaRPr lang="en-US" sz="1050" dirty="0"/>
          </a:p>
        </p:txBody>
      </p:sp>
      <p:sp>
        <p:nvSpPr>
          <p:cNvPr id="49" name="SK-15-text-48"/>
          <p:cNvSpPr/>
          <p:nvPr/>
        </p:nvSpPr>
        <p:spPr>
          <a:xfrm>
            <a:off x="3021211" y="4993481"/>
            <a:ext cx="886420" cy="352425"/>
          </a:xfrm>
          <a:prstGeom prst="rect">
            <a:avLst/>
          </a:prstGeom>
          <a:noFill/>
          <a:ln/>
        </p:spPr>
        <p:txBody>
          <a:bodyPr vert="horz" wrap="square" lIns="0" tIns="0" rIns="0" bIns="0" rtlCol="0" anchor="ctr"/>
          <a:lstStyle/>
          <a:p>
            <a:pPr marL="0" indent="0" algn="ctr">
              <a:lnSpc>
                <a:spcPts val="1575"/>
              </a:lnSpc>
              <a:buNone/>
            </a:pPr>
            <a:r>
              <a:rPr lang="en-US" sz="1050" b="1" dirty="0">
                <a:solidFill>
                  <a:srgbClr val="FFFFFF"/>
                </a:solidFill>
                <a:latin typeface="Noto Sans SC" pitchFamily="34" charset="0"/>
                <a:ea typeface="Noto Sans SC" pitchFamily="34" charset="-122"/>
                <a:cs typeface="Noto Sans SC" pitchFamily="34" charset="-120"/>
              </a:rPr>
              <a:t>AnalysisNode</a:t>
            </a:r>
            <a:endParaRPr lang="en-US" sz="1050" dirty="0"/>
          </a:p>
        </p:txBody>
      </p:sp>
      <p:sp>
        <p:nvSpPr>
          <p:cNvPr id="50" name="SK-15-text-49"/>
          <p:cNvSpPr/>
          <p:nvPr/>
        </p:nvSpPr>
        <p:spPr>
          <a:xfrm>
            <a:off x="4908352" y="4993481"/>
            <a:ext cx="872133" cy="352425"/>
          </a:xfrm>
          <a:prstGeom prst="rect">
            <a:avLst/>
          </a:prstGeom>
          <a:noFill/>
          <a:ln/>
        </p:spPr>
        <p:txBody>
          <a:bodyPr vert="horz" wrap="square" lIns="0" tIns="0" rIns="0" bIns="0" rtlCol="0" anchor="ctr"/>
          <a:lstStyle/>
          <a:p>
            <a:pPr marL="0" indent="0" algn="ctr">
              <a:lnSpc>
                <a:spcPts val="1575"/>
              </a:lnSpc>
              <a:buNone/>
            </a:pPr>
            <a:r>
              <a:rPr lang="en-US" sz="1050" b="1" dirty="0">
                <a:solidFill>
                  <a:srgbClr val="FFFFFF"/>
                </a:solidFill>
                <a:latin typeface="Noto Sans SC" pitchFamily="34" charset="0"/>
                <a:ea typeface="Noto Sans SC" pitchFamily="34" charset="-122"/>
                <a:cs typeface="Noto Sans SC" pitchFamily="34" charset="-120"/>
              </a:rPr>
              <a:t>RetrieveNode</a:t>
            </a:r>
            <a:endParaRPr lang="en-US" sz="1050" dirty="0"/>
          </a:p>
        </p:txBody>
      </p:sp>
      <p:sp>
        <p:nvSpPr>
          <p:cNvPr id="51" name="SK-15-text-50"/>
          <p:cNvSpPr/>
          <p:nvPr/>
        </p:nvSpPr>
        <p:spPr>
          <a:xfrm>
            <a:off x="1916162" y="5555456"/>
            <a:ext cx="3787973" cy="352425"/>
          </a:xfrm>
          <a:prstGeom prst="rect">
            <a:avLst/>
          </a:prstGeom>
          <a:noFill/>
          <a:ln/>
        </p:spPr>
        <p:txBody>
          <a:bodyPr vert="horz" wrap="square" lIns="0" tIns="0" rIns="0" bIns="0" rtlCol="0" anchor="ctr"/>
          <a:lstStyle/>
          <a:p>
            <a:pPr marL="0" indent="0" algn="ctr">
              <a:lnSpc>
                <a:spcPts val="1575"/>
              </a:lnSpc>
              <a:buNone/>
            </a:pPr>
            <a:r>
              <a:rPr lang="en-US" sz="1050" b="1" dirty="0">
                <a:solidFill>
                  <a:srgbClr val="FFFFFF"/>
                </a:solidFill>
                <a:latin typeface="Noto Sans SC" pitchFamily="34" charset="0"/>
                <a:ea typeface="Noto Sans SC" pitchFamily="34" charset="-122"/>
                <a:cs typeface="Noto Sans SC" pitchFamily="34" charset="-120"/>
              </a:rPr>
              <a:t>ReasonNode (8-Agent Collaborative Reasoning)</a:t>
            </a:r>
            <a:endParaRPr lang="en-US" sz="1050" dirty="0"/>
          </a:p>
        </p:txBody>
      </p:sp>
      <p:sp>
        <p:nvSpPr>
          <p:cNvPr id="52" name="SK-15-text-51"/>
          <p:cNvSpPr/>
          <p:nvPr/>
        </p:nvSpPr>
        <p:spPr>
          <a:xfrm>
            <a:off x="1630859" y="6117431"/>
            <a:ext cx="1340346" cy="352425"/>
          </a:xfrm>
          <a:prstGeom prst="rect">
            <a:avLst/>
          </a:prstGeom>
          <a:noFill/>
          <a:ln/>
        </p:spPr>
        <p:txBody>
          <a:bodyPr vert="horz" wrap="square" lIns="0" tIns="0" rIns="0" bIns="0" rtlCol="0" anchor="ctr"/>
          <a:lstStyle/>
          <a:p>
            <a:pPr marL="0" indent="0" algn="ctr">
              <a:lnSpc>
                <a:spcPts val="1575"/>
              </a:lnSpc>
              <a:buNone/>
            </a:pPr>
            <a:r>
              <a:rPr lang="en-US" sz="1050" b="1" dirty="0">
                <a:solidFill>
                  <a:srgbClr val="FFFFFF"/>
                </a:solidFill>
                <a:latin typeface="Noto Sans SC" pitchFamily="34" charset="0"/>
                <a:ea typeface="Noto Sans SC" pitchFamily="34" charset="-122"/>
                <a:cs typeface="Noto Sans SC" pitchFamily="34" charset="-120"/>
              </a:rPr>
              <a:t>ValidateNode</a:t>
            </a:r>
            <a:endParaRPr lang="en-US" sz="1050" dirty="0"/>
          </a:p>
        </p:txBody>
      </p:sp>
      <p:sp>
        <p:nvSpPr>
          <p:cNvPr id="53" name="SK-15-text-52"/>
          <p:cNvSpPr/>
          <p:nvPr/>
        </p:nvSpPr>
        <p:spPr>
          <a:xfrm>
            <a:off x="4492526" y="6117431"/>
            <a:ext cx="1287959" cy="352425"/>
          </a:xfrm>
          <a:prstGeom prst="rect">
            <a:avLst/>
          </a:prstGeom>
          <a:noFill/>
          <a:ln/>
        </p:spPr>
        <p:txBody>
          <a:bodyPr vert="horz" wrap="square" lIns="0" tIns="0" rIns="0" bIns="0" rtlCol="0" anchor="ctr"/>
          <a:lstStyle/>
          <a:p>
            <a:pPr marL="0" indent="0" algn="ctr">
              <a:lnSpc>
                <a:spcPts val="1575"/>
              </a:lnSpc>
              <a:buNone/>
            </a:pPr>
            <a:r>
              <a:rPr lang="en-US" sz="1050" b="1" dirty="0">
                <a:solidFill>
                  <a:srgbClr val="FFFFFF"/>
                </a:solidFill>
                <a:latin typeface="Noto Sans SC" pitchFamily="34" charset="0"/>
                <a:ea typeface="Noto Sans SC" pitchFamily="34" charset="-122"/>
                <a:cs typeface="Noto Sans SC" pitchFamily="34" charset="-120"/>
              </a:rPr>
              <a:t>ReportNode</a:t>
            </a:r>
            <a:endParaRPr lang="en-US" sz="1050" dirty="0"/>
          </a:p>
        </p:txBody>
      </p:sp>
      <p:sp>
        <p:nvSpPr>
          <p:cNvPr id="54" name="SK-15-text-53"/>
          <p:cNvSpPr/>
          <p:nvPr/>
        </p:nvSpPr>
        <p:spPr>
          <a:xfrm>
            <a:off x="7113836" y="1781175"/>
            <a:ext cx="4286250" cy="285750"/>
          </a:xfrm>
          <a:prstGeom prst="rect">
            <a:avLst/>
          </a:prstGeom>
          <a:noFill/>
          <a:ln/>
        </p:spPr>
        <p:txBody>
          <a:bodyPr vert="horz" wrap="square" lIns="0" tIns="0" rIns="0" bIns="0" rtlCol="0" anchor="ctr"/>
          <a:lstStyle/>
          <a:p>
            <a:pPr marL="0" indent="0">
              <a:lnSpc>
                <a:spcPts val="2250"/>
              </a:lnSpc>
              <a:buNone/>
            </a:pPr>
            <a:r>
              <a:rPr lang="en-US" sz="1500" b="1" dirty="0">
                <a:solidFill>
                  <a:srgbClr val="FFFFFF"/>
                </a:solidFill>
                <a:latin typeface="Noto Sans SC" pitchFamily="34" charset="0"/>
                <a:ea typeface="Noto Sans SC" pitchFamily="34" charset="-122"/>
                <a:cs typeface="Noto Sans SC" pitchFamily="34" charset="-120"/>
              </a:rPr>
              <a:t>意图智能分流与动态编排</a:t>
            </a:r>
            <a:endParaRPr lang="en-US" sz="1500" dirty="0"/>
          </a:p>
        </p:txBody>
      </p:sp>
      <p:sp>
        <p:nvSpPr>
          <p:cNvPr id="55" name="SK-15-text-54"/>
          <p:cNvSpPr/>
          <p:nvPr/>
        </p:nvSpPr>
        <p:spPr>
          <a:xfrm>
            <a:off x="6656636" y="2190750"/>
            <a:ext cx="4811464" cy="428625"/>
          </a:xfrm>
          <a:prstGeom prst="rect">
            <a:avLst/>
          </a:prstGeom>
          <a:noFill/>
          <a:ln/>
        </p:spPr>
        <p:txBody>
          <a:bodyPr vert="horz" wrap="square" lIns="0" tIns="0" rIns="0" bIns="0" rtlCol="0" anchor="ctr"/>
          <a:lstStyle/>
          <a:p>
            <a:pPr marL="0" indent="0">
              <a:lnSpc>
                <a:spcPts val="1688"/>
              </a:lnSpc>
              <a:buNone/>
            </a:pPr>
            <a:r>
              <a:rPr lang="en-US" sz="1125" dirty="0">
                <a:solidFill>
                  <a:srgbClr val="A0AEC0"/>
                </a:solidFill>
                <a:latin typeface="Noto Sans SC" pitchFamily="34" charset="0"/>
                <a:ea typeface="Noto Sans SC" pitchFamily="34" charset="-122"/>
                <a:cs typeface="Noto Sans SC" pitchFamily="34" charset="-120"/>
              </a:rPr>
              <a:t>通过 </a:t>
            </a:r>
            <a:r>
              <a:rPr lang="en-US" sz="1125" b="1" dirty="0">
                <a:solidFill>
                  <a:srgbClr val="00F5FF"/>
                </a:solidFill>
                <a:latin typeface="Noto Sans SC" pitchFamily="34" charset="0"/>
                <a:ea typeface="Noto Sans SC" pitchFamily="34" charset="-122"/>
                <a:cs typeface="Noto Sans SC" pitchFamily="34" charset="-120"/>
              </a:rPr>
              <a:t>IntentNode</a:t>
            </a:r>
            <a:r>
              <a:rPr lang="en-US" sz="1125" dirty="0">
                <a:solidFill>
                  <a:srgbClr val="A0AEC0"/>
                </a:solidFill>
                <a:latin typeface="Noto Sans SC" pitchFamily="34" charset="0"/>
                <a:ea typeface="Noto Sans SC" pitchFamily="34" charset="-122"/>
                <a:cs typeface="Noto Sans SC" pitchFamily="34" charset="-120"/>
              </a:rPr>
              <a:t> 对用户输入进行7类意图分类及 </a:t>
            </a:r>
            <a:r>
              <a:rPr lang="en-US" sz="1125" b="1" dirty="0">
                <a:solidFill>
                  <a:srgbClr val="00F5FF"/>
                </a:solidFill>
                <a:latin typeface="Noto Sans SC" pitchFamily="34" charset="0"/>
                <a:ea typeface="Noto Sans SC" pitchFamily="34" charset="-122"/>
                <a:cs typeface="Noto Sans SC" pitchFamily="34" charset="-120"/>
              </a:rPr>
              <a:t>0.0-1.0</a:t>
            </a:r>
            <a:r>
              <a:rPr lang="en-US" sz="1125" dirty="0">
                <a:solidFill>
                  <a:srgbClr val="A0AEC0"/>
                </a:solidFill>
                <a:latin typeface="Noto Sans SC" pitchFamily="34" charset="0"/>
                <a:ea typeface="Noto Sans SC" pitchFamily="34" charset="-122"/>
                <a:cs typeface="Noto Sans SC" pitchFamily="34" charset="-120"/>
              </a:rPr>
              <a:t> 难度评分。根据评分结果自动裁剪专家团队（3-8名），实现算力按需分配与响应速度平衡。</a:t>
            </a:r>
            <a:endParaRPr lang="en-US" sz="1125" dirty="0"/>
          </a:p>
        </p:txBody>
      </p:sp>
      <p:sp>
        <p:nvSpPr>
          <p:cNvPr id="56" name="SK-15-text-55"/>
          <p:cNvSpPr/>
          <p:nvPr/>
        </p:nvSpPr>
        <p:spPr>
          <a:xfrm>
            <a:off x="6732836" y="2752725"/>
            <a:ext cx="762000" cy="209550"/>
          </a:xfrm>
          <a:prstGeom prst="rect">
            <a:avLst/>
          </a:prstGeom>
          <a:noFill/>
          <a:ln/>
        </p:spPr>
        <p:txBody>
          <a:bodyPr vert="horz" wrap="square" lIns="0" tIns="0" rIns="0" bIns="0" rtlCol="0" anchor="ctr"/>
          <a:lstStyle/>
          <a:p>
            <a:pPr marL="0" indent="0">
              <a:lnSpc>
                <a:spcPts val="1350"/>
              </a:lnSpc>
              <a:buNone/>
            </a:pPr>
            <a:r>
              <a:rPr lang="en-US" sz="900" dirty="0">
                <a:solidFill>
                  <a:srgbClr val="00F5FF"/>
                </a:solidFill>
              </a:rPr>
              <a:t>极速通道</a:t>
            </a:r>
            <a:endParaRPr lang="en-US" sz="900" dirty="0"/>
          </a:p>
        </p:txBody>
      </p:sp>
      <p:sp>
        <p:nvSpPr>
          <p:cNvPr id="57" name="SK-15-text-56"/>
          <p:cNvSpPr/>
          <p:nvPr/>
        </p:nvSpPr>
        <p:spPr>
          <a:xfrm>
            <a:off x="7418636" y="2752725"/>
            <a:ext cx="762000" cy="209550"/>
          </a:xfrm>
          <a:prstGeom prst="rect">
            <a:avLst/>
          </a:prstGeom>
          <a:noFill/>
          <a:ln/>
        </p:spPr>
        <p:txBody>
          <a:bodyPr vert="horz" wrap="square" lIns="0" tIns="0" rIns="0" bIns="0" rtlCol="0" anchor="ctr"/>
          <a:lstStyle/>
          <a:p>
            <a:pPr marL="0" indent="0">
              <a:lnSpc>
                <a:spcPts val="1350"/>
              </a:lnSpc>
              <a:buNone/>
            </a:pPr>
            <a:r>
              <a:rPr lang="en-US" sz="900" dirty="0">
                <a:solidFill>
                  <a:srgbClr val="00F5FF"/>
                </a:solidFill>
              </a:rPr>
              <a:t>深度推理</a:t>
            </a:r>
            <a:endParaRPr lang="en-US" sz="900" dirty="0"/>
          </a:p>
        </p:txBody>
      </p:sp>
      <p:sp>
        <p:nvSpPr>
          <p:cNvPr id="58" name="SK-15-text-57"/>
          <p:cNvSpPr/>
          <p:nvPr/>
        </p:nvSpPr>
        <p:spPr>
          <a:xfrm>
            <a:off x="8104436" y="2752725"/>
            <a:ext cx="762000" cy="209550"/>
          </a:xfrm>
          <a:prstGeom prst="rect">
            <a:avLst/>
          </a:prstGeom>
          <a:noFill/>
          <a:ln/>
        </p:spPr>
        <p:txBody>
          <a:bodyPr vert="horz" wrap="square" lIns="0" tIns="0" rIns="0" bIns="0" rtlCol="0" anchor="ctr"/>
          <a:lstStyle/>
          <a:p>
            <a:pPr marL="0" indent="0">
              <a:lnSpc>
                <a:spcPts val="1350"/>
              </a:lnSpc>
              <a:buNone/>
            </a:pPr>
            <a:r>
              <a:rPr lang="en-US" sz="900" dirty="0">
                <a:solidFill>
                  <a:srgbClr val="00F5FF"/>
                </a:solidFill>
              </a:rPr>
              <a:t>专家矩阵</a:t>
            </a:r>
            <a:endParaRPr lang="en-US" sz="900" dirty="0"/>
          </a:p>
        </p:txBody>
      </p:sp>
      <p:sp>
        <p:nvSpPr>
          <p:cNvPr id="59" name="SK-15-text-58"/>
          <p:cNvSpPr/>
          <p:nvPr/>
        </p:nvSpPr>
        <p:spPr>
          <a:xfrm>
            <a:off x="7113836" y="3448050"/>
            <a:ext cx="4133850" cy="285750"/>
          </a:xfrm>
          <a:prstGeom prst="rect">
            <a:avLst/>
          </a:prstGeom>
          <a:noFill/>
          <a:ln/>
        </p:spPr>
        <p:txBody>
          <a:bodyPr vert="horz" wrap="square" lIns="0" tIns="0" rIns="0" bIns="0" rtlCol="0" anchor="ctr"/>
          <a:lstStyle/>
          <a:p>
            <a:pPr marL="0" indent="0">
              <a:lnSpc>
                <a:spcPts val="2250"/>
              </a:lnSpc>
              <a:buNone/>
            </a:pPr>
            <a:r>
              <a:rPr lang="en-US" sz="1500" b="1" dirty="0">
                <a:solidFill>
                  <a:srgbClr val="FFFFFF"/>
                </a:solidFill>
                <a:latin typeface="Noto Sans SC" pitchFamily="34" charset="0"/>
                <a:ea typeface="Noto Sans SC" pitchFamily="34" charset="-122"/>
                <a:cs typeface="Noto Sans SC" pitchFamily="34" charset="-120"/>
              </a:rPr>
              <a:t>辩论-仲裁质量管控机制</a:t>
            </a:r>
            <a:endParaRPr lang="en-US" sz="1500" dirty="0"/>
          </a:p>
        </p:txBody>
      </p:sp>
      <p:sp>
        <p:nvSpPr>
          <p:cNvPr id="60" name="SK-15-text-59"/>
          <p:cNvSpPr/>
          <p:nvPr/>
        </p:nvSpPr>
        <p:spPr>
          <a:xfrm>
            <a:off x="6656636" y="3857625"/>
            <a:ext cx="4811464" cy="642938"/>
          </a:xfrm>
          <a:prstGeom prst="rect">
            <a:avLst/>
          </a:prstGeom>
          <a:noFill/>
          <a:ln/>
        </p:spPr>
        <p:txBody>
          <a:bodyPr vert="horz" wrap="square" lIns="0" tIns="0" rIns="0" bIns="0" rtlCol="0" anchor="ctr"/>
          <a:lstStyle/>
          <a:p>
            <a:pPr marL="0" indent="0">
              <a:lnSpc>
                <a:spcPts val="1688"/>
              </a:lnSpc>
              <a:buNone/>
            </a:pPr>
            <a:r>
              <a:rPr lang="en-US" sz="1125" dirty="0">
                <a:solidFill>
                  <a:srgbClr val="A0AEC0"/>
                </a:solidFill>
                <a:latin typeface="Noto Sans SC" pitchFamily="34" charset="0"/>
                <a:ea typeface="Noto Sans SC" pitchFamily="34" charset="-122"/>
                <a:cs typeface="Noto Sans SC" pitchFamily="34" charset="-120"/>
              </a:rPr>
              <a:t>在 </a:t>
            </a:r>
            <a:r>
              <a:rPr lang="en-US" sz="1125" b="1" dirty="0">
                <a:solidFill>
                  <a:srgbClr val="00F5FF"/>
                </a:solidFill>
                <a:latin typeface="Noto Sans SC" pitchFamily="34" charset="0"/>
                <a:ea typeface="Noto Sans SC" pitchFamily="34" charset="-122"/>
                <a:cs typeface="Noto Sans SC" pitchFamily="34" charset="-120"/>
              </a:rPr>
              <a:t>ReasonNode</a:t>
            </a:r>
            <a:r>
              <a:rPr lang="en-US" sz="1125" dirty="0">
                <a:solidFill>
                  <a:srgbClr val="A0AEC0"/>
                </a:solidFill>
                <a:latin typeface="Noto Sans SC" pitchFamily="34" charset="0"/>
                <a:ea typeface="Noto Sans SC" pitchFamily="34" charset="-122"/>
                <a:cs typeface="Noto Sans SC" pitchFamily="34" charset="-120"/>
              </a:rPr>
              <a:t> 中引入多智能体辩论模式。当存在争议观点时，由仲裁智能体依据外部证据链（RAG/PubMed）进行裁决，有效减少单一模型的幻觉与偏见。</a:t>
            </a:r>
            <a:endParaRPr lang="en-US" sz="1125" dirty="0"/>
          </a:p>
        </p:txBody>
      </p:sp>
      <p:sp>
        <p:nvSpPr>
          <p:cNvPr id="61" name="SK-15-text-60"/>
          <p:cNvSpPr/>
          <p:nvPr/>
        </p:nvSpPr>
        <p:spPr>
          <a:xfrm>
            <a:off x="6732836" y="4633913"/>
            <a:ext cx="978568" cy="209550"/>
          </a:xfrm>
          <a:prstGeom prst="rect">
            <a:avLst/>
          </a:prstGeom>
          <a:noFill/>
          <a:ln/>
        </p:spPr>
        <p:txBody>
          <a:bodyPr vert="horz" wrap="square" lIns="0" tIns="0" rIns="0" bIns="0" rtlCol="0" anchor="ctr"/>
          <a:lstStyle/>
          <a:p>
            <a:pPr marL="0" indent="0">
              <a:lnSpc>
                <a:spcPts val="1350"/>
              </a:lnSpc>
              <a:buNone/>
            </a:pPr>
            <a:r>
              <a:rPr lang="en-US" sz="900" dirty="0">
                <a:solidFill>
                  <a:srgbClr val="00F5FF"/>
                </a:solidFill>
              </a:rPr>
              <a:t>证据链裁决</a:t>
            </a:r>
            <a:endParaRPr lang="en-US" sz="900" dirty="0"/>
          </a:p>
        </p:txBody>
      </p:sp>
      <p:sp>
        <p:nvSpPr>
          <p:cNvPr id="62" name="SK-15-text-61"/>
          <p:cNvSpPr/>
          <p:nvPr/>
        </p:nvSpPr>
        <p:spPr>
          <a:xfrm>
            <a:off x="7532936" y="4633913"/>
            <a:ext cx="762000" cy="209550"/>
          </a:xfrm>
          <a:prstGeom prst="rect">
            <a:avLst/>
          </a:prstGeom>
          <a:noFill/>
          <a:ln/>
        </p:spPr>
        <p:txBody>
          <a:bodyPr vert="horz" wrap="square" lIns="0" tIns="0" rIns="0" bIns="0" rtlCol="0" anchor="ctr"/>
          <a:lstStyle/>
          <a:p>
            <a:pPr marL="0" indent="0">
              <a:lnSpc>
                <a:spcPts val="1350"/>
              </a:lnSpc>
              <a:buNone/>
            </a:pPr>
            <a:r>
              <a:rPr lang="en-US" sz="900" dirty="0">
                <a:solidFill>
                  <a:srgbClr val="00F5FF"/>
                </a:solidFill>
              </a:rPr>
              <a:t>多轮辩论</a:t>
            </a:r>
            <a:endParaRPr lang="en-US" sz="900" dirty="0"/>
          </a:p>
        </p:txBody>
      </p:sp>
      <p:sp>
        <p:nvSpPr>
          <p:cNvPr id="63" name="SK-15-text-62"/>
          <p:cNvSpPr/>
          <p:nvPr/>
        </p:nvSpPr>
        <p:spPr>
          <a:xfrm>
            <a:off x="8218736" y="4633913"/>
            <a:ext cx="762000" cy="209550"/>
          </a:xfrm>
          <a:prstGeom prst="rect">
            <a:avLst/>
          </a:prstGeom>
          <a:noFill/>
          <a:ln/>
        </p:spPr>
        <p:txBody>
          <a:bodyPr vert="horz" wrap="square" lIns="0" tIns="0" rIns="0" bIns="0" rtlCol="0" anchor="ctr"/>
          <a:lstStyle/>
          <a:p>
            <a:pPr marL="0" indent="0">
              <a:lnSpc>
                <a:spcPts val="1350"/>
              </a:lnSpc>
              <a:buNone/>
            </a:pPr>
            <a:r>
              <a:rPr lang="en-US" sz="900" dirty="0">
                <a:solidFill>
                  <a:srgbClr val="00F5FF"/>
                </a:solidFill>
              </a:rPr>
              <a:t>中立仲裁</a:t>
            </a:r>
            <a:endParaRPr lang="en-US" sz="900" dirty="0"/>
          </a:p>
        </p:txBody>
      </p:sp>
      <p:sp>
        <p:nvSpPr>
          <p:cNvPr id="64" name="SK-15-text-63"/>
          <p:cNvSpPr/>
          <p:nvPr/>
        </p:nvSpPr>
        <p:spPr>
          <a:xfrm>
            <a:off x="7113836" y="5329238"/>
            <a:ext cx="4667250" cy="285750"/>
          </a:xfrm>
          <a:prstGeom prst="rect">
            <a:avLst/>
          </a:prstGeom>
          <a:noFill/>
          <a:ln/>
        </p:spPr>
        <p:txBody>
          <a:bodyPr vert="horz" wrap="square" lIns="0" tIns="0" rIns="0" bIns="0" rtlCol="0" anchor="ctr"/>
          <a:lstStyle/>
          <a:p>
            <a:pPr marL="0" indent="0">
              <a:lnSpc>
                <a:spcPts val="2250"/>
              </a:lnSpc>
              <a:buNone/>
            </a:pPr>
            <a:r>
              <a:rPr lang="en-US" sz="1500" b="1" dirty="0">
                <a:solidFill>
                  <a:srgbClr val="FFFFFF"/>
                </a:solidFill>
                <a:latin typeface="Noto Sans SC" pitchFamily="34" charset="0"/>
                <a:ea typeface="Noto Sans SC" pitchFamily="34" charset="-122"/>
                <a:cs typeface="Noto Sans SC" pitchFamily="34" charset="-120"/>
              </a:rPr>
              <a:t>自愈式反思校验与动态退火</a:t>
            </a:r>
            <a:endParaRPr lang="en-US" sz="1500" dirty="0"/>
          </a:p>
        </p:txBody>
      </p:sp>
      <p:sp>
        <p:nvSpPr>
          <p:cNvPr id="65" name="SK-15-text-64"/>
          <p:cNvSpPr/>
          <p:nvPr/>
        </p:nvSpPr>
        <p:spPr>
          <a:xfrm>
            <a:off x="6656636" y="5738813"/>
            <a:ext cx="4811464" cy="428625"/>
          </a:xfrm>
          <a:prstGeom prst="rect">
            <a:avLst/>
          </a:prstGeom>
          <a:noFill/>
          <a:ln/>
        </p:spPr>
        <p:txBody>
          <a:bodyPr vert="horz" wrap="square" lIns="0" tIns="0" rIns="0" bIns="0" rtlCol="0" anchor="ctr"/>
          <a:lstStyle/>
          <a:p>
            <a:pPr marL="0" indent="0">
              <a:lnSpc>
                <a:spcPts val="1688"/>
              </a:lnSpc>
              <a:buNone/>
            </a:pPr>
            <a:r>
              <a:rPr lang="en-US" sz="1125" b="1" dirty="0">
                <a:solidFill>
                  <a:srgbClr val="00F5FF"/>
                </a:solidFill>
                <a:latin typeface="Noto Sans SC" pitchFamily="34" charset="0"/>
                <a:ea typeface="Noto Sans SC" pitchFamily="34" charset="-122"/>
                <a:cs typeface="Noto Sans SC" pitchFamily="34" charset="-120"/>
              </a:rPr>
              <a:t>ValidateNode</a:t>
            </a:r>
            <a:r>
              <a:rPr lang="en-US" sz="1125" dirty="0">
                <a:solidFill>
                  <a:srgbClr val="A0AEC0"/>
                </a:solidFill>
                <a:latin typeface="Noto Sans SC" pitchFamily="34" charset="0"/>
                <a:ea typeface="Noto Sans SC" pitchFamily="34" charset="-122"/>
                <a:cs typeface="Noto Sans SC" pitchFamily="34" charset="-120"/>
              </a:rPr>
              <a:t> 执行规则引擎与LLM双层校验。未通过时触发退火：分类驳回原因、生成修正提示词并衰减错误智能体权重，开启反思重试循环。</a:t>
            </a:r>
            <a:endParaRPr lang="en-US" sz="1125" dirty="0"/>
          </a:p>
        </p:txBody>
      </p:sp>
      <p:sp>
        <p:nvSpPr>
          <p:cNvPr id="66" name="SK-15-text-65"/>
          <p:cNvSpPr/>
          <p:nvPr/>
        </p:nvSpPr>
        <p:spPr>
          <a:xfrm>
            <a:off x="6732836" y="6300788"/>
            <a:ext cx="1183395" cy="209550"/>
          </a:xfrm>
          <a:prstGeom prst="rect">
            <a:avLst/>
          </a:prstGeom>
          <a:noFill/>
          <a:ln/>
        </p:spPr>
        <p:txBody>
          <a:bodyPr vert="horz" wrap="square" lIns="0" tIns="0" rIns="0" bIns="0" rtlCol="0" anchor="ctr"/>
          <a:lstStyle/>
          <a:p>
            <a:pPr marL="0" indent="0">
              <a:lnSpc>
                <a:spcPts val="1350"/>
              </a:lnSpc>
              <a:buNone/>
            </a:pPr>
            <a:r>
              <a:rPr lang="en-US" sz="900" dirty="0">
                <a:solidFill>
                  <a:srgbClr val="00F5FF"/>
                </a:solidFill>
              </a:rPr>
              <a:t>5类驳回分类</a:t>
            </a:r>
            <a:endParaRPr lang="en-US" sz="900" dirty="0"/>
          </a:p>
        </p:txBody>
      </p:sp>
      <p:sp>
        <p:nvSpPr>
          <p:cNvPr id="67" name="SK-15-text-66"/>
          <p:cNvSpPr/>
          <p:nvPr/>
        </p:nvSpPr>
        <p:spPr>
          <a:xfrm>
            <a:off x="7599611" y="6300788"/>
            <a:ext cx="762000" cy="209550"/>
          </a:xfrm>
          <a:prstGeom prst="rect">
            <a:avLst/>
          </a:prstGeom>
          <a:noFill/>
          <a:ln/>
        </p:spPr>
        <p:txBody>
          <a:bodyPr vert="horz" wrap="square" lIns="0" tIns="0" rIns="0" bIns="0" rtlCol="0" anchor="ctr"/>
          <a:lstStyle/>
          <a:p>
            <a:pPr marL="0" indent="0">
              <a:lnSpc>
                <a:spcPts val="1350"/>
              </a:lnSpc>
              <a:buNone/>
            </a:pPr>
            <a:r>
              <a:rPr lang="en-US" sz="900" dirty="0">
                <a:solidFill>
                  <a:srgbClr val="00F5FF"/>
                </a:solidFill>
              </a:rPr>
              <a:t>权重衰减</a:t>
            </a:r>
            <a:endParaRPr lang="en-US" sz="900" dirty="0"/>
          </a:p>
        </p:txBody>
      </p:sp>
      <p:sp>
        <p:nvSpPr>
          <p:cNvPr id="68" name="SK-15-text-67"/>
          <p:cNvSpPr/>
          <p:nvPr/>
        </p:nvSpPr>
        <p:spPr>
          <a:xfrm>
            <a:off x="8285411" y="6300788"/>
            <a:ext cx="762000" cy="209550"/>
          </a:xfrm>
          <a:prstGeom prst="rect">
            <a:avLst/>
          </a:prstGeom>
          <a:noFill/>
          <a:ln/>
        </p:spPr>
        <p:txBody>
          <a:bodyPr vert="horz" wrap="square" lIns="0" tIns="0" rIns="0" bIns="0" rtlCol="0" anchor="ctr"/>
          <a:lstStyle/>
          <a:p>
            <a:pPr marL="0" indent="0">
              <a:lnSpc>
                <a:spcPts val="1350"/>
              </a:lnSpc>
              <a:buNone/>
            </a:pPr>
            <a:r>
              <a:rPr lang="en-US" sz="900" dirty="0">
                <a:solidFill>
                  <a:srgbClr val="00F5FF"/>
                </a:solidFill>
              </a:rPr>
              <a:t>自愈循环</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SK-16-img-1" descr="preencoded.png"/>
          <p:cNvPicPr>
            <a:picLocks noChangeAspect="1"/>
          </p:cNvPicPr>
          <p:nvPr/>
        </p:nvPicPr>
        <p:blipFill>
          <a:blip r:embed="rId3"/>
          <a:stretch>
            <a:fillRect/>
          </a:stretch>
        </p:blipFill>
        <p:spPr>
          <a:xfrm>
            <a:off x="0" y="0"/>
            <a:ext cx="12192000" cy="6858000"/>
          </a:xfrm>
          <a:prstGeom prst="rect">
            <a:avLst/>
          </a:prstGeom>
        </p:spPr>
      </p:pic>
      <p:pic>
        <p:nvPicPr>
          <p:cNvPr id="3" name="SK-16-img-2" descr="preencoded.png"/>
          <p:cNvPicPr>
            <a:picLocks noChangeAspect="1"/>
          </p:cNvPicPr>
          <p:nvPr/>
        </p:nvPicPr>
        <p:blipFill>
          <a:blip r:embed="rId4"/>
          <a:stretch>
            <a:fillRect/>
          </a:stretch>
        </p:blipFill>
        <p:spPr>
          <a:xfrm>
            <a:off x="0" y="0"/>
            <a:ext cx="12192000" cy="6858000"/>
          </a:xfrm>
          <a:prstGeom prst="rect">
            <a:avLst/>
          </a:prstGeom>
        </p:spPr>
      </p:pic>
      <p:pic>
        <p:nvPicPr>
          <p:cNvPr id="4" name="SK-16-img-3" descr="preencoded.png"/>
          <p:cNvPicPr>
            <a:picLocks noChangeAspect="1"/>
          </p:cNvPicPr>
          <p:nvPr/>
        </p:nvPicPr>
        <p:blipFill>
          <a:blip r:embed="rId5"/>
          <a:stretch>
            <a:fillRect/>
          </a:stretch>
        </p:blipFill>
        <p:spPr>
          <a:xfrm>
            <a:off x="571500" y="381000"/>
            <a:ext cx="2057400" cy="238125"/>
          </a:xfrm>
          <a:prstGeom prst="rect">
            <a:avLst/>
          </a:prstGeom>
        </p:spPr>
      </p:pic>
      <p:pic>
        <p:nvPicPr>
          <p:cNvPr id="5" name="SK-16-img-4" descr="preencoded.png"/>
          <p:cNvPicPr>
            <a:picLocks noChangeAspect="1"/>
          </p:cNvPicPr>
          <p:nvPr/>
        </p:nvPicPr>
        <p:blipFill>
          <a:blip r:embed="rId6"/>
          <a:stretch>
            <a:fillRect/>
          </a:stretch>
        </p:blipFill>
        <p:spPr>
          <a:xfrm>
            <a:off x="2743200" y="495300"/>
            <a:ext cx="8877300" cy="9525"/>
          </a:xfrm>
          <a:prstGeom prst="rect">
            <a:avLst/>
          </a:prstGeom>
        </p:spPr>
      </p:pic>
      <p:pic>
        <p:nvPicPr>
          <p:cNvPr id="6" name="SK-16-img-5" descr="preencoded.png"/>
          <p:cNvPicPr>
            <a:picLocks noChangeAspect="1"/>
          </p:cNvPicPr>
          <p:nvPr/>
        </p:nvPicPr>
        <p:blipFill>
          <a:blip r:embed="rId7"/>
          <a:stretch>
            <a:fillRect/>
          </a:stretch>
        </p:blipFill>
        <p:spPr>
          <a:xfrm>
            <a:off x="571500" y="1390650"/>
            <a:ext cx="38100" cy="38100"/>
          </a:xfrm>
          <a:prstGeom prst="rect">
            <a:avLst/>
          </a:prstGeom>
        </p:spPr>
      </p:pic>
      <p:pic>
        <p:nvPicPr>
          <p:cNvPr id="7" name="SK-16-img-6" descr="preencoded.png"/>
          <p:cNvPicPr>
            <a:picLocks noChangeAspect="1"/>
          </p:cNvPicPr>
          <p:nvPr/>
        </p:nvPicPr>
        <p:blipFill>
          <a:blip r:embed="rId8"/>
          <a:stretch>
            <a:fillRect/>
          </a:stretch>
        </p:blipFill>
        <p:spPr>
          <a:xfrm>
            <a:off x="571500" y="1800225"/>
            <a:ext cx="11049000" cy="504825"/>
          </a:xfrm>
          <a:prstGeom prst="rect">
            <a:avLst/>
          </a:prstGeom>
        </p:spPr>
      </p:pic>
      <p:pic>
        <p:nvPicPr>
          <p:cNvPr id="8" name="SK-16-img-7" descr="preencoded.png"/>
          <p:cNvPicPr>
            <a:picLocks noChangeAspect="1"/>
          </p:cNvPicPr>
          <p:nvPr/>
        </p:nvPicPr>
        <p:blipFill>
          <a:blip r:embed="rId9"/>
          <a:stretch>
            <a:fillRect/>
          </a:stretch>
        </p:blipFill>
        <p:spPr>
          <a:xfrm>
            <a:off x="571500" y="2305050"/>
            <a:ext cx="11049000" cy="628650"/>
          </a:xfrm>
          <a:prstGeom prst="rect">
            <a:avLst/>
          </a:prstGeom>
        </p:spPr>
      </p:pic>
      <p:pic>
        <p:nvPicPr>
          <p:cNvPr id="9" name="SK-16-img-8" descr="preencoded.png"/>
          <p:cNvPicPr>
            <a:picLocks noChangeAspect="1"/>
          </p:cNvPicPr>
          <p:nvPr/>
        </p:nvPicPr>
        <p:blipFill>
          <a:blip r:embed="rId10"/>
          <a:stretch>
            <a:fillRect/>
          </a:stretch>
        </p:blipFill>
        <p:spPr>
          <a:xfrm>
            <a:off x="3543300" y="2476500"/>
            <a:ext cx="947737" cy="276225"/>
          </a:xfrm>
          <a:prstGeom prst="rect">
            <a:avLst/>
          </a:prstGeom>
        </p:spPr>
      </p:pic>
      <p:pic>
        <p:nvPicPr>
          <p:cNvPr id="10" name="SK-16-img-9" descr="preencoded.png"/>
          <p:cNvPicPr>
            <a:picLocks noChangeAspect="1"/>
          </p:cNvPicPr>
          <p:nvPr/>
        </p:nvPicPr>
        <p:blipFill>
          <a:blip r:embed="rId11"/>
          <a:stretch>
            <a:fillRect/>
          </a:stretch>
        </p:blipFill>
        <p:spPr>
          <a:xfrm>
            <a:off x="3638550" y="2547938"/>
            <a:ext cx="166688" cy="133350"/>
          </a:xfrm>
          <a:prstGeom prst="rect">
            <a:avLst/>
          </a:prstGeom>
        </p:spPr>
      </p:pic>
      <p:pic>
        <p:nvPicPr>
          <p:cNvPr id="11" name="SK-16-img-10" descr="preencoded.png"/>
          <p:cNvPicPr>
            <a:picLocks noChangeAspect="1"/>
          </p:cNvPicPr>
          <p:nvPr/>
        </p:nvPicPr>
        <p:blipFill>
          <a:blip r:embed="rId12"/>
          <a:stretch>
            <a:fillRect/>
          </a:stretch>
        </p:blipFill>
        <p:spPr>
          <a:xfrm>
            <a:off x="4548188" y="2476500"/>
            <a:ext cx="947737" cy="276225"/>
          </a:xfrm>
          <a:prstGeom prst="rect">
            <a:avLst/>
          </a:prstGeom>
        </p:spPr>
      </p:pic>
      <p:pic>
        <p:nvPicPr>
          <p:cNvPr id="12" name="SK-16-img-11" descr="preencoded.png"/>
          <p:cNvPicPr>
            <a:picLocks noChangeAspect="1"/>
          </p:cNvPicPr>
          <p:nvPr/>
        </p:nvPicPr>
        <p:blipFill>
          <a:blip r:embed="rId13"/>
          <a:stretch>
            <a:fillRect/>
          </a:stretch>
        </p:blipFill>
        <p:spPr>
          <a:xfrm>
            <a:off x="4643438" y="2547938"/>
            <a:ext cx="166688" cy="133350"/>
          </a:xfrm>
          <a:prstGeom prst="rect">
            <a:avLst/>
          </a:prstGeom>
        </p:spPr>
      </p:pic>
      <p:pic>
        <p:nvPicPr>
          <p:cNvPr id="13" name="SK-16-img-12" descr="preencoded.png"/>
          <p:cNvPicPr>
            <a:picLocks noChangeAspect="1"/>
          </p:cNvPicPr>
          <p:nvPr/>
        </p:nvPicPr>
        <p:blipFill>
          <a:blip r:embed="rId10"/>
          <a:stretch>
            <a:fillRect/>
          </a:stretch>
        </p:blipFill>
        <p:spPr>
          <a:xfrm>
            <a:off x="5553075" y="2476500"/>
            <a:ext cx="947737" cy="276225"/>
          </a:xfrm>
          <a:prstGeom prst="rect">
            <a:avLst/>
          </a:prstGeom>
        </p:spPr>
      </p:pic>
      <p:pic>
        <p:nvPicPr>
          <p:cNvPr id="14" name="SK-16-img-13" descr="preencoded.png"/>
          <p:cNvPicPr>
            <a:picLocks noChangeAspect="1"/>
          </p:cNvPicPr>
          <p:nvPr/>
        </p:nvPicPr>
        <p:blipFill>
          <a:blip r:embed="rId14"/>
          <a:stretch>
            <a:fillRect/>
          </a:stretch>
        </p:blipFill>
        <p:spPr>
          <a:xfrm>
            <a:off x="5648325" y="2547938"/>
            <a:ext cx="166688" cy="133350"/>
          </a:xfrm>
          <a:prstGeom prst="rect">
            <a:avLst/>
          </a:prstGeom>
        </p:spPr>
      </p:pic>
      <p:pic>
        <p:nvPicPr>
          <p:cNvPr id="15" name="SK-16-img-14" descr="preencoded.png"/>
          <p:cNvPicPr>
            <a:picLocks noChangeAspect="1"/>
          </p:cNvPicPr>
          <p:nvPr/>
        </p:nvPicPr>
        <p:blipFill>
          <a:blip r:embed="rId15"/>
          <a:stretch>
            <a:fillRect/>
          </a:stretch>
        </p:blipFill>
        <p:spPr>
          <a:xfrm>
            <a:off x="571500" y="2933700"/>
            <a:ext cx="11049000" cy="628650"/>
          </a:xfrm>
          <a:prstGeom prst="rect">
            <a:avLst/>
          </a:prstGeom>
        </p:spPr>
      </p:pic>
      <p:pic>
        <p:nvPicPr>
          <p:cNvPr id="16" name="SK-16-img-15" descr="preencoded.png"/>
          <p:cNvPicPr>
            <a:picLocks noChangeAspect="1"/>
          </p:cNvPicPr>
          <p:nvPr/>
        </p:nvPicPr>
        <p:blipFill>
          <a:blip r:embed="rId10"/>
          <a:stretch>
            <a:fillRect/>
          </a:stretch>
        </p:blipFill>
        <p:spPr>
          <a:xfrm>
            <a:off x="3543300" y="3105150"/>
            <a:ext cx="947737" cy="276225"/>
          </a:xfrm>
          <a:prstGeom prst="rect">
            <a:avLst/>
          </a:prstGeom>
        </p:spPr>
      </p:pic>
      <p:pic>
        <p:nvPicPr>
          <p:cNvPr id="17" name="SK-16-img-16" descr="preencoded.png"/>
          <p:cNvPicPr>
            <a:picLocks noChangeAspect="1"/>
          </p:cNvPicPr>
          <p:nvPr/>
        </p:nvPicPr>
        <p:blipFill>
          <a:blip r:embed="rId11"/>
          <a:stretch>
            <a:fillRect/>
          </a:stretch>
        </p:blipFill>
        <p:spPr>
          <a:xfrm>
            <a:off x="3638550" y="3176588"/>
            <a:ext cx="166688" cy="133350"/>
          </a:xfrm>
          <a:prstGeom prst="rect">
            <a:avLst/>
          </a:prstGeom>
        </p:spPr>
      </p:pic>
      <p:pic>
        <p:nvPicPr>
          <p:cNvPr id="18" name="SK-16-img-17" descr="preencoded.png"/>
          <p:cNvPicPr>
            <a:picLocks noChangeAspect="1"/>
          </p:cNvPicPr>
          <p:nvPr/>
        </p:nvPicPr>
        <p:blipFill>
          <a:blip r:embed="rId12"/>
          <a:stretch>
            <a:fillRect/>
          </a:stretch>
        </p:blipFill>
        <p:spPr>
          <a:xfrm>
            <a:off x="4548188" y="3105150"/>
            <a:ext cx="947737" cy="276225"/>
          </a:xfrm>
          <a:prstGeom prst="rect">
            <a:avLst/>
          </a:prstGeom>
        </p:spPr>
      </p:pic>
      <p:pic>
        <p:nvPicPr>
          <p:cNvPr id="19" name="SK-16-img-18" descr="preencoded.png"/>
          <p:cNvPicPr>
            <a:picLocks noChangeAspect="1"/>
          </p:cNvPicPr>
          <p:nvPr/>
        </p:nvPicPr>
        <p:blipFill>
          <a:blip r:embed="rId16"/>
          <a:stretch>
            <a:fillRect/>
          </a:stretch>
        </p:blipFill>
        <p:spPr>
          <a:xfrm>
            <a:off x="4643438" y="3176588"/>
            <a:ext cx="166688" cy="133350"/>
          </a:xfrm>
          <a:prstGeom prst="rect">
            <a:avLst/>
          </a:prstGeom>
        </p:spPr>
      </p:pic>
      <p:pic>
        <p:nvPicPr>
          <p:cNvPr id="20" name="SK-16-img-19" descr="preencoded.png"/>
          <p:cNvPicPr>
            <a:picLocks noChangeAspect="1"/>
          </p:cNvPicPr>
          <p:nvPr/>
        </p:nvPicPr>
        <p:blipFill>
          <a:blip r:embed="rId10"/>
          <a:stretch>
            <a:fillRect/>
          </a:stretch>
        </p:blipFill>
        <p:spPr>
          <a:xfrm>
            <a:off x="5553075" y="3105150"/>
            <a:ext cx="947737" cy="276225"/>
          </a:xfrm>
          <a:prstGeom prst="rect">
            <a:avLst/>
          </a:prstGeom>
        </p:spPr>
      </p:pic>
      <p:pic>
        <p:nvPicPr>
          <p:cNvPr id="21" name="SK-16-img-20" descr="preencoded.png"/>
          <p:cNvPicPr>
            <a:picLocks noChangeAspect="1"/>
          </p:cNvPicPr>
          <p:nvPr/>
        </p:nvPicPr>
        <p:blipFill>
          <a:blip r:embed="rId17"/>
          <a:stretch>
            <a:fillRect/>
          </a:stretch>
        </p:blipFill>
        <p:spPr>
          <a:xfrm>
            <a:off x="5648325" y="3176588"/>
            <a:ext cx="166688" cy="133350"/>
          </a:xfrm>
          <a:prstGeom prst="rect">
            <a:avLst/>
          </a:prstGeom>
        </p:spPr>
      </p:pic>
      <p:pic>
        <p:nvPicPr>
          <p:cNvPr id="22" name="SK-16-img-21" descr="preencoded.png"/>
          <p:cNvPicPr>
            <a:picLocks noChangeAspect="1"/>
          </p:cNvPicPr>
          <p:nvPr/>
        </p:nvPicPr>
        <p:blipFill>
          <a:blip r:embed="rId12"/>
          <a:stretch>
            <a:fillRect/>
          </a:stretch>
        </p:blipFill>
        <p:spPr>
          <a:xfrm>
            <a:off x="6557963" y="3105150"/>
            <a:ext cx="947737" cy="276225"/>
          </a:xfrm>
          <a:prstGeom prst="rect">
            <a:avLst/>
          </a:prstGeom>
        </p:spPr>
      </p:pic>
      <p:pic>
        <p:nvPicPr>
          <p:cNvPr id="23" name="SK-16-img-22" descr="preencoded.png"/>
          <p:cNvPicPr>
            <a:picLocks noChangeAspect="1"/>
          </p:cNvPicPr>
          <p:nvPr/>
        </p:nvPicPr>
        <p:blipFill>
          <a:blip r:embed="rId18"/>
          <a:stretch>
            <a:fillRect/>
          </a:stretch>
        </p:blipFill>
        <p:spPr>
          <a:xfrm>
            <a:off x="6653213" y="3176588"/>
            <a:ext cx="166688" cy="133350"/>
          </a:xfrm>
          <a:prstGeom prst="rect">
            <a:avLst/>
          </a:prstGeom>
        </p:spPr>
      </p:pic>
      <p:pic>
        <p:nvPicPr>
          <p:cNvPr id="24" name="SK-16-img-23" descr="preencoded.png"/>
          <p:cNvPicPr>
            <a:picLocks noChangeAspect="1"/>
          </p:cNvPicPr>
          <p:nvPr/>
        </p:nvPicPr>
        <p:blipFill>
          <a:blip r:embed="rId19"/>
          <a:stretch>
            <a:fillRect/>
          </a:stretch>
        </p:blipFill>
        <p:spPr>
          <a:xfrm>
            <a:off x="7562850" y="3105150"/>
            <a:ext cx="947737" cy="276225"/>
          </a:xfrm>
          <a:prstGeom prst="rect">
            <a:avLst/>
          </a:prstGeom>
        </p:spPr>
      </p:pic>
      <p:pic>
        <p:nvPicPr>
          <p:cNvPr id="25" name="SK-16-img-24" descr="preencoded.png"/>
          <p:cNvPicPr>
            <a:picLocks noChangeAspect="1"/>
          </p:cNvPicPr>
          <p:nvPr/>
        </p:nvPicPr>
        <p:blipFill>
          <a:blip r:embed="rId20"/>
          <a:stretch>
            <a:fillRect/>
          </a:stretch>
        </p:blipFill>
        <p:spPr>
          <a:xfrm>
            <a:off x="7658100" y="3176588"/>
            <a:ext cx="166688" cy="133350"/>
          </a:xfrm>
          <a:prstGeom prst="rect">
            <a:avLst/>
          </a:prstGeom>
        </p:spPr>
      </p:pic>
      <p:pic>
        <p:nvPicPr>
          <p:cNvPr id="26" name="SK-16-img-25" descr="preencoded.png"/>
          <p:cNvPicPr>
            <a:picLocks noChangeAspect="1"/>
          </p:cNvPicPr>
          <p:nvPr/>
        </p:nvPicPr>
        <p:blipFill>
          <a:blip r:embed="rId21"/>
          <a:stretch>
            <a:fillRect/>
          </a:stretch>
        </p:blipFill>
        <p:spPr>
          <a:xfrm>
            <a:off x="8567738" y="3105150"/>
            <a:ext cx="947737" cy="276225"/>
          </a:xfrm>
          <a:prstGeom prst="rect">
            <a:avLst/>
          </a:prstGeom>
        </p:spPr>
      </p:pic>
      <p:pic>
        <p:nvPicPr>
          <p:cNvPr id="27" name="SK-16-img-26" descr="preencoded.png"/>
          <p:cNvPicPr>
            <a:picLocks noChangeAspect="1"/>
          </p:cNvPicPr>
          <p:nvPr/>
        </p:nvPicPr>
        <p:blipFill>
          <a:blip r:embed="rId14"/>
          <a:stretch>
            <a:fillRect/>
          </a:stretch>
        </p:blipFill>
        <p:spPr>
          <a:xfrm>
            <a:off x="8662988" y="3176588"/>
            <a:ext cx="166688" cy="133350"/>
          </a:xfrm>
          <a:prstGeom prst="rect">
            <a:avLst/>
          </a:prstGeom>
        </p:spPr>
      </p:pic>
      <p:pic>
        <p:nvPicPr>
          <p:cNvPr id="28" name="SK-16-img-27" descr="preencoded.png"/>
          <p:cNvPicPr>
            <a:picLocks noChangeAspect="1"/>
          </p:cNvPicPr>
          <p:nvPr/>
        </p:nvPicPr>
        <p:blipFill>
          <a:blip r:embed="rId22"/>
          <a:stretch>
            <a:fillRect/>
          </a:stretch>
        </p:blipFill>
        <p:spPr>
          <a:xfrm>
            <a:off x="571500" y="3562350"/>
            <a:ext cx="11049000" cy="628650"/>
          </a:xfrm>
          <a:prstGeom prst="rect">
            <a:avLst/>
          </a:prstGeom>
        </p:spPr>
      </p:pic>
      <p:pic>
        <p:nvPicPr>
          <p:cNvPr id="29" name="SK-16-img-28" descr="preencoded.png"/>
          <p:cNvPicPr>
            <a:picLocks noChangeAspect="1"/>
          </p:cNvPicPr>
          <p:nvPr/>
        </p:nvPicPr>
        <p:blipFill>
          <a:blip r:embed="rId10"/>
          <a:stretch>
            <a:fillRect/>
          </a:stretch>
        </p:blipFill>
        <p:spPr>
          <a:xfrm>
            <a:off x="3543300" y="3733800"/>
            <a:ext cx="947737" cy="276225"/>
          </a:xfrm>
          <a:prstGeom prst="rect">
            <a:avLst/>
          </a:prstGeom>
        </p:spPr>
      </p:pic>
      <p:pic>
        <p:nvPicPr>
          <p:cNvPr id="30" name="SK-16-img-29" descr="preencoded.png"/>
          <p:cNvPicPr>
            <a:picLocks noChangeAspect="1"/>
          </p:cNvPicPr>
          <p:nvPr/>
        </p:nvPicPr>
        <p:blipFill>
          <a:blip r:embed="rId11"/>
          <a:stretch>
            <a:fillRect/>
          </a:stretch>
        </p:blipFill>
        <p:spPr>
          <a:xfrm>
            <a:off x="3638550" y="3805237"/>
            <a:ext cx="166688" cy="133350"/>
          </a:xfrm>
          <a:prstGeom prst="rect">
            <a:avLst/>
          </a:prstGeom>
        </p:spPr>
      </p:pic>
      <p:pic>
        <p:nvPicPr>
          <p:cNvPr id="31" name="SK-16-img-30" descr="preencoded.png"/>
          <p:cNvPicPr>
            <a:picLocks noChangeAspect="1"/>
          </p:cNvPicPr>
          <p:nvPr/>
        </p:nvPicPr>
        <p:blipFill>
          <a:blip r:embed="rId12"/>
          <a:stretch>
            <a:fillRect/>
          </a:stretch>
        </p:blipFill>
        <p:spPr>
          <a:xfrm>
            <a:off x="4548188" y="3733800"/>
            <a:ext cx="947737" cy="276225"/>
          </a:xfrm>
          <a:prstGeom prst="rect">
            <a:avLst/>
          </a:prstGeom>
        </p:spPr>
      </p:pic>
      <p:pic>
        <p:nvPicPr>
          <p:cNvPr id="32" name="SK-16-img-31" descr="preencoded.png"/>
          <p:cNvPicPr>
            <a:picLocks noChangeAspect="1"/>
          </p:cNvPicPr>
          <p:nvPr/>
        </p:nvPicPr>
        <p:blipFill>
          <a:blip r:embed="rId16"/>
          <a:stretch>
            <a:fillRect/>
          </a:stretch>
        </p:blipFill>
        <p:spPr>
          <a:xfrm>
            <a:off x="4643438" y="3805237"/>
            <a:ext cx="166688" cy="133350"/>
          </a:xfrm>
          <a:prstGeom prst="rect">
            <a:avLst/>
          </a:prstGeom>
        </p:spPr>
      </p:pic>
      <p:pic>
        <p:nvPicPr>
          <p:cNvPr id="33" name="SK-16-img-32" descr="preencoded.png"/>
          <p:cNvPicPr>
            <a:picLocks noChangeAspect="1"/>
          </p:cNvPicPr>
          <p:nvPr/>
        </p:nvPicPr>
        <p:blipFill>
          <a:blip r:embed="rId10"/>
          <a:stretch>
            <a:fillRect/>
          </a:stretch>
        </p:blipFill>
        <p:spPr>
          <a:xfrm>
            <a:off x="5553075" y="3733800"/>
            <a:ext cx="947737" cy="276225"/>
          </a:xfrm>
          <a:prstGeom prst="rect">
            <a:avLst/>
          </a:prstGeom>
        </p:spPr>
      </p:pic>
      <p:pic>
        <p:nvPicPr>
          <p:cNvPr id="34" name="SK-16-img-33" descr="preencoded.png"/>
          <p:cNvPicPr>
            <a:picLocks noChangeAspect="1"/>
          </p:cNvPicPr>
          <p:nvPr/>
        </p:nvPicPr>
        <p:blipFill>
          <a:blip r:embed="rId23"/>
          <a:stretch>
            <a:fillRect/>
          </a:stretch>
        </p:blipFill>
        <p:spPr>
          <a:xfrm>
            <a:off x="5648325" y="3805237"/>
            <a:ext cx="166688" cy="133350"/>
          </a:xfrm>
          <a:prstGeom prst="rect">
            <a:avLst/>
          </a:prstGeom>
        </p:spPr>
      </p:pic>
      <p:pic>
        <p:nvPicPr>
          <p:cNvPr id="35" name="SK-16-img-34" descr="preencoded.png"/>
          <p:cNvPicPr>
            <a:picLocks noChangeAspect="1"/>
          </p:cNvPicPr>
          <p:nvPr/>
        </p:nvPicPr>
        <p:blipFill>
          <a:blip r:embed="rId12"/>
          <a:stretch>
            <a:fillRect/>
          </a:stretch>
        </p:blipFill>
        <p:spPr>
          <a:xfrm>
            <a:off x="6557963" y="3733800"/>
            <a:ext cx="947737" cy="276225"/>
          </a:xfrm>
          <a:prstGeom prst="rect">
            <a:avLst/>
          </a:prstGeom>
        </p:spPr>
      </p:pic>
      <p:pic>
        <p:nvPicPr>
          <p:cNvPr id="36" name="SK-16-img-35" descr="preencoded.png"/>
          <p:cNvPicPr>
            <a:picLocks noChangeAspect="1"/>
          </p:cNvPicPr>
          <p:nvPr/>
        </p:nvPicPr>
        <p:blipFill>
          <a:blip r:embed="rId14"/>
          <a:stretch>
            <a:fillRect/>
          </a:stretch>
        </p:blipFill>
        <p:spPr>
          <a:xfrm>
            <a:off x="6653213" y="3805237"/>
            <a:ext cx="166688" cy="133350"/>
          </a:xfrm>
          <a:prstGeom prst="rect">
            <a:avLst/>
          </a:prstGeom>
        </p:spPr>
      </p:pic>
      <p:pic>
        <p:nvPicPr>
          <p:cNvPr id="37" name="SK-16-img-36" descr="preencoded.png"/>
          <p:cNvPicPr>
            <a:picLocks noChangeAspect="1"/>
          </p:cNvPicPr>
          <p:nvPr/>
        </p:nvPicPr>
        <p:blipFill>
          <a:blip r:embed="rId24"/>
          <a:stretch>
            <a:fillRect/>
          </a:stretch>
        </p:blipFill>
        <p:spPr>
          <a:xfrm>
            <a:off x="571500" y="4191000"/>
            <a:ext cx="11049000" cy="628650"/>
          </a:xfrm>
          <a:prstGeom prst="rect">
            <a:avLst/>
          </a:prstGeom>
        </p:spPr>
      </p:pic>
      <p:pic>
        <p:nvPicPr>
          <p:cNvPr id="38" name="SK-16-img-37" descr="preencoded.png"/>
          <p:cNvPicPr>
            <a:picLocks noChangeAspect="1"/>
          </p:cNvPicPr>
          <p:nvPr/>
        </p:nvPicPr>
        <p:blipFill>
          <a:blip r:embed="rId10"/>
          <a:stretch>
            <a:fillRect/>
          </a:stretch>
        </p:blipFill>
        <p:spPr>
          <a:xfrm>
            <a:off x="3543300" y="4362450"/>
            <a:ext cx="947737" cy="276225"/>
          </a:xfrm>
          <a:prstGeom prst="rect">
            <a:avLst/>
          </a:prstGeom>
        </p:spPr>
      </p:pic>
      <p:pic>
        <p:nvPicPr>
          <p:cNvPr id="39" name="SK-16-img-38" descr="preencoded.png"/>
          <p:cNvPicPr>
            <a:picLocks noChangeAspect="1"/>
          </p:cNvPicPr>
          <p:nvPr/>
        </p:nvPicPr>
        <p:blipFill>
          <a:blip r:embed="rId13"/>
          <a:stretch>
            <a:fillRect/>
          </a:stretch>
        </p:blipFill>
        <p:spPr>
          <a:xfrm>
            <a:off x="3638550" y="4433888"/>
            <a:ext cx="166688" cy="133350"/>
          </a:xfrm>
          <a:prstGeom prst="rect">
            <a:avLst/>
          </a:prstGeom>
        </p:spPr>
      </p:pic>
      <p:pic>
        <p:nvPicPr>
          <p:cNvPr id="40" name="SK-16-img-39" descr="preencoded.png"/>
          <p:cNvPicPr>
            <a:picLocks noChangeAspect="1"/>
          </p:cNvPicPr>
          <p:nvPr/>
        </p:nvPicPr>
        <p:blipFill>
          <a:blip r:embed="rId12"/>
          <a:stretch>
            <a:fillRect/>
          </a:stretch>
        </p:blipFill>
        <p:spPr>
          <a:xfrm>
            <a:off x="4548188" y="4362450"/>
            <a:ext cx="947737" cy="276225"/>
          </a:xfrm>
          <a:prstGeom prst="rect">
            <a:avLst/>
          </a:prstGeom>
        </p:spPr>
      </p:pic>
      <p:pic>
        <p:nvPicPr>
          <p:cNvPr id="41" name="SK-16-img-40" descr="preencoded.png"/>
          <p:cNvPicPr>
            <a:picLocks noChangeAspect="1"/>
          </p:cNvPicPr>
          <p:nvPr/>
        </p:nvPicPr>
        <p:blipFill>
          <a:blip r:embed="rId16"/>
          <a:stretch>
            <a:fillRect/>
          </a:stretch>
        </p:blipFill>
        <p:spPr>
          <a:xfrm>
            <a:off x="4643438" y="4433888"/>
            <a:ext cx="166688" cy="133350"/>
          </a:xfrm>
          <a:prstGeom prst="rect">
            <a:avLst/>
          </a:prstGeom>
        </p:spPr>
      </p:pic>
      <p:pic>
        <p:nvPicPr>
          <p:cNvPr id="42" name="SK-16-img-41" descr="preencoded.png"/>
          <p:cNvPicPr>
            <a:picLocks noChangeAspect="1"/>
          </p:cNvPicPr>
          <p:nvPr/>
        </p:nvPicPr>
        <p:blipFill>
          <a:blip r:embed="rId10"/>
          <a:stretch>
            <a:fillRect/>
          </a:stretch>
        </p:blipFill>
        <p:spPr>
          <a:xfrm>
            <a:off x="5553075" y="4362450"/>
            <a:ext cx="947737" cy="276225"/>
          </a:xfrm>
          <a:prstGeom prst="rect">
            <a:avLst/>
          </a:prstGeom>
        </p:spPr>
      </p:pic>
      <p:pic>
        <p:nvPicPr>
          <p:cNvPr id="43" name="SK-16-img-42" descr="preencoded.png"/>
          <p:cNvPicPr>
            <a:picLocks noChangeAspect="1"/>
          </p:cNvPicPr>
          <p:nvPr/>
        </p:nvPicPr>
        <p:blipFill>
          <a:blip r:embed="rId18"/>
          <a:stretch>
            <a:fillRect/>
          </a:stretch>
        </p:blipFill>
        <p:spPr>
          <a:xfrm>
            <a:off x="5648325" y="4433888"/>
            <a:ext cx="166688" cy="133350"/>
          </a:xfrm>
          <a:prstGeom prst="rect">
            <a:avLst/>
          </a:prstGeom>
        </p:spPr>
      </p:pic>
      <p:pic>
        <p:nvPicPr>
          <p:cNvPr id="44" name="SK-16-img-43" descr="preencoded.png"/>
          <p:cNvPicPr>
            <a:picLocks noChangeAspect="1"/>
          </p:cNvPicPr>
          <p:nvPr/>
        </p:nvPicPr>
        <p:blipFill>
          <a:blip r:embed="rId12"/>
          <a:stretch>
            <a:fillRect/>
          </a:stretch>
        </p:blipFill>
        <p:spPr>
          <a:xfrm>
            <a:off x="6557963" y="4362450"/>
            <a:ext cx="947737" cy="276225"/>
          </a:xfrm>
          <a:prstGeom prst="rect">
            <a:avLst/>
          </a:prstGeom>
        </p:spPr>
      </p:pic>
      <p:pic>
        <p:nvPicPr>
          <p:cNvPr id="45" name="SK-16-img-44" descr="preencoded.png"/>
          <p:cNvPicPr>
            <a:picLocks noChangeAspect="1"/>
          </p:cNvPicPr>
          <p:nvPr/>
        </p:nvPicPr>
        <p:blipFill>
          <a:blip r:embed="rId25"/>
          <a:stretch>
            <a:fillRect/>
          </a:stretch>
        </p:blipFill>
        <p:spPr>
          <a:xfrm>
            <a:off x="6653213" y="4433888"/>
            <a:ext cx="166688" cy="133350"/>
          </a:xfrm>
          <a:prstGeom prst="rect">
            <a:avLst/>
          </a:prstGeom>
        </p:spPr>
      </p:pic>
      <p:pic>
        <p:nvPicPr>
          <p:cNvPr id="46" name="SK-16-img-45" descr="preencoded.png"/>
          <p:cNvPicPr>
            <a:picLocks noChangeAspect="1"/>
          </p:cNvPicPr>
          <p:nvPr/>
        </p:nvPicPr>
        <p:blipFill>
          <a:blip r:embed="rId19"/>
          <a:stretch>
            <a:fillRect/>
          </a:stretch>
        </p:blipFill>
        <p:spPr>
          <a:xfrm>
            <a:off x="7562850" y="4362450"/>
            <a:ext cx="947737" cy="276225"/>
          </a:xfrm>
          <a:prstGeom prst="rect">
            <a:avLst/>
          </a:prstGeom>
        </p:spPr>
      </p:pic>
      <p:pic>
        <p:nvPicPr>
          <p:cNvPr id="47" name="SK-16-img-46" descr="preencoded.png"/>
          <p:cNvPicPr>
            <a:picLocks noChangeAspect="1"/>
          </p:cNvPicPr>
          <p:nvPr/>
        </p:nvPicPr>
        <p:blipFill>
          <a:blip r:embed="rId14"/>
          <a:stretch>
            <a:fillRect/>
          </a:stretch>
        </p:blipFill>
        <p:spPr>
          <a:xfrm>
            <a:off x="7658100" y="4433888"/>
            <a:ext cx="166688" cy="133350"/>
          </a:xfrm>
          <a:prstGeom prst="rect">
            <a:avLst/>
          </a:prstGeom>
        </p:spPr>
      </p:pic>
      <p:pic>
        <p:nvPicPr>
          <p:cNvPr id="48" name="SK-16-img-47" descr="preencoded.png"/>
          <p:cNvPicPr>
            <a:picLocks noChangeAspect="1"/>
          </p:cNvPicPr>
          <p:nvPr/>
        </p:nvPicPr>
        <p:blipFill>
          <a:blip r:embed="rId22"/>
          <a:stretch>
            <a:fillRect/>
          </a:stretch>
        </p:blipFill>
        <p:spPr>
          <a:xfrm>
            <a:off x="571500" y="4819650"/>
            <a:ext cx="11049000" cy="628650"/>
          </a:xfrm>
          <a:prstGeom prst="rect">
            <a:avLst/>
          </a:prstGeom>
        </p:spPr>
      </p:pic>
      <p:pic>
        <p:nvPicPr>
          <p:cNvPr id="49" name="SK-16-img-48" descr="preencoded.png"/>
          <p:cNvPicPr>
            <a:picLocks noChangeAspect="1"/>
          </p:cNvPicPr>
          <p:nvPr/>
        </p:nvPicPr>
        <p:blipFill>
          <a:blip r:embed="rId10"/>
          <a:stretch>
            <a:fillRect/>
          </a:stretch>
        </p:blipFill>
        <p:spPr>
          <a:xfrm>
            <a:off x="3543300" y="4991100"/>
            <a:ext cx="947737" cy="276225"/>
          </a:xfrm>
          <a:prstGeom prst="rect">
            <a:avLst/>
          </a:prstGeom>
        </p:spPr>
      </p:pic>
      <p:pic>
        <p:nvPicPr>
          <p:cNvPr id="50" name="SK-16-img-49" descr="preencoded.png"/>
          <p:cNvPicPr>
            <a:picLocks noChangeAspect="1"/>
          </p:cNvPicPr>
          <p:nvPr/>
        </p:nvPicPr>
        <p:blipFill>
          <a:blip r:embed="rId11"/>
          <a:stretch>
            <a:fillRect/>
          </a:stretch>
        </p:blipFill>
        <p:spPr>
          <a:xfrm>
            <a:off x="3638550" y="5062538"/>
            <a:ext cx="166688" cy="133350"/>
          </a:xfrm>
          <a:prstGeom prst="rect">
            <a:avLst/>
          </a:prstGeom>
        </p:spPr>
      </p:pic>
      <p:pic>
        <p:nvPicPr>
          <p:cNvPr id="51" name="SK-16-img-50" descr="preencoded.png"/>
          <p:cNvPicPr>
            <a:picLocks noChangeAspect="1"/>
          </p:cNvPicPr>
          <p:nvPr/>
        </p:nvPicPr>
        <p:blipFill>
          <a:blip r:embed="rId12"/>
          <a:stretch>
            <a:fillRect/>
          </a:stretch>
        </p:blipFill>
        <p:spPr>
          <a:xfrm>
            <a:off x="4548188" y="4991100"/>
            <a:ext cx="947737" cy="276225"/>
          </a:xfrm>
          <a:prstGeom prst="rect">
            <a:avLst/>
          </a:prstGeom>
        </p:spPr>
      </p:pic>
      <p:pic>
        <p:nvPicPr>
          <p:cNvPr id="52" name="SK-16-img-51" descr="preencoded.png"/>
          <p:cNvPicPr>
            <a:picLocks noChangeAspect="1"/>
          </p:cNvPicPr>
          <p:nvPr/>
        </p:nvPicPr>
        <p:blipFill>
          <a:blip r:embed="rId16"/>
          <a:stretch>
            <a:fillRect/>
          </a:stretch>
        </p:blipFill>
        <p:spPr>
          <a:xfrm>
            <a:off x="4643438" y="5062538"/>
            <a:ext cx="166688" cy="133350"/>
          </a:xfrm>
          <a:prstGeom prst="rect">
            <a:avLst/>
          </a:prstGeom>
        </p:spPr>
      </p:pic>
      <p:pic>
        <p:nvPicPr>
          <p:cNvPr id="53" name="SK-16-img-52" descr="preencoded.png"/>
          <p:cNvPicPr>
            <a:picLocks noChangeAspect="1"/>
          </p:cNvPicPr>
          <p:nvPr/>
        </p:nvPicPr>
        <p:blipFill>
          <a:blip r:embed="rId10"/>
          <a:stretch>
            <a:fillRect/>
          </a:stretch>
        </p:blipFill>
        <p:spPr>
          <a:xfrm>
            <a:off x="5553075" y="4991100"/>
            <a:ext cx="947737" cy="276225"/>
          </a:xfrm>
          <a:prstGeom prst="rect">
            <a:avLst/>
          </a:prstGeom>
        </p:spPr>
      </p:pic>
      <p:pic>
        <p:nvPicPr>
          <p:cNvPr id="54" name="SK-16-img-53" descr="preencoded.png"/>
          <p:cNvPicPr>
            <a:picLocks noChangeAspect="1"/>
          </p:cNvPicPr>
          <p:nvPr/>
        </p:nvPicPr>
        <p:blipFill>
          <a:blip r:embed="rId26"/>
          <a:stretch>
            <a:fillRect/>
          </a:stretch>
        </p:blipFill>
        <p:spPr>
          <a:xfrm>
            <a:off x="5648325" y="5062538"/>
            <a:ext cx="166688" cy="133350"/>
          </a:xfrm>
          <a:prstGeom prst="rect">
            <a:avLst/>
          </a:prstGeom>
        </p:spPr>
      </p:pic>
      <p:pic>
        <p:nvPicPr>
          <p:cNvPr id="55" name="SK-16-img-54" descr="preencoded.png"/>
          <p:cNvPicPr>
            <a:picLocks noChangeAspect="1"/>
          </p:cNvPicPr>
          <p:nvPr/>
        </p:nvPicPr>
        <p:blipFill>
          <a:blip r:embed="rId12"/>
          <a:stretch>
            <a:fillRect/>
          </a:stretch>
        </p:blipFill>
        <p:spPr>
          <a:xfrm>
            <a:off x="6557963" y="4991100"/>
            <a:ext cx="947737" cy="276225"/>
          </a:xfrm>
          <a:prstGeom prst="rect">
            <a:avLst/>
          </a:prstGeom>
        </p:spPr>
      </p:pic>
      <p:pic>
        <p:nvPicPr>
          <p:cNvPr id="56" name="SK-16-img-55" descr="preencoded.png"/>
          <p:cNvPicPr>
            <a:picLocks noChangeAspect="1"/>
          </p:cNvPicPr>
          <p:nvPr/>
        </p:nvPicPr>
        <p:blipFill>
          <a:blip r:embed="rId14"/>
          <a:stretch>
            <a:fillRect/>
          </a:stretch>
        </p:blipFill>
        <p:spPr>
          <a:xfrm>
            <a:off x="6653213" y="5062538"/>
            <a:ext cx="166688" cy="133350"/>
          </a:xfrm>
          <a:prstGeom prst="rect">
            <a:avLst/>
          </a:prstGeom>
        </p:spPr>
      </p:pic>
      <p:pic>
        <p:nvPicPr>
          <p:cNvPr id="57" name="SK-16-img-56" descr="preencoded.png"/>
          <p:cNvPicPr>
            <a:picLocks noChangeAspect="1"/>
          </p:cNvPicPr>
          <p:nvPr/>
        </p:nvPicPr>
        <p:blipFill>
          <a:blip r:embed="rId27"/>
          <a:stretch>
            <a:fillRect/>
          </a:stretch>
        </p:blipFill>
        <p:spPr>
          <a:xfrm>
            <a:off x="571500" y="5734050"/>
            <a:ext cx="11049000" cy="657225"/>
          </a:xfrm>
          <a:prstGeom prst="rect">
            <a:avLst/>
          </a:prstGeom>
        </p:spPr>
      </p:pic>
      <p:pic>
        <p:nvPicPr>
          <p:cNvPr id="58" name="SK-16-img-57" descr="preencoded.png"/>
          <p:cNvPicPr>
            <a:picLocks noChangeAspect="1"/>
          </p:cNvPicPr>
          <p:nvPr/>
        </p:nvPicPr>
        <p:blipFill>
          <a:blip r:embed="rId28"/>
          <a:stretch>
            <a:fillRect/>
          </a:stretch>
        </p:blipFill>
        <p:spPr>
          <a:xfrm>
            <a:off x="762000" y="5966966"/>
            <a:ext cx="275779" cy="220563"/>
          </a:xfrm>
          <a:prstGeom prst="rect">
            <a:avLst/>
          </a:prstGeom>
        </p:spPr>
      </p:pic>
      <p:sp>
        <p:nvSpPr>
          <p:cNvPr id="59" name="SK-16-text-58"/>
          <p:cNvSpPr/>
          <p:nvPr/>
        </p:nvSpPr>
        <p:spPr>
          <a:xfrm>
            <a:off x="647700" y="381000"/>
            <a:ext cx="3335867" cy="238125"/>
          </a:xfrm>
          <a:prstGeom prst="rect">
            <a:avLst/>
          </a:prstGeom>
          <a:noFill/>
          <a:ln/>
        </p:spPr>
        <p:txBody>
          <a:bodyPr vert="horz" wrap="square" lIns="0" tIns="0" rIns="0" bIns="0" rtlCol="0" anchor="ctr"/>
          <a:lstStyle/>
          <a:p>
            <a:pPr marL="0" indent="0">
              <a:lnSpc>
                <a:spcPts val="1575"/>
              </a:lnSpc>
              <a:buNone/>
            </a:pPr>
            <a:r>
              <a:rPr lang="en-US" sz="1050" kern="0" spc="120" dirty="0">
                <a:solidFill>
                  <a:srgbClr val="00F5FF"/>
                </a:solidFill>
              </a:rPr>
              <a:t>TECHNICAL MODULE 016</a:t>
            </a:r>
            <a:endParaRPr lang="en-US" sz="1050" dirty="0"/>
          </a:p>
        </p:txBody>
      </p:sp>
      <p:sp>
        <p:nvSpPr>
          <p:cNvPr id="60" name="SK-16-text-59"/>
          <p:cNvSpPr/>
          <p:nvPr/>
        </p:nvSpPr>
        <p:spPr>
          <a:xfrm>
            <a:off x="571500" y="695325"/>
            <a:ext cx="11049000" cy="485775"/>
          </a:xfrm>
          <a:prstGeom prst="rect">
            <a:avLst/>
          </a:prstGeom>
          <a:noFill/>
          <a:ln/>
        </p:spPr>
        <p:txBody>
          <a:bodyPr vert="horz" wrap="square" lIns="0" tIns="0" rIns="0" bIns="0" rtlCol="0" anchor="ctr"/>
          <a:lstStyle/>
          <a:p>
            <a:pPr marL="0" indent="0">
              <a:lnSpc>
                <a:spcPts val="3825"/>
              </a:lnSpc>
              <a:buNone/>
            </a:pPr>
            <a:r>
              <a:rPr lang="en-US" sz="2550" b="1" dirty="0">
                <a:solidFill>
                  <a:srgbClr val="7B61FF"/>
                </a:solidFill>
                <a:latin typeface="Noto Sans SC" pitchFamily="34" charset="0"/>
                <a:ea typeface="Noto Sans SC" pitchFamily="34" charset="-122"/>
                <a:cs typeface="Noto Sans SC" pitchFamily="34" charset="-120"/>
              </a:rPr>
              <a:t>#智能体动态编排规则矩阵</a:t>
            </a:r>
            <a:endParaRPr lang="en-US" sz="2550" dirty="0"/>
          </a:p>
        </p:txBody>
      </p:sp>
      <p:sp>
        <p:nvSpPr>
          <p:cNvPr id="61" name="SK-16-text-60"/>
          <p:cNvSpPr/>
          <p:nvPr/>
        </p:nvSpPr>
        <p:spPr>
          <a:xfrm>
            <a:off x="685800" y="1295400"/>
            <a:ext cx="11049000" cy="228600"/>
          </a:xfrm>
          <a:prstGeom prst="rect">
            <a:avLst/>
          </a:prstGeom>
          <a:noFill/>
          <a:ln/>
        </p:spPr>
        <p:txBody>
          <a:bodyPr vert="horz" wrap="square" lIns="0" tIns="0" rIns="0" bIns="0" rtlCol="0" anchor="ctr"/>
          <a:lstStyle/>
          <a:p>
            <a:pPr marL="0" indent="0">
              <a:lnSpc>
                <a:spcPts val="1800"/>
              </a:lnSpc>
              <a:buNone/>
            </a:pPr>
            <a:r>
              <a:rPr lang="en-US" sz="1200" dirty="0">
                <a:solidFill>
                  <a:srgbClr val="A0AEC0"/>
                </a:solidFill>
                <a:latin typeface="Noto Sans SC" pitchFamily="34" charset="0"/>
                <a:ea typeface="Noto Sans SC" pitchFamily="34" charset="-122"/>
                <a:cs typeface="Noto Sans SC" pitchFamily="34" charset="-120"/>
              </a:rPr>
              <a:t>根据意图类型与难度评分，动态调度专家组合，实现算力与质量的最优平衡</a:t>
            </a:r>
            <a:endParaRPr lang="en-US" sz="1200" dirty="0"/>
          </a:p>
        </p:txBody>
      </p:sp>
      <p:sp>
        <p:nvSpPr>
          <p:cNvPr id="62" name="SK-16-text-61"/>
          <p:cNvSpPr/>
          <p:nvPr/>
        </p:nvSpPr>
        <p:spPr>
          <a:xfrm>
            <a:off x="685800" y="1800225"/>
            <a:ext cx="1228344" cy="504825"/>
          </a:xfrm>
          <a:prstGeom prst="rect">
            <a:avLst/>
          </a:prstGeom>
          <a:noFill/>
          <a:ln/>
        </p:spPr>
        <p:txBody>
          <a:bodyPr vert="horz" wrap="square" lIns="0" tIns="0" rIns="0" bIns="0" rtlCol="0" anchor="ctr"/>
          <a:lstStyle/>
          <a:p>
            <a:pPr marL="0" indent="0" algn="l">
              <a:lnSpc>
                <a:spcPts val="1575"/>
              </a:lnSpc>
              <a:buNone/>
            </a:pPr>
            <a:r>
              <a:rPr lang="en-US" sz="1050" b="1" kern="0" spc="60" dirty="0">
                <a:solidFill>
                  <a:srgbClr val="00F5FF"/>
                </a:solidFill>
              </a:rPr>
              <a:t>INTENT ID</a:t>
            </a:r>
            <a:endParaRPr lang="en-US" sz="1050" dirty="0"/>
          </a:p>
        </p:txBody>
      </p:sp>
      <p:sp>
        <p:nvSpPr>
          <p:cNvPr id="63" name="SK-16-text-62"/>
          <p:cNvSpPr/>
          <p:nvPr/>
        </p:nvSpPr>
        <p:spPr>
          <a:xfrm>
            <a:off x="1828800" y="1800225"/>
            <a:ext cx="1562100" cy="504825"/>
          </a:xfrm>
          <a:prstGeom prst="rect">
            <a:avLst/>
          </a:prstGeom>
          <a:noFill/>
          <a:ln/>
        </p:spPr>
        <p:txBody>
          <a:bodyPr vert="horz" wrap="square" lIns="0" tIns="0" rIns="0" bIns="0" rtlCol="0" anchor="ctr"/>
          <a:lstStyle/>
          <a:p>
            <a:pPr marL="0" indent="0" algn="l">
              <a:lnSpc>
                <a:spcPts val="1575"/>
              </a:lnSpc>
              <a:buNone/>
            </a:pPr>
            <a:r>
              <a:rPr lang="en-US" sz="1050" b="1" kern="0" spc="60" dirty="0">
                <a:solidFill>
                  <a:srgbClr val="00F5FF"/>
                </a:solidFill>
              </a:rPr>
              <a:t>意图类型</a:t>
            </a:r>
            <a:endParaRPr lang="en-US" sz="1050" dirty="0"/>
          </a:p>
        </p:txBody>
      </p:sp>
      <p:sp>
        <p:nvSpPr>
          <p:cNvPr id="64" name="SK-16-text-63"/>
          <p:cNvSpPr/>
          <p:nvPr/>
        </p:nvSpPr>
        <p:spPr>
          <a:xfrm>
            <a:off x="3543300" y="1800225"/>
            <a:ext cx="7086600" cy="504825"/>
          </a:xfrm>
          <a:prstGeom prst="rect">
            <a:avLst/>
          </a:prstGeom>
          <a:noFill/>
          <a:ln/>
        </p:spPr>
        <p:txBody>
          <a:bodyPr vert="horz" wrap="square" lIns="0" tIns="0" rIns="0" bIns="0" rtlCol="0" anchor="ctr"/>
          <a:lstStyle/>
          <a:p>
            <a:pPr marL="0" indent="0" algn="l">
              <a:lnSpc>
                <a:spcPts val="1575"/>
              </a:lnSpc>
              <a:buNone/>
            </a:pPr>
            <a:r>
              <a:rPr lang="en-US" sz="1050" b="1" kern="0" spc="60" dirty="0">
                <a:solidFill>
                  <a:srgbClr val="00F5FF"/>
                </a:solidFill>
              </a:rPr>
              <a:t>编排专家组合 (EXPERT ORCHESTRATION)</a:t>
            </a:r>
            <a:endParaRPr lang="en-US" sz="1050" dirty="0"/>
          </a:p>
        </p:txBody>
      </p:sp>
      <p:sp>
        <p:nvSpPr>
          <p:cNvPr id="65" name="SK-16-text-64"/>
          <p:cNvSpPr/>
          <p:nvPr/>
        </p:nvSpPr>
        <p:spPr>
          <a:xfrm>
            <a:off x="10629900" y="1800225"/>
            <a:ext cx="800100" cy="504825"/>
          </a:xfrm>
          <a:prstGeom prst="rect">
            <a:avLst/>
          </a:prstGeom>
          <a:noFill/>
          <a:ln/>
        </p:spPr>
        <p:txBody>
          <a:bodyPr vert="horz" wrap="square" lIns="0" tIns="0" rIns="0" bIns="0" rtlCol="0" anchor="ctr"/>
          <a:lstStyle/>
          <a:p>
            <a:pPr marL="0" indent="0" algn="ctr">
              <a:lnSpc>
                <a:spcPts val="1575"/>
              </a:lnSpc>
              <a:buNone/>
            </a:pPr>
            <a:r>
              <a:rPr lang="en-US" sz="1050" b="1" kern="0" spc="60" dirty="0">
                <a:solidFill>
                  <a:srgbClr val="00F5FF"/>
                </a:solidFill>
              </a:rPr>
              <a:t>节点规模</a:t>
            </a:r>
            <a:endParaRPr lang="en-US" sz="1050" dirty="0"/>
          </a:p>
        </p:txBody>
      </p:sp>
      <p:sp>
        <p:nvSpPr>
          <p:cNvPr id="66" name="SK-16-text-65"/>
          <p:cNvSpPr/>
          <p:nvPr/>
        </p:nvSpPr>
        <p:spPr>
          <a:xfrm>
            <a:off x="685800" y="2305050"/>
            <a:ext cx="1100328" cy="628650"/>
          </a:xfrm>
          <a:prstGeom prst="rect">
            <a:avLst/>
          </a:prstGeom>
          <a:noFill/>
          <a:ln/>
        </p:spPr>
        <p:txBody>
          <a:bodyPr vert="horz" wrap="square" lIns="0" tIns="0" rIns="0" bIns="0" rtlCol="0" anchor="ctr"/>
          <a:lstStyle/>
          <a:p>
            <a:pPr marL="0" indent="0">
              <a:lnSpc>
                <a:spcPts val="1800"/>
              </a:lnSpc>
              <a:buNone/>
            </a:pPr>
            <a:r>
              <a:rPr lang="en-US" sz="1200" b="1" dirty="0">
                <a:solidFill>
                  <a:srgbClr val="7B61FF"/>
                </a:solidFill>
              </a:rPr>
              <a:t>PROFILE</a:t>
            </a:r>
            <a:endParaRPr lang="en-US" sz="1200" dirty="0"/>
          </a:p>
        </p:txBody>
      </p:sp>
      <p:sp>
        <p:nvSpPr>
          <p:cNvPr id="67" name="SK-16-text-66"/>
          <p:cNvSpPr/>
          <p:nvPr/>
        </p:nvSpPr>
        <p:spPr>
          <a:xfrm>
            <a:off x="1828800" y="2305050"/>
            <a:ext cx="1571625" cy="628650"/>
          </a:xfrm>
          <a:prstGeom prst="rect">
            <a:avLst/>
          </a:prstGeom>
          <a:noFill/>
          <a:ln/>
        </p:spPr>
        <p:txBody>
          <a:bodyPr vert="horz" wrap="square" lIns="0" tIns="0" rIns="0" bIns="0" rtlCol="0" anchor="ctr"/>
          <a:lstStyle/>
          <a:p>
            <a:pPr marL="0" indent="0">
              <a:lnSpc>
                <a:spcPts val="2025"/>
              </a:lnSpc>
              <a:buNone/>
            </a:pPr>
            <a:r>
              <a:rPr lang="en-US" sz="1350" b="1" dirty="0">
                <a:solidFill>
                  <a:srgbClr val="FFFFFF"/>
                </a:solidFill>
                <a:latin typeface="Noto Sans SC" pitchFamily="34" charset="0"/>
                <a:ea typeface="Noto Sans SC" pitchFamily="34" charset="-122"/>
                <a:cs typeface="Noto Sans SC" pitchFamily="34" charset="-120"/>
              </a:rPr>
              <a:t>画像构建</a:t>
            </a:r>
            <a:endParaRPr lang="en-US" sz="1350" dirty="0"/>
          </a:p>
        </p:txBody>
      </p:sp>
      <p:sp>
        <p:nvSpPr>
          <p:cNvPr id="68" name="SK-16-text-67"/>
          <p:cNvSpPr/>
          <p:nvPr/>
        </p:nvSpPr>
        <p:spPr>
          <a:xfrm>
            <a:off x="3862387" y="2476500"/>
            <a:ext cx="852368" cy="276225"/>
          </a:xfrm>
          <a:prstGeom prst="rect">
            <a:avLst/>
          </a:prstGeom>
          <a:noFill/>
          <a:ln/>
        </p:spPr>
        <p:txBody>
          <a:bodyPr vert="horz" wrap="square" lIns="0" tIns="0" rIns="0" bIns="0" rtlCol="0" anchor="ctr"/>
          <a:lstStyle/>
          <a:p>
            <a:pPr marL="0" indent="0">
              <a:lnSpc>
                <a:spcPts val="1575"/>
              </a:lnSpc>
              <a:buNone/>
            </a:pPr>
            <a:r>
              <a:rPr lang="en-US" sz="1050" dirty="0">
                <a:solidFill>
                  <a:srgbClr val="A0AEC0"/>
                </a:solidFill>
                <a:latin typeface="Noto Sans SC" pitchFamily="34" charset="0"/>
                <a:ea typeface="Noto Sans SC" pitchFamily="34" charset="-122"/>
                <a:cs typeface="Noto Sans SC" pitchFamily="34" charset="-120"/>
              </a:rPr>
              <a:t>画像对话</a:t>
            </a:r>
            <a:endParaRPr lang="en-US" sz="1050" dirty="0"/>
          </a:p>
        </p:txBody>
      </p:sp>
      <p:sp>
        <p:nvSpPr>
          <p:cNvPr id="69" name="SK-16-text-68"/>
          <p:cNvSpPr/>
          <p:nvPr/>
        </p:nvSpPr>
        <p:spPr>
          <a:xfrm>
            <a:off x="4867275" y="2476500"/>
            <a:ext cx="852368" cy="276225"/>
          </a:xfrm>
          <a:prstGeom prst="rect">
            <a:avLst/>
          </a:prstGeom>
          <a:noFill/>
          <a:ln/>
        </p:spPr>
        <p:txBody>
          <a:bodyPr vert="horz" wrap="square" lIns="0" tIns="0" rIns="0" bIns="0" rtlCol="0" anchor="ctr"/>
          <a:lstStyle/>
          <a:p>
            <a:pPr marL="0" indent="0">
              <a:lnSpc>
                <a:spcPts val="1575"/>
              </a:lnSpc>
              <a:buNone/>
            </a:pPr>
            <a:r>
              <a:rPr lang="en-US" sz="1050" dirty="0">
                <a:solidFill>
                  <a:srgbClr val="A0AEC0"/>
                </a:solidFill>
                <a:latin typeface="Noto Sans SC" pitchFamily="34" charset="0"/>
                <a:ea typeface="Noto Sans SC" pitchFamily="34" charset="-122"/>
                <a:cs typeface="Noto Sans SC" pitchFamily="34" charset="-120"/>
              </a:rPr>
              <a:t>特征抽取</a:t>
            </a:r>
            <a:endParaRPr lang="en-US" sz="1050" dirty="0"/>
          </a:p>
        </p:txBody>
      </p:sp>
      <p:sp>
        <p:nvSpPr>
          <p:cNvPr id="70" name="SK-16-text-69"/>
          <p:cNvSpPr/>
          <p:nvPr/>
        </p:nvSpPr>
        <p:spPr>
          <a:xfrm>
            <a:off x="5872163" y="2476500"/>
            <a:ext cx="852368" cy="276225"/>
          </a:xfrm>
          <a:prstGeom prst="rect">
            <a:avLst/>
          </a:prstGeom>
          <a:noFill/>
          <a:ln/>
        </p:spPr>
        <p:txBody>
          <a:bodyPr vert="horz" wrap="square" lIns="0" tIns="0" rIns="0" bIns="0" rtlCol="0" anchor="ctr"/>
          <a:lstStyle/>
          <a:p>
            <a:pPr marL="0" indent="0">
              <a:lnSpc>
                <a:spcPts val="1575"/>
              </a:lnSpc>
              <a:buNone/>
            </a:pPr>
            <a:r>
              <a:rPr lang="en-US" sz="1050" dirty="0">
                <a:solidFill>
                  <a:srgbClr val="A0AEC0"/>
                </a:solidFill>
                <a:latin typeface="Noto Sans SC" pitchFamily="34" charset="0"/>
                <a:ea typeface="Noto Sans SC" pitchFamily="34" charset="-122"/>
                <a:cs typeface="Noto Sans SC" pitchFamily="34" charset="-120"/>
              </a:rPr>
              <a:t>学习激励</a:t>
            </a:r>
            <a:endParaRPr lang="en-US" sz="1050" dirty="0"/>
          </a:p>
        </p:txBody>
      </p:sp>
      <p:sp>
        <p:nvSpPr>
          <p:cNvPr id="71" name="SK-16-text-70"/>
          <p:cNvSpPr/>
          <p:nvPr/>
        </p:nvSpPr>
        <p:spPr>
          <a:xfrm>
            <a:off x="10620375" y="2305050"/>
            <a:ext cx="819150" cy="628650"/>
          </a:xfrm>
          <a:prstGeom prst="rect">
            <a:avLst/>
          </a:prstGeom>
          <a:noFill/>
          <a:ln/>
        </p:spPr>
        <p:txBody>
          <a:bodyPr vert="horz" wrap="square" lIns="0" tIns="0" rIns="0" bIns="0" rtlCol="0" anchor="ctr"/>
          <a:lstStyle/>
          <a:p>
            <a:pPr marL="0" indent="0" algn="ctr">
              <a:lnSpc>
                <a:spcPts val="2250"/>
              </a:lnSpc>
              <a:buNone/>
            </a:pPr>
            <a:r>
              <a:rPr lang="en-US" sz="1500" b="1" dirty="0">
                <a:solidFill>
                  <a:srgbClr val="00F5FF"/>
                </a:solidFill>
              </a:rPr>
              <a:t>03</a:t>
            </a:r>
            <a:endParaRPr lang="en-US" sz="1500" dirty="0"/>
          </a:p>
        </p:txBody>
      </p:sp>
      <p:sp>
        <p:nvSpPr>
          <p:cNvPr id="72" name="SK-16-text-71"/>
          <p:cNvSpPr/>
          <p:nvPr/>
        </p:nvSpPr>
        <p:spPr>
          <a:xfrm>
            <a:off x="685800" y="2933700"/>
            <a:ext cx="1246632" cy="628650"/>
          </a:xfrm>
          <a:prstGeom prst="rect">
            <a:avLst/>
          </a:prstGeom>
          <a:noFill/>
          <a:ln/>
        </p:spPr>
        <p:txBody>
          <a:bodyPr vert="horz" wrap="square" lIns="0" tIns="0" rIns="0" bIns="0" rtlCol="0" anchor="ctr"/>
          <a:lstStyle/>
          <a:p>
            <a:pPr marL="0" indent="0">
              <a:lnSpc>
                <a:spcPts val="1800"/>
              </a:lnSpc>
              <a:buNone/>
            </a:pPr>
            <a:r>
              <a:rPr lang="en-US" sz="1200" b="1" dirty="0">
                <a:solidFill>
                  <a:srgbClr val="7B61FF"/>
                </a:solidFill>
              </a:rPr>
              <a:t>RESOURCE</a:t>
            </a:r>
            <a:endParaRPr lang="en-US" sz="1200" dirty="0"/>
          </a:p>
        </p:txBody>
      </p:sp>
      <p:sp>
        <p:nvSpPr>
          <p:cNvPr id="73" name="SK-16-text-72"/>
          <p:cNvSpPr/>
          <p:nvPr/>
        </p:nvSpPr>
        <p:spPr>
          <a:xfrm>
            <a:off x="1828800" y="2933700"/>
            <a:ext cx="1571625" cy="628650"/>
          </a:xfrm>
          <a:prstGeom prst="rect">
            <a:avLst/>
          </a:prstGeom>
          <a:noFill/>
          <a:ln/>
        </p:spPr>
        <p:txBody>
          <a:bodyPr vert="horz" wrap="square" lIns="0" tIns="0" rIns="0" bIns="0" rtlCol="0" anchor="ctr"/>
          <a:lstStyle/>
          <a:p>
            <a:pPr marL="0" indent="0">
              <a:lnSpc>
                <a:spcPts val="2025"/>
              </a:lnSpc>
              <a:buNone/>
            </a:pPr>
            <a:r>
              <a:rPr lang="en-US" sz="1350" b="1" dirty="0">
                <a:solidFill>
                  <a:srgbClr val="FFFFFF"/>
                </a:solidFill>
                <a:latin typeface="Noto Sans SC" pitchFamily="34" charset="0"/>
                <a:ea typeface="Noto Sans SC" pitchFamily="34" charset="-122"/>
                <a:cs typeface="Noto Sans SC" pitchFamily="34" charset="-120"/>
              </a:rPr>
              <a:t>资源生成</a:t>
            </a:r>
            <a:endParaRPr lang="en-US" sz="1350" dirty="0"/>
          </a:p>
        </p:txBody>
      </p:sp>
      <p:sp>
        <p:nvSpPr>
          <p:cNvPr id="74" name="SK-16-text-73"/>
          <p:cNvSpPr/>
          <p:nvPr/>
        </p:nvSpPr>
        <p:spPr>
          <a:xfrm>
            <a:off x="3862387" y="3105150"/>
            <a:ext cx="852368" cy="276225"/>
          </a:xfrm>
          <a:prstGeom prst="rect">
            <a:avLst/>
          </a:prstGeom>
          <a:noFill/>
          <a:ln/>
        </p:spPr>
        <p:txBody>
          <a:bodyPr vert="horz" wrap="square" lIns="0" tIns="0" rIns="0" bIns="0" rtlCol="0" anchor="ctr"/>
          <a:lstStyle/>
          <a:p>
            <a:pPr marL="0" indent="0">
              <a:lnSpc>
                <a:spcPts val="1575"/>
              </a:lnSpc>
              <a:buNone/>
            </a:pPr>
            <a:r>
              <a:rPr lang="en-US" sz="1050" dirty="0">
                <a:solidFill>
                  <a:srgbClr val="A0AEC0"/>
                </a:solidFill>
                <a:latin typeface="Noto Sans SC" pitchFamily="34" charset="0"/>
                <a:ea typeface="Noto Sans SC" pitchFamily="34" charset="-122"/>
                <a:cs typeface="Noto Sans SC" pitchFamily="34" charset="-120"/>
              </a:rPr>
              <a:t>画像对话</a:t>
            </a:r>
            <a:endParaRPr lang="en-US" sz="1050" dirty="0"/>
          </a:p>
        </p:txBody>
      </p:sp>
      <p:sp>
        <p:nvSpPr>
          <p:cNvPr id="75" name="SK-16-text-74"/>
          <p:cNvSpPr/>
          <p:nvPr/>
        </p:nvSpPr>
        <p:spPr>
          <a:xfrm>
            <a:off x="4867275" y="3105150"/>
            <a:ext cx="852368" cy="276225"/>
          </a:xfrm>
          <a:prstGeom prst="rect">
            <a:avLst/>
          </a:prstGeom>
          <a:noFill/>
          <a:ln/>
        </p:spPr>
        <p:txBody>
          <a:bodyPr vert="horz" wrap="square" lIns="0" tIns="0" rIns="0" bIns="0" rtlCol="0" anchor="ctr"/>
          <a:lstStyle/>
          <a:p>
            <a:pPr marL="0" indent="0">
              <a:lnSpc>
                <a:spcPts val="1575"/>
              </a:lnSpc>
              <a:buNone/>
            </a:pPr>
            <a:r>
              <a:rPr lang="en-US" sz="1050" dirty="0">
                <a:solidFill>
                  <a:srgbClr val="A0AEC0"/>
                </a:solidFill>
                <a:latin typeface="Noto Sans SC" pitchFamily="34" charset="0"/>
                <a:ea typeface="Noto Sans SC" pitchFamily="34" charset="-122"/>
                <a:cs typeface="Noto Sans SC" pitchFamily="34" charset="-120"/>
              </a:rPr>
              <a:t>需求分析</a:t>
            </a:r>
            <a:endParaRPr lang="en-US" sz="1050" dirty="0"/>
          </a:p>
        </p:txBody>
      </p:sp>
      <p:sp>
        <p:nvSpPr>
          <p:cNvPr id="76" name="SK-16-text-75"/>
          <p:cNvSpPr/>
          <p:nvPr/>
        </p:nvSpPr>
        <p:spPr>
          <a:xfrm>
            <a:off x="5872163" y="3105150"/>
            <a:ext cx="852368" cy="276225"/>
          </a:xfrm>
          <a:prstGeom prst="rect">
            <a:avLst/>
          </a:prstGeom>
          <a:noFill/>
          <a:ln/>
        </p:spPr>
        <p:txBody>
          <a:bodyPr vert="horz" wrap="square" lIns="0" tIns="0" rIns="0" bIns="0" rtlCol="0" anchor="ctr"/>
          <a:lstStyle/>
          <a:p>
            <a:pPr marL="0" indent="0">
              <a:lnSpc>
                <a:spcPts val="1575"/>
              </a:lnSpc>
              <a:buNone/>
            </a:pPr>
            <a:r>
              <a:rPr lang="en-US" sz="1050" dirty="0">
                <a:solidFill>
                  <a:srgbClr val="A0AEC0"/>
                </a:solidFill>
                <a:latin typeface="Noto Sans SC" pitchFamily="34" charset="0"/>
                <a:ea typeface="Noto Sans SC" pitchFamily="34" charset="-122"/>
                <a:cs typeface="Noto Sans SC" pitchFamily="34" charset="-120"/>
              </a:rPr>
              <a:t>文档撰写</a:t>
            </a:r>
            <a:endParaRPr lang="en-US" sz="1050" dirty="0"/>
          </a:p>
        </p:txBody>
      </p:sp>
      <p:sp>
        <p:nvSpPr>
          <p:cNvPr id="77" name="SK-16-text-76"/>
          <p:cNvSpPr/>
          <p:nvPr/>
        </p:nvSpPr>
        <p:spPr>
          <a:xfrm>
            <a:off x="6877050" y="3105150"/>
            <a:ext cx="852368" cy="276225"/>
          </a:xfrm>
          <a:prstGeom prst="rect">
            <a:avLst/>
          </a:prstGeom>
          <a:noFill/>
          <a:ln/>
        </p:spPr>
        <p:txBody>
          <a:bodyPr vert="horz" wrap="square" lIns="0" tIns="0" rIns="0" bIns="0" rtlCol="0" anchor="ctr"/>
          <a:lstStyle/>
          <a:p>
            <a:pPr marL="0" indent="0">
              <a:lnSpc>
                <a:spcPts val="1575"/>
              </a:lnSpc>
              <a:buNone/>
            </a:pPr>
            <a:r>
              <a:rPr lang="en-US" sz="1050" dirty="0">
                <a:solidFill>
                  <a:srgbClr val="A0AEC0"/>
                </a:solidFill>
                <a:latin typeface="Noto Sans SC" pitchFamily="34" charset="0"/>
                <a:ea typeface="Noto Sans SC" pitchFamily="34" charset="-122"/>
                <a:cs typeface="Noto Sans SC" pitchFamily="34" charset="-120"/>
              </a:rPr>
              <a:t>题目生成</a:t>
            </a:r>
            <a:endParaRPr lang="en-US" sz="1050" dirty="0"/>
          </a:p>
        </p:txBody>
      </p:sp>
      <p:sp>
        <p:nvSpPr>
          <p:cNvPr id="78" name="SK-16-text-77"/>
          <p:cNvSpPr/>
          <p:nvPr/>
        </p:nvSpPr>
        <p:spPr>
          <a:xfrm>
            <a:off x="7881937" y="3105150"/>
            <a:ext cx="852368" cy="276225"/>
          </a:xfrm>
          <a:prstGeom prst="rect">
            <a:avLst/>
          </a:prstGeom>
          <a:noFill/>
          <a:ln/>
        </p:spPr>
        <p:txBody>
          <a:bodyPr vert="horz" wrap="square" lIns="0" tIns="0" rIns="0" bIns="0" rtlCol="0" anchor="ctr"/>
          <a:lstStyle/>
          <a:p>
            <a:pPr marL="0" indent="0">
              <a:lnSpc>
                <a:spcPts val="1575"/>
              </a:lnSpc>
              <a:buNone/>
            </a:pPr>
            <a:r>
              <a:rPr lang="en-US" sz="1050" dirty="0">
                <a:solidFill>
                  <a:srgbClr val="A0AEC0"/>
                </a:solidFill>
                <a:latin typeface="Noto Sans SC" pitchFamily="34" charset="0"/>
                <a:ea typeface="Noto Sans SC" pitchFamily="34" charset="-122"/>
                <a:cs typeface="Noto Sans SC" pitchFamily="34" charset="-120"/>
              </a:rPr>
              <a:t>质量审核</a:t>
            </a:r>
            <a:endParaRPr lang="en-US" sz="1050" dirty="0"/>
          </a:p>
        </p:txBody>
      </p:sp>
      <p:sp>
        <p:nvSpPr>
          <p:cNvPr id="79" name="SK-16-text-78"/>
          <p:cNvSpPr/>
          <p:nvPr/>
        </p:nvSpPr>
        <p:spPr>
          <a:xfrm>
            <a:off x="8886825" y="3105150"/>
            <a:ext cx="852368" cy="276225"/>
          </a:xfrm>
          <a:prstGeom prst="rect">
            <a:avLst/>
          </a:prstGeom>
          <a:noFill/>
          <a:ln/>
        </p:spPr>
        <p:txBody>
          <a:bodyPr vert="horz" wrap="square" lIns="0" tIns="0" rIns="0" bIns="0" rtlCol="0" anchor="ctr"/>
          <a:lstStyle/>
          <a:p>
            <a:pPr marL="0" indent="0">
              <a:lnSpc>
                <a:spcPts val="1575"/>
              </a:lnSpc>
              <a:buNone/>
            </a:pPr>
            <a:r>
              <a:rPr lang="en-US" sz="1050" dirty="0">
                <a:solidFill>
                  <a:srgbClr val="A0AEC0"/>
                </a:solidFill>
                <a:latin typeface="Noto Sans SC" pitchFamily="34" charset="0"/>
                <a:ea typeface="Noto Sans SC" pitchFamily="34" charset="-122"/>
                <a:cs typeface="Noto Sans SC" pitchFamily="34" charset="-120"/>
              </a:rPr>
              <a:t>学习激励</a:t>
            </a:r>
            <a:endParaRPr lang="en-US" sz="1050" dirty="0"/>
          </a:p>
        </p:txBody>
      </p:sp>
      <p:sp>
        <p:nvSpPr>
          <p:cNvPr id="80" name="SK-16-text-79"/>
          <p:cNvSpPr/>
          <p:nvPr/>
        </p:nvSpPr>
        <p:spPr>
          <a:xfrm>
            <a:off x="10620375" y="2933700"/>
            <a:ext cx="819150" cy="628650"/>
          </a:xfrm>
          <a:prstGeom prst="rect">
            <a:avLst/>
          </a:prstGeom>
          <a:noFill/>
          <a:ln/>
        </p:spPr>
        <p:txBody>
          <a:bodyPr vert="horz" wrap="square" lIns="0" tIns="0" rIns="0" bIns="0" rtlCol="0" anchor="ctr"/>
          <a:lstStyle/>
          <a:p>
            <a:pPr marL="0" indent="0" algn="ctr">
              <a:lnSpc>
                <a:spcPts val="2250"/>
              </a:lnSpc>
              <a:buNone/>
            </a:pPr>
            <a:r>
              <a:rPr lang="en-US" sz="1500" b="1" dirty="0">
                <a:solidFill>
                  <a:srgbClr val="00F5FF"/>
                </a:solidFill>
              </a:rPr>
              <a:t>06</a:t>
            </a:r>
            <a:endParaRPr lang="en-US" sz="1500" dirty="0"/>
          </a:p>
        </p:txBody>
      </p:sp>
      <p:sp>
        <p:nvSpPr>
          <p:cNvPr id="81" name="SK-16-text-80"/>
          <p:cNvSpPr/>
          <p:nvPr/>
        </p:nvSpPr>
        <p:spPr>
          <a:xfrm>
            <a:off x="685800" y="3562350"/>
            <a:ext cx="990600" cy="628650"/>
          </a:xfrm>
          <a:prstGeom prst="rect">
            <a:avLst/>
          </a:prstGeom>
          <a:noFill/>
          <a:ln/>
        </p:spPr>
        <p:txBody>
          <a:bodyPr vert="horz" wrap="square" lIns="0" tIns="0" rIns="0" bIns="0" rtlCol="0" anchor="ctr"/>
          <a:lstStyle/>
          <a:p>
            <a:pPr marL="0" indent="0">
              <a:lnSpc>
                <a:spcPts val="1800"/>
              </a:lnSpc>
              <a:buNone/>
            </a:pPr>
            <a:r>
              <a:rPr lang="en-US" sz="1200" b="1" dirty="0">
                <a:solidFill>
                  <a:srgbClr val="7B61FF"/>
                </a:solidFill>
              </a:rPr>
              <a:t>TUTOR</a:t>
            </a:r>
            <a:endParaRPr lang="en-US" sz="1200" dirty="0"/>
          </a:p>
        </p:txBody>
      </p:sp>
      <p:sp>
        <p:nvSpPr>
          <p:cNvPr id="82" name="SK-16-text-81"/>
          <p:cNvSpPr/>
          <p:nvPr/>
        </p:nvSpPr>
        <p:spPr>
          <a:xfrm>
            <a:off x="1828800" y="3562350"/>
            <a:ext cx="1571625" cy="628650"/>
          </a:xfrm>
          <a:prstGeom prst="rect">
            <a:avLst/>
          </a:prstGeom>
          <a:noFill/>
          <a:ln/>
        </p:spPr>
        <p:txBody>
          <a:bodyPr vert="horz" wrap="square" lIns="0" tIns="0" rIns="0" bIns="0" rtlCol="0" anchor="ctr"/>
          <a:lstStyle/>
          <a:p>
            <a:pPr marL="0" indent="0">
              <a:lnSpc>
                <a:spcPts val="2025"/>
              </a:lnSpc>
              <a:buNone/>
            </a:pPr>
            <a:r>
              <a:rPr lang="en-US" sz="1350" b="1" dirty="0">
                <a:solidFill>
                  <a:srgbClr val="FFFFFF"/>
                </a:solidFill>
                <a:latin typeface="Noto Sans SC" pitchFamily="34" charset="0"/>
                <a:ea typeface="Noto Sans SC" pitchFamily="34" charset="-122"/>
                <a:cs typeface="Noto Sans SC" pitchFamily="34" charset="-120"/>
              </a:rPr>
              <a:t>智能辅导</a:t>
            </a:r>
            <a:endParaRPr lang="en-US" sz="1350" dirty="0"/>
          </a:p>
        </p:txBody>
      </p:sp>
      <p:sp>
        <p:nvSpPr>
          <p:cNvPr id="83" name="SK-16-text-82"/>
          <p:cNvSpPr/>
          <p:nvPr/>
        </p:nvSpPr>
        <p:spPr>
          <a:xfrm>
            <a:off x="3862387" y="3733800"/>
            <a:ext cx="852368" cy="276225"/>
          </a:xfrm>
          <a:prstGeom prst="rect">
            <a:avLst/>
          </a:prstGeom>
          <a:noFill/>
          <a:ln/>
        </p:spPr>
        <p:txBody>
          <a:bodyPr vert="horz" wrap="square" lIns="0" tIns="0" rIns="0" bIns="0" rtlCol="0" anchor="ctr"/>
          <a:lstStyle/>
          <a:p>
            <a:pPr marL="0" indent="0">
              <a:lnSpc>
                <a:spcPts val="1575"/>
              </a:lnSpc>
              <a:buNone/>
            </a:pPr>
            <a:r>
              <a:rPr lang="en-US" sz="1050" dirty="0">
                <a:solidFill>
                  <a:srgbClr val="A0AEC0"/>
                </a:solidFill>
                <a:latin typeface="Noto Sans SC" pitchFamily="34" charset="0"/>
                <a:ea typeface="Noto Sans SC" pitchFamily="34" charset="-122"/>
                <a:cs typeface="Noto Sans SC" pitchFamily="34" charset="-120"/>
              </a:rPr>
              <a:t>画像对话</a:t>
            </a:r>
            <a:endParaRPr lang="en-US" sz="1050" dirty="0"/>
          </a:p>
        </p:txBody>
      </p:sp>
      <p:sp>
        <p:nvSpPr>
          <p:cNvPr id="84" name="SK-16-text-83"/>
          <p:cNvSpPr/>
          <p:nvPr/>
        </p:nvSpPr>
        <p:spPr>
          <a:xfrm>
            <a:off x="4867275" y="3733800"/>
            <a:ext cx="852368" cy="276225"/>
          </a:xfrm>
          <a:prstGeom prst="rect">
            <a:avLst/>
          </a:prstGeom>
          <a:noFill/>
          <a:ln/>
        </p:spPr>
        <p:txBody>
          <a:bodyPr vert="horz" wrap="square" lIns="0" tIns="0" rIns="0" bIns="0" rtlCol="0" anchor="ctr"/>
          <a:lstStyle/>
          <a:p>
            <a:pPr marL="0" indent="0">
              <a:lnSpc>
                <a:spcPts val="1575"/>
              </a:lnSpc>
              <a:buNone/>
            </a:pPr>
            <a:r>
              <a:rPr lang="en-US" sz="1050" dirty="0">
                <a:solidFill>
                  <a:srgbClr val="A0AEC0"/>
                </a:solidFill>
                <a:latin typeface="Noto Sans SC" pitchFamily="34" charset="0"/>
                <a:ea typeface="Noto Sans SC" pitchFamily="34" charset="-122"/>
                <a:cs typeface="Noto Sans SC" pitchFamily="34" charset="-120"/>
              </a:rPr>
              <a:t>需求分析</a:t>
            </a:r>
            <a:endParaRPr lang="en-US" sz="1050" dirty="0"/>
          </a:p>
        </p:txBody>
      </p:sp>
      <p:sp>
        <p:nvSpPr>
          <p:cNvPr id="85" name="SK-16-text-84"/>
          <p:cNvSpPr/>
          <p:nvPr/>
        </p:nvSpPr>
        <p:spPr>
          <a:xfrm>
            <a:off x="5872163" y="3733800"/>
            <a:ext cx="852368" cy="276225"/>
          </a:xfrm>
          <a:prstGeom prst="rect">
            <a:avLst/>
          </a:prstGeom>
          <a:noFill/>
          <a:ln/>
        </p:spPr>
        <p:txBody>
          <a:bodyPr vert="horz" wrap="square" lIns="0" tIns="0" rIns="0" bIns="0" rtlCol="0" anchor="ctr"/>
          <a:lstStyle/>
          <a:p>
            <a:pPr marL="0" indent="0">
              <a:lnSpc>
                <a:spcPts val="1575"/>
              </a:lnSpc>
              <a:buNone/>
            </a:pPr>
            <a:r>
              <a:rPr lang="en-US" sz="1050" dirty="0">
                <a:solidFill>
                  <a:srgbClr val="A0AEC0"/>
                </a:solidFill>
                <a:latin typeface="Noto Sans SC" pitchFamily="34" charset="0"/>
                <a:ea typeface="Noto Sans SC" pitchFamily="34" charset="-122"/>
                <a:cs typeface="Noto Sans SC" pitchFamily="34" charset="-120"/>
              </a:rPr>
              <a:t>质量审核</a:t>
            </a:r>
            <a:endParaRPr lang="en-US" sz="1050" dirty="0"/>
          </a:p>
        </p:txBody>
      </p:sp>
      <p:sp>
        <p:nvSpPr>
          <p:cNvPr id="86" name="SK-16-text-85"/>
          <p:cNvSpPr/>
          <p:nvPr/>
        </p:nvSpPr>
        <p:spPr>
          <a:xfrm>
            <a:off x="6877050" y="3733800"/>
            <a:ext cx="852368" cy="276225"/>
          </a:xfrm>
          <a:prstGeom prst="rect">
            <a:avLst/>
          </a:prstGeom>
          <a:noFill/>
          <a:ln/>
        </p:spPr>
        <p:txBody>
          <a:bodyPr vert="horz" wrap="square" lIns="0" tIns="0" rIns="0" bIns="0" rtlCol="0" anchor="ctr"/>
          <a:lstStyle/>
          <a:p>
            <a:pPr marL="0" indent="0">
              <a:lnSpc>
                <a:spcPts val="1575"/>
              </a:lnSpc>
              <a:buNone/>
            </a:pPr>
            <a:r>
              <a:rPr lang="en-US" sz="1050" dirty="0">
                <a:solidFill>
                  <a:srgbClr val="A0AEC0"/>
                </a:solidFill>
                <a:latin typeface="Noto Sans SC" pitchFamily="34" charset="0"/>
                <a:ea typeface="Noto Sans SC" pitchFamily="34" charset="-122"/>
                <a:cs typeface="Noto Sans SC" pitchFamily="34" charset="-120"/>
              </a:rPr>
              <a:t>学习激励</a:t>
            </a:r>
            <a:endParaRPr lang="en-US" sz="1050" dirty="0"/>
          </a:p>
        </p:txBody>
      </p:sp>
      <p:sp>
        <p:nvSpPr>
          <p:cNvPr id="87" name="SK-16-text-86"/>
          <p:cNvSpPr/>
          <p:nvPr/>
        </p:nvSpPr>
        <p:spPr>
          <a:xfrm>
            <a:off x="10620375" y="3562350"/>
            <a:ext cx="819150" cy="628650"/>
          </a:xfrm>
          <a:prstGeom prst="rect">
            <a:avLst/>
          </a:prstGeom>
          <a:noFill/>
          <a:ln/>
        </p:spPr>
        <p:txBody>
          <a:bodyPr vert="horz" wrap="square" lIns="0" tIns="0" rIns="0" bIns="0" rtlCol="0" anchor="ctr"/>
          <a:lstStyle/>
          <a:p>
            <a:pPr marL="0" indent="0" algn="ctr">
              <a:lnSpc>
                <a:spcPts val="2250"/>
              </a:lnSpc>
              <a:buNone/>
            </a:pPr>
            <a:r>
              <a:rPr lang="en-US" sz="1500" b="1" dirty="0">
                <a:solidFill>
                  <a:srgbClr val="00F5FF"/>
                </a:solidFill>
              </a:rPr>
              <a:t>04</a:t>
            </a:r>
            <a:endParaRPr lang="en-US" sz="1500" dirty="0"/>
          </a:p>
        </p:txBody>
      </p:sp>
      <p:sp>
        <p:nvSpPr>
          <p:cNvPr id="88" name="SK-16-text-87"/>
          <p:cNvSpPr/>
          <p:nvPr/>
        </p:nvSpPr>
        <p:spPr>
          <a:xfrm>
            <a:off x="685800" y="4191000"/>
            <a:ext cx="990600" cy="628650"/>
          </a:xfrm>
          <a:prstGeom prst="rect">
            <a:avLst/>
          </a:prstGeom>
          <a:noFill/>
          <a:ln/>
        </p:spPr>
        <p:txBody>
          <a:bodyPr vert="horz" wrap="square" lIns="0" tIns="0" rIns="0" bIns="0" rtlCol="0" anchor="ctr"/>
          <a:lstStyle/>
          <a:p>
            <a:pPr marL="0" indent="0">
              <a:lnSpc>
                <a:spcPts val="1800"/>
              </a:lnSpc>
              <a:buNone/>
            </a:pPr>
            <a:r>
              <a:rPr lang="en-US" sz="1200" b="1" dirty="0">
                <a:solidFill>
                  <a:srgbClr val="7B61FF"/>
                </a:solidFill>
              </a:rPr>
              <a:t>ASSESS</a:t>
            </a:r>
            <a:endParaRPr lang="en-US" sz="1200" dirty="0"/>
          </a:p>
        </p:txBody>
      </p:sp>
      <p:sp>
        <p:nvSpPr>
          <p:cNvPr id="89" name="SK-16-text-88"/>
          <p:cNvSpPr/>
          <p:nvPr/>
        </p:nvSpPr>
        <p:spPr>
          <a:xfrm>
            <a:off x="1828800" y="4191000"/>
            <a:ext cx="1571625" cy="628650"/>
          </a:xfrm>
          <a:prstGeom prst="rect">
            <a:avLst/>
          </a:prstGeom>
          <a:noFill/>
          <a:ln/>
        </p:spPr>
        <p:txBody>
          <a:bodyPr vert="horz" wrap="square" lIns="0" tIns="0" rIns="0" bIns="0" rtlCol="0" anchor="ctr"/>
          <a:lstStyle/>
          <a:p>
            <a:pPr marL="0" indent="0">
              <a:lnSpc>
                <a:spcPts val="2025"/>
              </a:lnSpc>
              <a:buNone/>
            </a:pPr>
            <a:r>
              <a:rPr lang="en-US" sz="1350" b="1" dirty="0">
                <a:solidFill>
                  <a:srgbClr val="FFFFFF"/>
                </a:solidFill>
                <a:latin typeface="Noto Sans SC" pitchFamily="34" charset="0"/>
                <a:ea typeface="Noto Sans SC" pitchFamily="34" charset="-122"/>
                <a:cs typeface="Noto Sans SC" pitchFamily="34" charset="-120"/>
              </a:rPr>
              <a:t>学习评估</a:t>
            </a:r>
            <a:endParaRPr lang="en-US" sz="1350" dirty="0"/>
          </a:p>
        </p:txBody>
      </p:sp>
      <p:sp>
        <p:nvSpPr>
          <p:cNvPr id="90" name="SK-16-text-89"/>
          <p:cNvSpPr/>
          <p:nvPr/>
        </p:nvSpPr>
        <p:spPr>
          <a:xfrm>
            <a:off x="3862387" y="4362450"/>
            <a:ext cx="852368" cy="276225"/>
          </a:xfrm>
          <a:prstGeom prst="rect">
            <a:avLst/>
          </a:prstGeom>
          <a:noFill/>
          <a:ln/>
        </p:spPr>
        <p:txBody>
          <a:bodyPr vert="horz" wrap="square" lIns="0" tIns="0" rIns="0" bIns="0" rtlCol="0" anchor="ctr"/>
          <a:lstStyle/>
          <a:p>
            <a:pPr marL="0" indent="0">
              <a:lnSpc>
                <a:spcPts val="1575"/>
              </a:lnSpc>
              <a:buNone/>
            </a:pPr>
            <a:r>
              <a:rPr lang="en-US" sz="1050" dirty="0">
                <a:solidFill>
                  <a:srgbClr val="A0AEC0"/>
                </a:solidFill>
                <a:latin typeface="Noto Sans SC" pitchFamily="34" charset="0"/>
                <a:ea typeface="Noto Sans SC" pitchFamily="34" charset="-122"/>
                <a:cs typeface="Noto Sans SC" pitchFamily="34" charset="-120"/>
              </a:rPr>
              <a:t>特征抽取</a:t>
            </a:r>
            <a:endParaRPr lang="en-US" sz="1050" dirty="0"/>
          </a:p>
        </p:txBody>
      </p:sp>
      <p:sp>
        <p:nvSpPr>
          <p:cNvPr id="91" name="SK-16-text-90"/>
          <p:cNvSpPr/>
          <p:nvPr/>
        </p:nvSpPr>
        <p:spPr>
          <a:xfrm>
            <a:off x="4867275" y="4362450"/>
            <a:ext cx="852368" cy="276225"/>
          </a:xfrm>
          <a:prstGeom prst="rect">
            <a:avLst/>
          </a:prstGeom>
          <a:noFill/>
          <a:ln/>
        </p:spPr>
        <p:txBody>
          <a:bodyPr vert="horz" wrap="square" lIns="0" tIns="0" rIns="0" bIns="0" rtlCol="0" anchor="ctr"/>
          <a:lstStyle/>
          <a:p>
            <a:pPr marL="0" indent="0">
              <a:lnSpc>
                <a:spcPts val="1575"/>
              </a:lnSpc>
              <a:buNone/>
            </a:pPr>
            <a:r>
              <a:rPr lang="en-US" sz="1050" dirty="0">
                <a:solidFill>
                  <a:srgbClr val="A0AEC0"/>
                </a:solidFill>
                <a:latin typeface="Noto Sans SC" pitchFamily="34" charset="0"/>
                <a:ea typeface="Noto Sans SC" pitchFamily="34" charset="-122"/>
                <a:cs typeface="Noto Sans SC" pitchFamily="34" charset="-120"/>
              </a:rPr>
              <a:t>需求分析</a:t>
            </a:r>
            <a:endParaRPr lang="en-US" sz="1050" dirty="0"/>
          </a:p>
        </p:txBody>
      </p:sp>
      <p:sp>
        <p:nvSpPr>
          <p:cNvPr id="92" name="SK-16-text-91"/>
          <p:cNvSpPr/>
          <p:nvPr/>
        </p:nvSpPr>
        <p:spPr>
          <a:xfrm>
            <a:off x="5872163" y="4362450"/>
            <a:ext cx="852368" cy="276225"/>
          </a:xfrm>
          <a:prstGeom prst="rect">
            <a:avLst/>
          </a:prstGeom>
          <a:noFill/>
          <a:ln/>
        </p:spPr>
        <p:txBody>
          <a:bodyPr vert="horz" wrap="square" lIns="0" tIns="0" rIns="0" bIns="0" rtlCol="0" anchor="ctr"/>
          <a:lstStyle/>
          <a:p>
            <a:pPr marL="0" indent="0">
              <a:lnSpc>
                <a:spcPts val="1575"/>
              </a:lnSpc>
              <a:buNone/>
            </a:pPr>
            <a:r>
              <a:rPr lang="en-US" sz="1050" dirty="0">
                <a:solidFill>
                  <a:srgbClr val="A0AEC0"/>
                </a:solidFill>
                <a:latin typeface="Noto Sans SC" pitchFamily="34" charset="0"/>
                <a:ea typeface="Noto Sans SC" pitchFamily="34" charset="-122"/>
                <a:cs typeface="Noto Sans SC" pitchFamily="34" charset="-120"/>
              </a:rPr>
              <a:t>题目生成</a:t>
            </a:r>
            <a:endParaRPr lang="en-US" sz="1050" dirty="0"/>
          </a:p>
        </p:txBody>
      </p:sp>
      <p:sp>
        <p:nvSpPr>
          <p:cNvPr id="93" name="SK-16-text-92"/>
          <p:cNvSpPr/>
          <p:nvPr/>
        </p:nvSpPr>
        <p:spPr>
          <a:xfrm>
            <a:off x="6877050" y="4362450"/>
            <a:ext cx="852368" cy="276225"/>
          </a:xfrm>
          <a:prstGeom prst="rect">
            <a:avLst/>
          </a:prstGeom>
          <a:noFill/>
          <a:ln/>
        </p:spPr>
        <p:txBody>
          <a:bodyPr vert="horz" wrap="square" lIns="0" tIns="0" rIns="0" bIns="0" rtlCol="0" anchor="ctr"/>
          <a:lstStyle/>
          <a:p>
            <a:pPr marL="0" indent="0">
              <a:lnSpc>
                <a:spcPts val="1575"/>
              </a:lnSpc>
              <a:buNone/>
            </a:pPr>
            <a:r>
              <a:rPr lang="en-US" sz="1050" dirty="0">
                <a:solidFill>
                  <a:srgbClr val="A0AEC0"/>
                </a:solidFill>
                <a:latin typeface="Noto Sans SC" pitchFamily="34" charset="0"/>
                <a:ea typeface="Noto Sans SC" pitchFamily="34" charset="-122"/>
                <a:cs typeface="Noto Sans SC" pitchFamily="34" charset="-120"/>
              </a:rPr>
              <a:t>质量审核</a:t>
            </a:r>
            <a:endParaRPr lang="en-US" sz="1050" dirty="0"/>
          </a:p>
        </p:txBody>
      </p:sp>
      <p:sp>
        <p:nvSpPr>
          <p:cNvPr id="94" name="SK-16-text-93"/>
          <p:cNvSpPr/>
          <p:nvPr/>
        </p:nvSpPr>
        <p:spPr>
          <a:xfrm>
            <a:off x="7881937" y="4362450"/>
            <a:ext cx="852368" cy="276225"/>
          </a:xfrm>
          <a:prstGeom prst="rect">
            <a:avLst/>
          </a:prstGeom>
          <a:noFill/>
          <a:ln/>
        </p:spPr>
        <p:txBody>
          <a:bodyPr vert="horz" wrap="square" lIns="0" tIns="0" rIns="0" bIns="0" rtlCol="0" anchor="ctr"/>
          <a:lstStyle/>
          <a:p>
            <a:pPr marL="0" indent="0">
              <a:lnSpc>
                <a:spcPts val="1575"/>
              </a:lnSpc>
              <a:buNone/>
            </a:pPr>
            <a:r>
              <a:rPr lang="en-US" sz="1050" dirty="0">
                <a:solidFill>
                  <a:srgbClr val="A0AEC0"/>
                </a:solidFill>
                <a:latin typeface="Noto Sans SC" pitchFamily="34" charset="0"/>
                <a:ea typeface="Noto Sans SC" pitchFamily="34" charset="-122"/>
                <a:cs typeface="Noto Sans SC" pitchFamily="34" charset="-120"/>
              </a:rPr>
              <a:t>学习激励</a:t>
            </a:r>
            <a:endParaRPr lang="en-US" sz="1050" dirty="0"/>
          </a:p>
        </p:txBody>
      </p:sp>
      <p:sp>
        <p:nvSpPr>
          <p:cNvPr id="95" name="SK-16-text-94"/>
          <p:cNvSpPr/>
          <p:nvPr/>
        </p:nvSpPr>
        <p:spPr>
          <a:xfrm>
            <a:off x="10620375" y="4191000"/>
            <a:ext cx="819150" cy="628650"/>
          </a:xfrm>
          <a:prstGeom prst="rect">
            <a:avLst/>
          </a:prstGeom>
          <a:noFill/>
          <a:ln/>
        </p:spPr>
        <p:txBody>
          <a:bodyPr vert="horz" wrap="square" lIns="0" tIns="0" rIns="0" bIns="0" rtlCol="0" anchor="ctr"/>
          <a:lstStyle/>
          <a:p>
            <a:pPr marL="0" indent="0" algn="ctr">
              <a:lnSpc>
                <a:spcPts val="2250"/>
              </a:lnSpc>
              <a:buNone/>
            </a:pPr>
            <a:r>
              <a:rPr lang="en-US" sz="1500" b="1" dirty="0">
                <a:solidFill>
                  <a:srgbClr val="00F5FF"/>
                </a:solidFill>
              </a:rPr>
              <a:t>05</a:t>
            </a:r>
            <a:endParaRPr lang="en-US" sz="1500" dirty="0"/>
          </a:p>
        </p:txBody>
      </p:sp>
      <p:sp>
        <p:nvSpPr>
          <p:cNvPr id="96" name="SK-16-text-95"/>
          <p:cNvSpPr/>
          <p:nvPr/>
        </p:nvSpPr>
        <p:spPr>
          <a:xfrm>
            <a:off x="685800" y="4819650"/>
            <a:ext cx="990600" cy="628650"/>
          </a:xfrm>
          <a:prstGeom prst="rect">
            <a:avLst/>
          </a:prstGeom>
          <a:noFill/>
          <a:ln/>
        </p:spPr>
        <p:txBody>
          <a:bodyPr vert="horz" wrap="square" lIns="0" tIns="0" rIns="0" bIns="0" rtlCol="0" anchor="ctr"/>
          <a:lstStyle/>
          <a:p>
            <a:pPr marL="0" indent="0">
              <a:lnSpc>
                <a:spcPts val="1800"/>
              </a:lnSpc>
              <a:buNone/>
            </a:pPr>
            <a:r>
              <a:rPr lang="en-US" sz="1200" b="1" dirty="0">
                <a:solidFill>
                  <a:srgbClr val="7B61FF"/>
                </a:solidFill>
              </a:rPr>
              <a:t>PATH</a:t>
            </a:r>
            <a:endParaRPr lang="en-US" sz="1200" dirty="0"/>
          </a:p>
        </p:txBody>
      </p:sp>
      <p:sp>
        <p:nvSpPr>
          <p:cNvPr id="97" name="SK-16-text-96"/>
          <p:cNvSpPr/>
          <p:nvPr/>
        </p:nvSpPr>
        <p:spPr>
          <a:xfrm>
            <a:off x="1828800" y="4819650"/>
            <a:ext cx="1571625" cy="628650"/>
          </a:xfrm>
          <a:prstGeom prst="rect">
            <a:avLst/>
          </a:prstGeom>
          <a:noFill/>
          <a:ln/>
        </p:spPr>
        <p:txBody>
          <a:bodyPr vert="horz" wrap="square" lIns="0" tIns="0" rIns="0" bIns="0" rtlCol="0" anchor="ctr"/>
          <a:lstStyle/>
          <a:p>
            <a:pPr marL="0" indent="0">
              <a:lnSpc>
                <a:spcPts val="2025"/>
              </a:lnSpc>
              <a:buNone/>
            </a:pPr>
            <a:r>
              <a:rPr lang="en-US" sz="1350" b="1" dirty="0">
                <a:solidFill>
                  <a:srgbClr val="FFFFFF"/>
                </a:solidFill>
                <a:latin typeface="Noto Sans SC" pitchFamily="34" charset="0"/>
                <a:ea typeface="Noto Sans SC" pitchFamily="34" charset="-122"/>
                <a:cs typeface="Noto Sans SC" pitchFamily="34" charset="-120"/>
              </a:rPr>
              <a:t>路径规划</a:t>
            </a:r>
            <a:endParaRPr lang="en-US" sz="1350" dirty="0"/>
          </a:p>
        </p:txBody>
      </p:sp>
      <p:sp>
        <p:nvSpPr>
          <p:cNvPr id="98" name="SK-16-text-97"/>
          <p:cNvSpPr/>
          <p:nvPr/>
        </p:nvSpPr>
        <p:spPr>
          <a:xfrm>
            <a:off x="3862387" y="4991100"/>
            <a:ext cx="852368" cy="276225"/>
          </a:xfrm>
          <a:prstGeom prst="rect">
            <a:avLst/>
          </a:prstGeom>
          <a:noFill/>
          <a:ln/>
        </p:spPr>
        <p:txBody>
          <a:bodyPr vert="horz" wrap="square" lIns="0" tIns="0" rIns="0" bIns="0" rtlCol="0" anchor="ctr"/>
          <a:lstStyle/>
          <a:p>
            <a:pPr marL="0" indent="0">
              <a:lnSpc>
                <a:spcPts val="1575"/>
              </a:lnSpc>
              <a:buNone/>
            </a:pPr>
            <a:r>
              <a:rPr lang="en-US" sz="1050" dirty="0">
                <a:solidFill>
                  <a:srgbClr val="A0AEC0"/>
                </a:solidFill>
                <a:latin typeface="Noto Sans SC" pitchFamily="34" charset="0"/>
                <a:ea typeface="Noto Sans SC" pitchFamily="34" charset="-122"/>
                <a:cs typeface="Noto Sans SC" pitchFamily="34" charset="-120"/>
              </a:rPr>
              <a:t>画像对话</a:t>
            </a:r>
            <a:endParaRPr lang="en-US" sz="1050" dirty="0"/>
          </a:p>
        </p:txBody>
      </p:sp>
      <p:sp>
        <p:nvSpPr>
          <p:cNvPr id="99" name="SK-16-text-98"/>
          <p:cNvSpPr/>
          <p:nvPr/>
        </p:nvSpPr>
        <p:spPr>
          <a:xfrm>
            <a:off x="4867275" y="4991100"/>
            <a:ext cx="852368" cy="276225"/>
          </a:xfrm>
          <a:prstGeom prst="rect">
            <a:avLst/>
          </a:prstGeom>
          <a:noFill/>
          <a:ln/>
        </p:spPr>
        <p:txBody>
          <a:bodyPr vert="horz" wrap="square" lIns="0" tIns="0" rIns="0" bIns="0" rtlCol="0" anchor="ctr"/>
          <a:lstStyle/>
          <a:p>
            <a:pPr marL="0" indent="0">
              <a:lnSpc>
                <a:spcPts val="1575"/>
              </a:lnSpc>
              <a:buNone/>
            </a:pPr>
            <a:r>
              <a:rPr lang="en-US" sz="1050" dirty="0">
                <a:solidFill>
                  <a:srgbClr val="A0AEC0"/>
                </a:solidFill>
                <a:latin typeface="Noto Sans SC" pitchFamily="34" charset="0"/>
                <a:ea typeface="Noto Sans SC" pitchFamily="34" charset="-122"/>
                <a:cs typeface="Noto Sans SC" pitchFamily="34" charset="-120"/>
              </a:rPr>
              <a:t>需求分析</a:t>
            </a:r>
            <a:endParaRPr lang="en-US" sz="1050" dirty="0"/>
          </a:p>
        </p:txBody>
      </p:sp>
      <p:sp>
        <p:nvSpPr>
          <p:cNvPr id="100" name="SK-16-text-99"/>
          <p:cNvSpPr/>
          <p:nvPr/>
        </p:nvSpPr>
        <p:spPr>
          <a:xfrm>
            <a:off x="5872163" y="4991100"/>
            <a:ext cx="852368" cy="276225"/>
          </a:xfrm>
          <a:prstGeom prst="rect">
            <a:avLst/>
          </a:prstGeom>
          <a:noFill/>
          <a:ln/>
        </p:spPr>
        <p:txBody>
          <a:bodyPr vert="horz" wrap="square" lIns="0" tIns="0" rIns="0" bIns="0" rtlCol="0" anchor="ctr"/>
          <a:lstStyle/>
          <a:p>
            <a:pPr marL="0" indent="0">
              <a:lnSpc>
                <a:spcPts val="1575"/>
              </a:lnSpc>
              <a:buNone/>
            </a:pPr>
            <a:r>
              <a:rPr lang="en-US" sz="1050" dirty="0">
                <a:solidFill>
                  <a:srgbClr val="A0AEC0"/>
                </a:solidFill>
                <a:latin typeface="Noto Sans SC" pitchFamily="34" charset="0"/>
                <a:ea typeface="Noto Sans SC" pitchFamily="34" charset="-122"/>
                <a:cs typeface="Noto Sans SC" pitchFamily="34" charset="-120"/>
              </a:rPr>
              <a:t>质量审核</a:t>
            </a:r>
            <a:endParaRPr lang="en-US" sz="1050" dirty="0"/>
          </a:p>
        </p:txBody>
      </p:sp>
      <p:sp>
        <p:nvSpPr>
          <p:cNvPr id="101" name="SK-16-text-100"/>
          <p:cNvSpPr/>
          <p:nvPr/>
        </p:nvSpPr>
        <p:spPr>
          <a:xfrm>
            <a:off x="6877050" y="4991100"/>
            <a:ext cx="852368" cy="276225"/>
          </a:xfrm>
          <a:prstGeom prst="rect">
            <a:avLst/>
          </a:prstGeom>
          <a:noFill/>
          <a:ln/>
        </p:spPr>
        <p:txBody>
          <a:bodyPr vert="horz" wrap="square" lIns="0" tIns="0" rIns="0" bIns="0" rtlCol="0" anchor="ctr"/>
          <a:lstStyle/>
          <a:p>
            <a:pPr marL="0" indent="0">
              <a:lnSpc>
                <a:spcPts val="1575"/>
              </a:lnSpc>
              <a:buNone/>
            </a:pPr>
            <a:r>
              <a:rPr lang="en-US" sz="1050" dirty="0">
                <a:solidFill>
                  <a:srgbClr val="A0AEC0"/>
                </a:solidFill>
                <a:latin typeface="Noto Sans SC" pitchFamily="34" charset="0"/>
                <a:ea typeface="Noto Sans SC" pitchFamily="34" charset="-122"/>
                <a:cs typeface="Noto Sans SC" pitchFamily="34" charset="-120"/>
              </a:rPr>
              <a:t>学习激励</a:t>
            </a:r>
            <a:endParaRPr lang="en-US" sz="1050" dirty="0"/>
          </a:p>
        </p:txBody>
      </p:sp>
      <p:sp>
        <p:nvSpPr>
          <p:cNvPr id="102" name="SK-16-text-101"/>
          <p:cNvSpPr/>
          <p:nvPr/>
        </p:nvSpPr>
        <p:spPr>
          <a:xfrm>
            <a:off x="10620375" y="4819650"/>
            <a:ext cx="819150" cy="628650"/>
          </a:xfrm>
          <a:prstGeom prst="rect">
            <a:avLst/>
          </a:prstGeom>
          <a:noFill/>
          <a:ln/>
        </p:spPr>
        <p:txBody>
          <a:bodyPr vert="horz" wrap="square" lIns="0" tIns="0" rIns="0" bIns="0" rtlCol="0" anchor="ctr"/>
          <a:lstStyle/>
          <a:p>
            <a:pPr marL="0" indent="0" algn="ctr">
              <a:lnSpc>
                <a:spcPts val="2250"/>
              </a:lnSpc>
              <a:buNone/>
            </a:pPr>
            <a:r>
              <a:rPr lang="en-US" sz="1500" b="1" dirty="0">
                <a:solidFill>
                  <a:srgbClr val="00F5FF"/>
                </a:solidFill>
              </a:rPr>
              <a:t>04</a:t>
            </a:r>
            <a:endParaRPr lang="en-US" sz="1500" dirty="0"/>
          </a:p>
        </p:txBody>
      </p:sp>
      <p:sp>
        <p:nvSpPr>
          <p:cNvPr id="103" name="SK-16-text-102"/>
          <p:cNvSpPr/>
          <p:nvPr/>
        </p:nvSpPr>
        <p:spPr>
          <a:xfrm>
            <a:off x="1190179" y="5848350"/>
            <a:ext cx="10239821" cy="428625"/>
          </a:xfrm>
          <a:prstGeom prst="rect">
            <a:avLst/>
          </a:prstGeom>
          <a:noFill/>
          <a:ln/>
        </p:spPr>
        <p:txBody>
          <a:bodyPr vert="horz" wrap="square" lIns="0" tIns="0" rIns="0" bIns="0" rtlCol="0" anchor="ctr"/>
          <a:lstStyle/>
          <a:p>
            <a:pPr marL="0" indent="0">
              <a:lnSpc>
                <a:spcPts val="1688"/>
              </a:lnSpc>
              <a:buNone/>
            </a:pPr>
            <a:r>
              <a:rPr lang="en-US" sz="1125" b="1" dirty="0">
                <a:solidFill>
                  <a:srgbClr val="FFFFFF"/>
                </a:solidFill>
                <a:latin typeface="Noto Sans SC" pitchFamily="34" charset="0"/>
                <a:ea typeface="Noto Sans SC" pitchFamily="34" charset="-122"/>
                <a:cs typeface="Noto Sans SC" pitchFamily="34" charset="-120"/>
              </a:rPr>
              <a:t>动态扩展规则：</a:t>
            </a:r>
            <a:r>
              <a:rPr lang="en-US" sz="1125" dirty="0">
                <a:solidFill>
                  <a:srgbClr val="A0AEC0"/>
                </a:solidFill>
                <a:latin typeface="Noto Sans SC" pitchFamily="34" charset="0"/>
                <a:ea typeface="Noto Sans SC" pitchFamily="34" charset="-122"/>
                <a:cs typeface="Noto Sans SC" pitchFamily="34" charset="-120"/>
              </a:rPr>
              <a:t> 当辩论模式开启且系统评估的任务难度评分 </a:t>
            </a:r>
            <a:r>
              <a:rPr lang="en-US" sz="1125" dirty="0">
                <a:solidFill>
                  <a:srgbClr val="ECC94B"/>
                </a:solidFill>
              </a:rPr>
              <a:t>≥ 0.6</a:t>
            </a:r>
            <a:r>
              <a:rPr lang="en-US" sz="1125" dirty="0">
                <a:solidFill>
                  <a:srgbClr val="A0AEC0"/>
                </a:solidFill>
                <a:latin typeface="Noto Sans SC" pitchFamily="34" charset="0"/>
                <a:ea typeface="Noto Sans SC" pitchFamily="34" charset="-122"/>
                <a:cs typeface="Noto Sans SC" pitchFamily="34" charset="-120"/>
              </a:rPr>
              <a:t> 时，</a:t>
            </a:r>
            <a:r>
              <a:rPr lang="en-US" sz="1125" b="1" dirty="0">
                <a:solidFill>
                  <a:srgbClr val="FFFFFF"/>
                </a:solidFill>
                <a:latin typeface="Noto Sans SC" pitchFamily="34" charset="0"/>
                <a:ea typeface="Noto Sans SC" pitchFamily="34" charset="-122"/>
                <a:cs typeface="Noto Sans SC" pitchFamily="34" charset="-120"/>
              </a:rPr>
              <a:t>仲裁智能体 (Arbitration Agent)</a:t>
            </a:r>
            <a:r>
              <a:rPr lang="en-US" sz="1125" dirty="0">
                <a:solidFill>
                  <a:srgbClr val="A0AEC0"/>
                </a:solidFill>
                <a:latin typeface="Noto Sans SC" pitchFamily="34" charset="0"/>
                <a:ea typeface="Noto Sans SC" pitchFamily="34" charset="-122"/>
                <a:cs typeface="Noto Sans SC" pitchFamily="34" charset="-120"/>
              </a:rPr>
              <a:t> 将自动加入工作流，依据证据链对专家争议观点进行最终裁决。</a:t>
            </a:r>
            <a:endParaRPr lang="en-US" sz="1125"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SK-17-img-1" descr="preencoded.png"/>
          <p:cNvPicPr>
            <a:picLocks noChangeAspect="1"/>
          </p:cNvPicPr>
          <p:nvPr/>
        </p:nvPicPr>
        <p:blipFill>
          <a:blip r:embed="rId3"/>
          <a:stretch>
            <a:fillRect/>
          </a:stretch>
        </p:blipFill>
        <p:spPr>
          <a:xfrm>
            <a:off x="0" y="0"/>
            <a:ext cx="12192000" cy="6858000"/>
          </a:xfrm>
          <a:prstGeom prst="rect">
            <a:avLst/>
          </a:prstGeom>
        </p:spPr>
      </p:pic>
      <p:pic>
        <p:nvPicPr>
          <p:cNvPr id="3" name="SK-17-img-2" descr="preencoded.png"/>
          <p:cNvPicPr>
            <a:picLocks noChangeAspect="1"/>
          </p:cNvPicPr>
          <p:nvPr/>
        </p:nvPicPr>
        <p:blipFill>
          <a:blip r:embed="rId3"/>
          <a:stretch>
            <a:fillRect/>
          </a:stretch>
        </p:blipFill>
        <p:spPr>
          <a:xfrm>
            <a:off x="0" y="0"/>
            <a:ext cx="12192000" cy="6858000"/>
          </a:xfrm>
          <a:prstGeom prst="rect">
            <a:avLst/>
          </a:prstGeom>
        </p:spPr>
      </p:pic>
      <p:pic>
        <p:nvPicPr>
          <p:cNvPr id="4" name="SK-17-img-3" descr="preencoded.png"/>
          <p:cNvPicPr>
            <a:picLocks noChangeAspect="1"/>
          </p:cNvPicPr>
          <p:nvPr/>
        </p:nvPicPr>
        <p:blipFill>
          <a:blip r:embed="rId4"/>
          <a:stretch>
            <a:fillRect/>
          </a:stretch>
        </p:blipFill>
        <p:spPr>
          <a:xfrm>
            <a:off x="571500" y="381000"/>
            <a:ext cx="2152650" cy="238125"/>
          </a:xfrm>
          <a:prstGeom prst="rect">
            <a:avLst/>
          </a:prstGeom>
        </p:spPr>
      </p:pic>
      <p:pic>
        <p:nvPicPr>
          <p:cNvPr id="5" name="SK-17-img-4" descr="preencoded.png"/>
          <p:cNvPicPr>
            <a:picLocks noChangeAspect="1"/>
          </p:cNvPicPr>
          <p:nvPr/>
        </p:nvPicPr>
        <p:blipFill>
          <a:blip r:embed="rId5"/>
          <a:stretch>
            <a:fillRect/>
          </a:stretch>
        </p:blipFill>
        <p:spPr>
          <a:xfrm>
            <a:off x="2838450" y="495300"/>
            <a:ext cx="8782050" cy="9525"/>
          </a:xfrm>
          <a:prstGeom prst="rect">
            <a:avLst/>
          </a:prstGeom>
        </p:spPr>
      </p:pic>
      <p:pic>
        <p:nvPicPr>
          <p:cNvPr id="6" name="SK-17-img-5" descr="preencoded.png"/>
          <p:cNvPicPr>
            <a:picLocks noChangeAspect="1"/>
          </p:cNvPicPr>
          <p:nvPr/>
        </p:nvPicPr>
        <p:blipFill>
          <a:blip r:embed="rId6"/>
          <a:stretch>
            <a:fillRect/>
          </a:stretch>
        </p:blipFill>
        <p:spPr>
          <a:xfrm>
            <a:off x="571500" y="1390650"/>
            <a:ext cx="38100" cy="38100"/>
          </a:xfrm>
          <a:prstGeom prst="rect">
            <a:avLst/>
          </a:prstGeom>
        </p:spPr>
      </p:pic>
      <p:pic>
        <p:nvPicPr>
          <p:cNvPr id="7" name="SK-17-img-6" descr="preencoded.png"/>
          <p:cNvPicPr>
            <a:picLocks noChangeAspect="1"/>
          </p:cNvPicPr>
          <p:nvPr/>
        </p:nvPicPr>
        <p:blipFill>
          <a:blip r:embed="rId7"/>
          <a:stretch>
            <a:fillRect/>
          </a:stretch>
        </p:blipFill>
        <p:spPr>
          <a:xfrm>
            <a:off x="714375" y="1905000"/>
            <a:ext cx="9525" cy="4381500"/>
          </a:xfrm>
          <a:prstGeom prst="rect">
            <a:avLst/>
          </a:prstGeom>
        </p:spPr>
      </p:pic>
      <p:pic>
        <p:nvPicPr>
          <p:cNvPr id="8" name="SK-17-img-7" descr="preencoded.png"/>
          <p:cNvPicPr>
            <a:picLocks noChangeAspect="1"/>
          </p:cNvPicPr>
          <p:nvPr/>
        </p:nvPicPr>
        <p:blipFill>
          <a:blip r:embed="rId8"/>
          <a:stretch>
            <a:fillRect/>
          </a:stretch>
        </p:blipFill>
        <p:spPr>
          <a:xfrm>
            <a:off x="704850" y="1809750"/>
            <a:ext cx="304800" cy="304800"/>
          </a:xfrm>
          <a:prstGeom prst="rect">
            <a:avLst/>
          </a:prstGeom>
        </p:spPr>
      </p:pic>
      <p:pic>
        <p:nvPicPr>
          <p:cNvPr id="9" name="SK-17-img-8" descr="preencoded.png"/>
          <p:cNvPicPr>
            <a:picLocks noChangeAspect="1"/>
          </p:cNvPicPr>
          <p:nvPr/>
        </p:nvPicPr>
        <p:blipFill>
          <a:blip r:embed="rId9"/>
          <a:stretch>
            <a:fillRect/>
          </a:stretch>
        </p:blipFill>
        <p:spPr>
          <a:xfrm>
            <a:off x="1447800" y="1566863"/>
            <a:ext cx="4362450" cy="790575"/>
          </a:xfrm>
          <a:prstGeom prst="rect">
            <a:avLst/>
          </a:prstGeom>
        </p:spPr>
      </p:pic>
      <p:pic>
        <p:nvPicPr>
          <p:cNvPr id="10" name="SK-17-img-9" descr="preencoded.png"/>
          <p:cNvPicPr>
            <a:picLocks noChangeAspect="1"/>
          </p:cNvPicPr>
          <p:nvPr/>
        </p:nvPicPr>
        <p:blipFill>
          <a:blip r:embed="rId10"/>
          <a:stretch>
            <a:fillRect/>
          </a:stretch>
        </p:blipFill>
        <p:spPr>
          <a:xfrm>
            <a:off x="1600200" y="1716137"/>
            <a:ext cx="166688" cy="137220"/>
          </a:xfrm>
          <a:prstGeom prst="rect">
            <a:avLst/>
          </a:prstGeom>
        </p:spPr>
      </p:pic>
      <p:pic>
        <p:nvPicPr>
          <p:cNvPr id="11" name="SK-17-img-10" descr="preencoded.png"/>
          <p:cNvPicPr>
            <a:picLocks noChangeAspect="1"/>
          </p:cNvPicPr>
          <p:nvPr/>
        </p:nvPicPr>
        <p:blipFill>
          <a:blip r:embed="rId8"/>
          <a:stretch>
            <a:fillRect/>
          </a:stretch>
        </p:blipFill>
        <p:spPr>
          <a:xfrm>
            <a:off x="704850" y="2876550"/>
            <a:ext cx="304800" cy="304800"/>
          </a:xfrm>
          <a:prstGeom prst="rect">
            <a:avLst/>
          </a:prstGeom>
        </p:spPr>
      </p:pic>
      <p:pic>
        <p:nvPicPr>
          <p:cNvPr id="12" name="SK-17-img-11" descr="preencoded.png"/>
          <p:cNvPicPr>
            <a:picLocks noChangeAspect="1"/>
          </p:cNvPicPr>
          <p:nvPr/>
        </p:nvPicPr>
        <p:blipFill>
          <a:blip r:embed="rId9"/>
          <a:stretch>
            <a:fillRect/>
          </a:stretch>
        </p:blipFill>
        <p:spPr>
          <a:xfrm>
            <a:off x="1447800" y="2633663"/>
            <a:ext cx="4362450" cy="790575"/>
          </a:xfrm>
          <a:prstGeom prst="rect">
            <a:avLst/>
          </a:prstGeom>
        </p:spPr>
      </p:pic>
      <p:pic>
        <p:nvPicPr>
          <p:cNvPr id="13" name="SK-17-img-12" descr="preencoded.png"/>
          <p:cNvPicPr>
            <a:picLocks noChangeAspect="1"/>
          </p:cNvPicPr>
          <p:nvPr/>
        </p:nvPicPr>
        <p:blipFill>
          <a:blip r:embed="rId11"/>
          <a:stretch>
            <a:fillRect/>
          </a:stretch>
        </p:blipFill>
        <p:spPr>
          <a:xfrm>
            <a:off x="1600200" y="2782937"/>
            <a:ext cx="166688" cy="137220"/>
          </a:xfrm>
          <a:prstGeom prst="rect">
            <a:avLst/>
          </a:prstGeom>
        </p:spPr>
      </p:pic>
      <p:pic>
        <p:nvPicPr>
          <p:cNvPr id="14" name="SK-17-img-13" descr="preencoded.png"/>
          <p:cNvPicPr>
            <a:picLocks noChangeAspect="1"/>
          </p:cNvPicPr>
          <p:nvPr/>
        </p:nvPicPr>
        <p:blipFill>
          <a:blip r:embed="rId8"/>
          <a:stretch>
            <a:fillRect/>
          </a:stretch>
        </p:blipFill>
        <p:spPr>
          <a:xfrm>
            <a:off x="704850" y="3943350"/>
            <a:ext cx="304800" cy="304800"/>
          </a:xfrm>
          <a:prstGeom prst="rect">
            <a:avLst/>
          </a:prstGeom>
        </p:spPr>
      </p:pic>
      <p:pic>
        <p:nvPicPr>
          <p:cNvPr id="15" name="SK-17-img-14" descr="preencoded.png"/>
          <p:cNvPicPr>
            <a:picLocks noChangeAspect="1"/>
          </p:cNvPicPr>
          <p:nvPr/>
        </p:nvPicPr>
        <p:blipFill>
          <a:blip r:embed="rId9"/>
          <a:stretch>
            <a:fillRect/>
          </a:stretch>
        </p:blipFill>
        <p:spPr>
          <a:xfrm>
            <a:off x="1447800" y="3700463"/>
            <a:ext cx="4362450" cy="790575"/>
          </a:xfrm>
          <a:prstGeom prst="rect">
            <a:avLst/>
          </a:prstGeom>
        </p:spPr>
      </p:pic>
      <p:pic>
        <p:nvPicPr>
          <p:cNvPr id="16" name="SK-17-img-15" descr="preencoded.png"/>
          <p:cNvPicPr>
            <a:picLocks noChangeAspect="1"/>
          </p:cNvPicPr>
          <p:nvPr/>
        </p:nvPicPr>
        <p:blipFill>
          <a:blip r:embed="rId12"/>
          <a:stretch>
            <a:fillRect/>
          </a:stretch>
        </p:blipFill>
        <p:spPr>
          <a:xfrm>
            <a:off x="1600200" y="3849737"/>
            <a:ext cx="166688" cy="137220"/>
          </a:xfrm>
          <a:prstGeom prst="rect">
            <a:avLst/>
          </a:prstGeom>
        </p:spPr>
      </p:pic>
      <p:pic>
        <p:nvPicPr>
          <p:cNvPr id="17" name="SK-17-img-16" descr="preencoded.png"/>
          <p:cNvPicPr>
            <a:picLocks noChangeAspect="1"/>
          </p:cNvPicPr>
          <p:nvPr/>
        </p:nvPicPr>
        <p:blipFill>
          <a:blip r:embed="rId8"/>
          <a:stretch>
            <a:fillRect/>
          </a:stretch>
        </p:blipFill>
        <p:spPr>
          <a:xfrm>
            <a:off x="704850" y="5010150"/>
            <a:ext cx="304800" cy="304800"/>
          </a:xfrm>
          <a:prstGeom prst="rect">
            <a:avLst/>
          </a:prstGeom>
        </p:spPr>
      </p:pic>
      <p:pic>
        <p:nvPicPr>
          <p:cNvPr id="18" name="SK-17-img-17" descr="preencoded.png"/>
          <p:cNvPicPr>
            <a:picLocks noChangeAspect="1"/>
          </p:cNvPicPr>
          <p:nvPr/>
        </p:nvPicPr>
        <p:blipFill>
          <a:blip r:embed="rId13"/>
          <a:stretch>
            <a:fillRect/>
          </a:stretch>
        </p:blipFill>
        <p:spPr>
          <a:xfrm>
            <a:off x="1447800" y="4767263"/>
            <a:ext cx="4362450" cy="790575"/>
          </a:xfrm>
          <a:prstGeom prst="rect">
            <a:avLst/>
          </a:prstGeom>
        </p:spPr>
      </p:pic>
      <p:pic>
        <p:nvPicPr>
          <p:cNvPr id="19" name="SK-17-img-18" descr="preencoded.png"/>
          <p:cNvPicPr>
            <a:picLocks noChangeAspect="1"/>
          </p:cNvPicPr>
          <p:nvPr/>
        </p:nvPicPr>
        <p:blipFill>
          <a:blip r:embed="rId14"/>
          <a:stretch>
            <a:fillRect/>
          </a:stretch>
        </p:blipFill>
        <p:spPr>
          <a:xfrm>
            <a:off x="1600200" y="4916537"/>
            <a:ext cx="166688" cy="137220"/>
          </a:xfrm>
          <a:prstGeom prst="rect">
            <a:avLst/>
          </a:prstGeom>
        </p:spPr>
      </p:pic>
      <p:pic>
        <p:nvPicPr>
          <p:cNvPr id="20" name="SK-17-img-19" descr="preencoded.png"/>
          <p:cNvPicPr>
            <a:picLocks noChangeAspect="1"/>
          </p:cNvPicPr>
          <p:nvPr/>
        </p:nvPicPr>
        <p:blipFill>
          <a:blip r:embed="rId8"/>
          <a:stretch>
            <a:fillRect/>
          </a:stretch>
        </p:blipFill>
        <p:spPr>
          <a:xfrm>
            <a:off x="704850" y="6076950"/>
            <a:ext cx="304800" cy="304800"/>
          </a:xfrm>
          <a:prstGeom prst="rect">
            <a:avLst/>
          </a:prstGeom>
        </p:spPr>
      </p:pic>
      <p:pic>
        <p:nvPicPr>
          <p:cNvPr id="21" name="SK-17-img-20" descr="preencoded.png"/>
          <p:cNvPicPr>
            <a:picLocks noChangeAspect="1"/>
          </p:cNvPicPr>
          <p:nvPr/>
        </p:nvPicPr>
        <p:blipFill>
          <a:blip r:embed="rId9"/>
          <a:stretch>
            <a:fillRect/>
          </a:stretch>
        </p:blipFill>
        <p:spPr>
          <a:xfrm>
            <a:off x="1447800" y="5834063"/>
            <a:ext cx="4362450" cy="790575"/>
          </a:xfrm>
          <a:prstGeom prst="rect">
            <a:avLst/>
          </a:prstGeom>
        </p:spPr>
      </p:pic>
      <p:pic>
        <p:nvPicPr>
          <p:cNvPr id="22" name="SK-17-img-21" descr="preencoded.png"/>
          <p:cNvPicPr>
            <a:picLocks noChangeAspect="1"/>
          </p:cNvPicPr>
          <p:nvPr/>
        </p:nvPicPr>
        <p:blipFill>
          <a:blip r:embed="rId15"/>
          <a:stretch>
            <a:fillRect/>
          </a:stretch>
        </p:blipFill>
        <p:spPr>
          <a:xfrm>
            <a:off x="1600200" y="5983337"/>
            <a:ext cx="166688" cy="137220"/>
          </a:xfrm>
          <a:prstGeom prst="rect">
            <a:avLst/>
          </a:prstGeom>
        </p:spPr>
      </p:pic>
      <p:pic>
        <p:nvPicPr>
          <p:cNvPr id="23" name="SK-17-img-22" descr="preencoded.png"/>
          <p:cNvPicPr>
            <a:picLocks noChangeAspect="1"/>
          </p:cNvPicPr>
          <p:nvPr/>
        </p:nvPicPr>
        <p:blipFill>
          <a:blip r:embed="rId7"/>
          <a:stretch>
            <a:fillRect/>
          </a:stretch>
        </p:blipFill>
        <p:spPr>
          <a:xfrm>
            <a:off x="6524625" y="1905000"/>
            <a:ext cx="9525" cy="4381500"/>
          </a:xfrm>
          <a:prstGeom prst="rect">
            <a:avLst/>
          </a:prstGeom>
        </p:spPr>
      </p:pic>
      <p:pic>
        <p:nvPicPr>
          <p:cNvPr id="24" name="SK-17-img-23" descr="preencoded.png"/>
          <p:cNvPicPr>
            <a:picLocks noChangeAspect="1"/>
          </p:cNvPicPr>
          <p:nvPr/>
        </p:nvPicPr>
        <p:blipFill>
          <a:blip r:embed="rId8"/>
          <a:stretch>
            <a:fillRect/>
          </a:stretch>
        </p:blipFill>
        <p:spPr>
          <a:xfrm>
            <a:off x="6515100" y="1809750"/>
            <a:ext cx="304800" cy="304800"/>
          </a:xfrm>
          <a:prstGeom prst="rect">
            <a:avLst/>
          </a:prstGeom>
        </p:spPr>
      </p:pic>
      <p:pic>
        <p:nvPicPr>
          <p:cNvPr id="25" name="SK-17-img-24" descr="preencoded.png"/>
          <p:cNvPicPr>
            <a:picLocks noChangeAspect="1"/>
          </p:cNvPicPr>
          <p:nvPr/>
        </p:nvPicPr>
        <p:blipFill>
          <a:blip r:embed="rId9"/>
          <a:stretch>
            <a:fillRect/>
          </a:stretch>
        </p:blipFill>
        <p:spPr>
          <a:xfrm>
            <a:off x="7258050" y="1566863"/>
            <a:ext cx="4362450" cy="790575"/>
          </a:xfrm>
          <a:prstGeom prst="rect">
            <a:avLst/>
          </a:prstGeom>
        </p:spPr>
      </p:pic>
      <p:pic>
        <p:nvPicPr>
          <p:cNvPr id="26" name="SK-17-img-25" descr="preencoded.png"/>
          <p:cNvPicPr>
            <a:picLocks noChangeAspect="1"/>
          </p:cNvPicPr>
          <p:nvPr/>
        </p:nvPicPr>
        <p:blipFill>
          <a:blip r:embed="rId16"/>
          <a:stretch>
            <a:fillRect/>
          </a:stretch>
        </p:blipFill>
        <p:spPr>
          <a:xfrm>
            <a:off x="7410450" y="1716137"/>
            <a:ext cx="166688" cy="137220"/>
          </a:xfrm>
          <a:prstGeom prst="rect">
            <a:avLst/>
          </a:prstGeom>
        </p:spPr>
      </p:pic>
      <p:pic>
        <p:nvPicPr>
          <p:cNvPr id="27" name="SK-17-img-26" descr="preencoded.png"/>
          <p:cNvPicPr>
            <a:picLocks noChangeAspect="1"/>
          </p:cNvPicPr>
          <p:nvPr/>
        </p:nvPicPr>
        <p:blipFill>
          <a:blip r:embed="rId8"/>
          <a:stretch>
            <a:fillRect/>
          </a:stretch>
        </p:blipFill>
        <p:spPr>
          <a:xfrm>
            <a:off x="6515100" y="2876550"/>
            <a:ext cx="304800" cy="304800"/>
          </a:xfrm>
          <a:prstGeom prst="rect">
            <a:avLst/>
          </a:prstGeom>
        </p:spPr>
      </p:pic>
      <p:pic>
        <p:nvPicPr>
          <p:cNvPr id="28" name="SK-17-img-27" descr="preencoded.png"/>
          <p:cNvPicPr>
            <a:picLocks noChangeAspect="1"/>
          </p:cNvPicPr>
          <p:nvPr/>
        </p:nvPicPr>
        <p:blipFill>
          <a:blip r:embed="rId9"/>
          <a:stretch>
            <a:fillRect/>
          </a:stretch>
        </p:blipFill>
        <p:spPr>
          <a:xfrm>
            <a:off x="7258050" y="2633663"/>
            <a:ext cx="4362450" cy="790575"/>
          </a:xfrm>
          <a:prstGeom prst="rect">
            <a:avLst/>
          </a:prstGeom>
        </p:spPr>
      </p:pic>
      <p:pic>
        <p:nvPicPr>
          <p:cNvPr id="29" name="SK-17-img-28" descr="preencoded.png"/>
          <p:cNvPicPr>
            <a:picLocks noChangeAspect="1"/>
          </p:cNvPicPr>
          <p:nvPr/>
        </p:nvPicPr>
        <p:blipFill>
          <a:blip r:embed="rId17"/>
          <a:stretch>
            <a:fillRect/>
          </a:stretch>
        </p:blipFill>
        <p:spPr>
          <a:xfrm>
            <a:off x="7410450" y="2782937"/>
            <a:ext cx="166688" cy="137220"/>
          </a:xfrm>
          <a:prstGeom prst="rect">
            <a:avLst/>
          </a:prstGeom>
        </p:spPr>
      </p:pic>
      <p:pic>
        <p:nvPicPr>
          <p:cNvPr id="30" name="SK-17-img-29" descr="preencoded.png"/>
          <p:cNvPicPr>
            <a:picLocks noChangeAspect="1"/>
          </p:cNvPicPr>
          <p:nvPr/>
        </p:nvPicPr>
        <p:blipFill>
          <a:blip r:embed="rId8"/>
          <a:stretch>
            <a:fillRect/>
          </a:stretch>
        </p:blipFill>
        <p:spPr>
          <a:xfrm>
            <a:off x="6515100" y="3943350"/>
            <a:ext cx="304800" cy="304800"/>
          </a:xfrm>
          <a:prstGeom prst="rect">
            <a:avLst/>
          </a:prstGeom>
        </p:spPr>
      </p:pic>
      <p:pic>
        <p:nvPicPr>
          <p:cNvPr id="31" name="SK-17-img-30" descr="preencoded.png"/>
          <p:cNvPicPr>
            <a:picLocks noChangeAspect="1"/>
          </p:cNvPicPr>
          <p:nvPr/>
        </p:nvPicPr>
        <p:blipFill>
          <a:blip r:embed="rId9"/>
          <a:stretch>
            <a:fillRect/>
          </a:stretch>
        </p:blipFill>
        <p:spPr>
          <a:xfrm>
            <a:off x="7258050" y="3700463"/>
            <a:ext cx="4362450" cy="790575"/>
          </a:xfrm>
          <a:prstGeom prst="rect">
            <a:avLst/>
          </a:prstGeom>
        </p:spPr>
      </p:pic>
      <p:pic>
        <p:nvPicPr>
          <p:cNvPr id="32" name="SK-17-img-31" descr="preencoded.png"/>
          <p:cNvPicPr>
            <a:picLocks noChangeAspect="1"/>
          </p:cNvPicPr>
          <p:nvPr/>
        </p:nvPicPr>
        <p:blipFill>
          <a:blip r:embed="rId18"/>
          <a:stretch>
            <a:fillRect/>
          </a:stretch>
        </p:blipFill>
        <p:spPr>
          <a:xfrm>
            <a:off x="7410450" y="3849737"/>
            <a:ext cx="166688" cy="137220"/>
          </a:xfrm>
          <a:prstGeom prst="rect">
            <a:avLst/>
          </a:prstGeom>
        </p:spPr>
      </p:pic>
      <p:pic>
        <p:nvPicPr>
          <p:cNvPr id="33" name="SK-17-img-32" descr="preencoded.png"/>
          <p:cNvPicPr>
            <a:picLocks noChangeAspect="1"/>
          </p:cNvPicPr>
          <p:nvPr/>
        </p:nvPicPr>
        <p:blipFill>
          <a:blip r:embed="rId8"/>
          <a:stretch>
            <a:fillRect/>
          </a:stretch>
        </p:blipFill>
        <p:spPr>
          <a:xfrm>
            <a:off x="6515100" y="5010150"/>
            <a:ext cx="304800" cy="304800"/>
          </a:xfrm>
          <a:prstGeom prst="rect">
            <a:avLst/>
          </a:prstGeom>
        </p:spPr>
      </p:pic>
      <p:pic>
        <p:nvPicPr>
          <p:cNvPr id="34" name="SK-17-img-33" descr="preencoded.png"/>
          <p:cNvPicPr>
            <a:picLocks noChangeAspect="1"/>
          </p:cNvPicPr>
          <p:nvPr/>
        </p:nvPicPr>
        <p:blipFill>
          <a:blip r:embed="rId13"/>
          <a:stretch>
            <a:fillRect/>
          </a:stretch>
        </p:blipFill>
        <p:spPr>
          <a:xfrm>
            <a:off x="7258050" y="4767263"/>
            <a:ext cx="4362450" cy="790575"/>
          </a:xfrm>
          <a:prstGeom prst="rect">
            <a:avLst/>
          </a:prstGeom>
        </p:spPr>
      </p:pic>
      <p:pic>
        <p:nvPicPr>
          <p:cNvPr id="35" name="SK-17-img-34" descr="preencoded.png"/>
          <p:cNvPicPr>
            <a:picLocks noChangeAspect="1"/>
          </p:cNvPicPr>
          <p:nvPr/>
        </p:nvPicPr>
        <p:blipFill>
          <a:blip r:embed="rId19"/>
          <a:stretch>
            <a:fillRect/>
          </a:stretch>
        </p:blipFill>
        <p:spPr>
          <a:xfrm>
            <a:off x="7410450" y="4916537"/>
            <a:ext cx="166688" cy="137220"/>
          </a:xfrm>
          <a:prstGeom prst="rect">
            <a:avLst/>
          </a:prstGeom>
        </p:spPr>
      </p:pic>
      <p:sp>
        <p:nvSpPr>
          <p:cNvPr id="36" name="SK-17-text-35"/>
          <p:cNvSpPr/>
          <p:nvPr/>
        </p:nvSpPr>
        <p:spPr>
          <a:xfrm>
            <a:off x="647700" y="381000"/>
            <a:ext cx="3198714" cy="238125"/>
          </a:xfrm>
          <a:prstGeom prst="rect">
            <a:avLst/>
          </a:prstGeom>
          <a:noFill/>
          <a:ln/>
        </p:spPr>
        <p:txBody>
          <a:bodyPr vert="horz" wrap="square" lIns="0" tIns="0" rIns="0" bIns="0" rtlCol="0" anchor="ctr"/>
          <a:lstStyle/>
          <a:p>
            <a:pPr marL="0" indent="0">
              <a:lnSpc>
                <a:spcPts val="1575"/>
              </a:lnSpc>
              <a:buNone/>
            </a:pPr>
            <a:r>
              <a:rPr lang="en-US" sz="1050" kern="0" spc="120" dirty="0">
                <a:solidFill>
                  <a:srgbClr val="00F5FF"/>
                </a:solidFill>
              </a:rPr>
              <a:t>INNOVATION HIGHLIGHTS</a:t>
            </a:r>
            <a:endParaRPr lang="en-US" sz="1050" dirty="0"/>
          </a:p>
        </p:txBody>
      </p:sp>
      <p:sp>
        <p:nvSpPr>
          <p:cNvPr id="37" name="SK-17-text-36"/>
          <p:cNvSpPr/>
          <p:nvPr/>
        </p:nvSpPr>
        <p:spPr>
          <a:xfrm>
            <a:off x="571500" y="695325"/>
            <a:ext cx="11049000" cy="485775"/>
          </a:xfrm>
          <a:prstGeom prst="rect">
            <a:avLst/>
          </a:prstGeom>
          <a:noFill/>
          <a:ln/>
        </p:spPr>
        <p:txBody>
          <a:bodyPr vert="horz" wrap="square" lIns="0" tIns="0" rIns="0" bIns="0" rtlCol="0" anchor="ctr"/>
          <a:lstStyle/>
          <a:p>
            <a:pPr marL="0" indent="0">
              <a:lnSpc>
                <a:spcPts val="3825"/>
              </a:lnSpc>
              <a:buNone/>
            </a:pPr>
            <a:r>
              <a:rPr lang="en-US" sz="2550" b="1" dirty="0">
                <a:solidFill>
                  <a:srgbClr val="7B61FF"/>
                </a:solidFill>
                <a:latin typeface="Noto Sans SC" pitchFamily="34" charset="0"/>
                <a:ea typeface="Noto Sans SC" pitchFamily="34" charset="-122"/>
                <a:cs typeface="Noto Sans SC" pitchFamily="34" charset="-120"/>
              </a:rPr>
              <a:t>#</a:t>
            </a:r>
            <a:r>
              <a:rPr lang="en-US" sz="2550" b="1" dirty="0">
                <a:solidFill>
                  <a:srgbClr val="FFFFFF"/>
                </a:solidFill>
                <a:latin typeface="Noto Sans SC" pitchFamily="34" charset="0"/>
                <a:ea typeface="Noto Sans SC" pitchFamily="34" charset="-122"/>
                <a:cs typeface="Noto Sans SC" pitchFamily="34" charset="-120"/>
              </a:rPr>
              <a:t>九大创新亮点</a:t>
            </a:r>
            <a:endParaRPr lang="en-US" sz="2550" dirty="0"/>
          </a:p>
        </p:txBody>
      </p:sp>
      <p:sp>
        <p:nvSpPr>
          <p:cNvPr id="38" name="SK-17-text-37"/>
          <p:cNvSpPr/>
          <p:nvPr/>
        </p:nvSpPr>
        <p:spPr>
          <a:xfrm>
            <a:off x="685800" y="1295400"/>
            <a:ext cx="11049000" cy="228600"/>
          </a:xfrm>
          <a:prstGeom prst="rect">
            <a:avLst/>
          </a:prstGeom>
          <a:noFill/>
          <a:ln/>
        </p:spPr>
        <p:txBody>
          <a:bodyPr vert="horz" wrap="square" lIns="0" tIns="0" rIns="0" bIns="0" rtlCol="0" anchor="ctr"/>
          <a:lstStyle/>
          <a:p>
            <a:pPr marL="0" indent="0">
              <a:lnSpc>
                <a:spcPts val="1800"/>
              </a:lnSpc>
              <a:buNone/>
            </a:pPr>
            <a:r>
              <a:rPr lang="en-US" sz="1200" dirty="0">
                <a:solidFill>
                  <a:srgbClr val="A0AEC0"/>
                </a:solidFill>
                <a:latin typeface="Noto Sans SC" pitchFamily="34" charset="0"/>
                <a:ea typeface="Noto Sans SC" pitchFamily="34" charset="-122"/>
                <a:cs typeface="Noto Sans SC" pitchFamily="34" charset="-120"/>
              </a:rPr>
              <a:t>核心技术突破与教育范式革新：驱动个性化学习体验跨越式升级</a:t>
            </a:r>
            <a:endParaRPr lang="en-US" sz="1200" dirty="0"/>
          </a:p>
        </p:txBody>
      </p:sp>
      <p:sp>
        <p:nvSpPr>
          <p:cNvPr id="39" name="SK-17-text-38"/>
          <p:cNvSpPr/>
          <p:nvPr/>
        </p:nvSpPr>
        <p:spPr>
          <a:xfrm>
            <a:off x="762000" y="1809750"/>
            <a:ext cx="685800" cy="304800"/>
          </a:xfrm>
          <a:prstGeom prst="rect">
            <a:avLst/>
          </a:prstGeom>
          <a:noFill/>
          <a:ln/>
        </p:spPr>
        <p:txBody>
          <a:bodyPr vert="horz" wrap="square" lIns="0" tIns="0" rIns="0" bIns="0" rtlCol="0" anchor="ctr"/>
          <a:lstStyle/>
          <a:p>
            <a:pPr marL="0" indent="0">
              <a:lnSpc>
                <a:spcPts val="1800"/>
              </a:lnSpc>
              <a:buNone/>
            </a:pPr>
            <a:r>
              <a:rPr lang="en-US" sz="1200" b="1" dirty="0">
                <a:solidFill>
                  <a:srgbClr val="00F5FF"/>
                </a:solidFill>
              </a:rPr>
              <a:t>01</a:t>
            </a:r>
            <a:endParaRPr lang="en-US" sz="1200" dirty="0"/>
          </a:p>
        </p:txBody>
      </p:sp>
      <p:sp>
        <p:nvSpPr>
          <p:cNvPr id="40" name="SK-17-text-39"/>
          <p:cNvSpPr/>
          <p:nvPr/>
        </p:nvSpPr>
        <p:spPr>
          <a:xfrm>
            <a:off x="1766888" y="1643063"/>
            <a:ext cx="3836670" cy="271463"/>
          </a:xfrm>
          <a:prstGeom prst="rect">
            <a:avLst/>
          </a:prstGeom>
          <a:noFill/>
          <a:ln/>
        </p:spPr>
        <p:txBody>
          <a:bodyPr vert="horz" wrap="none" lIns="0" tIns="0" rIns="0" bIns="0" rtlCol="0" anchor="ctr"/>
          <a:lstStyle/>
          <a:p>
            <a:pPr marL="0" indent="0">
              <a:lnSpc>
                <a:spcPts val="2138"/>
              </a:lnSpc>
              <a:buNone/>
            </a:pPr>
            <a:r>
              <a:rPr lang="en-US" sz="1425" b="1" dirty="0">
                <a:solidFill>
                  <a:srgbClr val="FFFFFF"/>
                </a:solidFill>
                <a:latin typeface="Noto Sans SC" pitchFamily="34" charset="0"/>
                <a:ea typeface="Noto Sans SC" pitchFamily="34" charset="-122"/>
                <a:cs typeface="Noto Sans SC" pitchFamily="34" charset="-120"/>
              </a:rPr>
              <a:t> 证据驱动教育推理范式</a:t>
            </a:r>
            <a:endParaRPr lang="en-US" sz="1425" dirty="0"/>
          </a:p>
        </p:txBody>
      </p:sp>
      <p:sp>
        <p:nvSpPr>
          <p:cNvPr id="41" name="SK-17-text-40"/>
          <p:cNvSpPr/>
          <p:nvPr/>
        </p:nvSpPr>
        <p:spPr>
          <a:xfrm>
            <a:off x="4038600" y="1681163"/>
            <a:ext cx="1619250" cy="600075"/>
          </a:xfrm>
          <a:prstGeom prst="rect">
            <a:avLst/>
          </a:prstGeom>
          <a:noFill/>
          <a:ln/>
        </p:spPr>
        <p:txBody>
          <a:bodyPr vert="horz" wrap="square" lIns="0" tIns="0" rIns="0" bIns="0" rtlCol="0" anchor="ctr"/>
          <a:lstStyle/>
          <a:p>
            <a:pPr marL="0" indent="0">
              <a:lnSpc>
                <a:spcPts val="1575"/>
              </a:lnSpc>
              <a:buNone/>
            </a:pPr>
            <a:r>
              <a:rPr lang="en-US" sz="1125" dirty="0">
                <a:solidFill>
                  <a:srgbClr val="A0AEC0"/>
                </a:solidFill>
                <a:latin typeface="Noto Sans SC" pitchFamily="34" charset="0"/>
                <a:ea typeface="Noto Sans SC" pitchFamily="34" charset="-122"/>
                <a:cs typeface="Noto Sans SC" pitchFamily="34" charset="-120"/>
              </a:rPr>
              <a:t>打破知识幻觉，模型生成前强制依赖外部专业知识库。</a:t>
            </a:r>
            <a:endParaRPr lang="en-US" sz="1125" dirty="0"/>
          </a:p>
        </p:txBody>
      </p:sp>
      <p:sp>
        <p:nvSpPr>
          <p:cNvPr id="42" name="SK-17-text-41"/>
          <p:cNvSpPr/>
          <p:nvPr/>
        </p:nvSpPr>
        <p:spPr>
          <a:xfrm>
            <a:off x="762000" y="2876550"/>
            <a:ext cx="685800" cy="304800"/>
          </a:xfrm>
          <a:prstGeom prst="rect">
            <a:avLst/>
          </a:prstGeom>
          <a:noFill/>
          <a:ln/>
        </p:spPr>
        <p:txBody>
          <a:bodyPr vert="horz" wrap="square" lIns="0" tIns="0" rIns="0" bIns="0" rtlCol="0" anchor="ctr"/>
          <a:lstStyle/>
          <a:p>
            <a:pPr marL="0" indent="0">
              <a:lnSpc>
                <a:spcPts val="1800"/>
              </a:lnSpc>
              <a:buNone/>
            </a:pPr>
            <a:r>
              <a:rPr lang="en-US" sz="1200" b="1" dirty="0">
                <a:solidFill>
                  <a:srgbClr val="00F5FF"/>
                </a:solidFill>
              </a:rPr>
              <a:t>02</a:t>
            </a:r>
            <a:endParaRPr lang="en-US" sz="1200" dirty="0"/>
          </a:p>
        </p:txBody>
      </p:sp>
      <p:sp>
        <p:nvSpPr>
          <p:cNvPr id="43" name="SK-17-text-42"/>
          <p:cNvSpPr/>
          <p:nvPr/>
        </p:nvSpPr>
        <p:spPr>
          <a:xfrm>
            <a:off x="1766888" y="2709863"/>
            <a:ext cx="3329940" cy="271463"/>
          </a:xfrm>
          <a:prstGeom prst="rect">
            <a:avLst/>
          </a:prstGeom>
          <a:noFill/>
          <a:ln/>
        </p:spPr>
        <p:txBody>
          <a:bodyPr vert="horz" wrap="none" lIns="0" tIns="0" rIns="0" bIns="0" rtlCol="0" anchor="ctr"/>
          <a:lstStyle/>
          <a:p>
            <a:pPr marL="0" indent="0">
              <a:lnSpc>
                <a:spcPts val="2138"/>
              </a:lnSpc>
              <a:buNone/>
            </a:pPr>
            <a:r>
              <a:rPr lang="en-US" sz="1425" b="1" dirty="0">
                <a:solidFill>
                  <a:srgbClr val="FFFFFF"/>
                </a:solidFill>
                <a:latin typeface="Noto Sans SC" pitchFamily="34" charset="0"/>
                <a:ea typeface="Noto Sans SC" pitchFamily="34" charset="-122"/>
                <a:cs typeface="Noto Sans SC" pitchFamily="34" charset="-120"/>
              </a:rPr>
              <a:t> 辩论-仲裁质量管控</a:t>
            </a:r>
            <a:endParaRPr lang="en-US" sz="1425" dirty="0"/>
          </a:p>
        </p:txBody>
      </p:sp>
      <p:sp>
        <p:nvSpPr>
          <p:cNvPr id="44" name="SK-17-text-43"/>
          <p:cNvSpPr/>
          <p:nvPr/>
        </p:nvSpPr>
        <p:spPr>
          <a:xfrm>
            <a:off x="4038600" y="2747963"/>
            <a:ext cx="1619250" cy="600075"/>
          </a:xfrm>
          <a:prstGeom prst="rect">
            <a:avLst/>
          </a:prstGeom>
          <a:noFill/>
          <a:ln/>
        </p:spPr>
        <p:txBody>
          <a:bodyPr vert="horz" wrap="square" lIns="0" tIns="0" rIns="0" bIns="0" rtlCol="0" anchor="ctr"/>
          <a:lstStyle/>
          <a:p>
            <a:pPr marL="0" indent="0">
              <a:lnSpc>
                <a:spcPts val="1575"/>
              </a:lnSpc>
              <a:buNone/>
            </a:pPr>
            <a:r>
              <a:rPr lang="en-US" sz="1125" dirty="0">
                <a:solidFill>
                  <a:srgbClr val="A0AEC0"/>
                </a:solidFill>
                <a:latin typeface="Noto Sans SC" pitchFamily="34" charset="0"/>
                <a:ea typeface="Noto Sans SC" pitchFamily="34" charset="-122"/>
                <a:cs typeface="Noto Sans SC" pitchFamily="34" charset="-120"/>
              </a:rPr>
              <a:t>多专家并行推理与动态退火反思，确保医学内容严谨性。</a:t>
            </a:r>
            <a:endParaRPr lang="en-US" sz="1125" dirty="0"/>
          </a:p>
        </p:txBody>
      </p:sp>
      <p:sp>
        <p:nvSpPr>
          <p:cNvPr id="45" name="SK-17-text-44"/>
          <p:cNvSpPr/>
          <p:nvPr/>
        </p:nvSpPr>
        <p:spPr>
          <a:xfrm>
            <a:off x="762000" y="3943350"/>
            <a:ext cx="685800" cy="304800"/>
          </a:xfrm>
          <a:prstGeom prst="rect">
            <a:avLst/>
          </a:prstGeom>
          <a:noFill/>
          <a:ln/>
        </p:spPr>
        <p:txBody>
          <a:bodyPr vert="horz" wrap="square" lIns="0" tIns="0" rIns="0" bIns="0" rtlCol="0" anchor="ctr"/>
          <a:lstStyle/>
          <a:p>
            <a:pPr marL="0" indent="0">
              <a:lnSpc>
                <a:spcPts val="1800"/>
              </a:lnSpc>
              <a:buNone/>
            </a:pPr>
            <a:r>
              <a:rPr lang="en-US" sz="1200" b="1" dirty="0">
                <a:solidFill>
                  <a:srgbClr val="00F5FF"/>
                </a:solidFill>
              </a:rPr>
              <a:t>03</a:t>
            </a:r>
            <a:endParaRPr lang="en-US" sz="1200" dirty="0"/>
          </a:p>
        </p:txBody>
      </p:sp>
      <p:sp>
        <p:nvSpPr>
          <p:cNvPr id="46" name="SK-17-text-45"/>
          <p:cNvSpPr/>
          <p:nvPr/>
        </p:nvSpPr>
        <p:spPr>
          <a:xfrm>
            <a:off x="1766888" y="3776662"/>
            <a:ext cx="3836670" cy="271463"/>
          </a:xfrm>
          <a:prstGeom prst="rect">
            <a:avLst/>
          </a:prstGeom>
          <a:noFill/>
          <a:ln/>
        </p:spPr>
        <p:txBody>
          <a:bodyPr vert="horz" wrap="none" lIns="0" tIns="0" rIns="0" bIns="0" rtlCol="0" anchor="ctr"/>
          <a:lstStyle/>
          <a:p>
            <a:pPr marL="0" indent="0">
              <a:lnSpc>
                <a:spcPts val="2138"/>
              </a:lnSpc>
              <a:buNone/>
            </a:pPr>
            <a:r>
              <a:rPr lang="en-US" sz="1425" b="1" dirty="0">
                <a:solidFill>
                  <a:srgbClr val="FFFFFF"/>
                </a:solidFill>
                <a:latin typeface="Noto Sans SC" pitchFamily="34" charset="0"/>
                <a:ea typeface="Noto Sans SC" pitchFamily="34" charset="-122"/>
                <a:cs typeface="Noto Sans SC" pitchFamily="34" charset="-120"/>
              </a:rPr>
              <a:t> 对话式8维度动态画像</a:t>
            </a:r>
            <a:endParaRPr lang="en-US" sz="1425" dirty="0"/>
          </a:p>
        </p:txBody>
      </p:sp>
      <p:sp>
        <p:nvSpPr>
          <p:cNvPr id="47" name="SK-17-text-46"/>
          <p:cNvSpPr/>
          <p:nvPr/>
        </p:nvSpPr>
        <p:spPr>
          <a:xfrm>
            <a:off x="4038600" y="3814763"/>
            <a:ext cx="1619250" cy="600075"/>
          </a:xfrm>
          <a:prstGeom prst="rect">
            <a:avLst/>
          </a:prstGeom>
          <a:noFill/>
          <a:ln/>
        </p:spPr>
        <p:txBody>
          <a:bodyPr vert="horz" wrap="square" lIns="0" tIns="0" rIns="0" bIns="0" rtlCol="0" anchor="ctr"/>
          <a:lstStyle/>
          <a:p>
            <a:pPr marL="0" indent="0">
              <a:lnSpc>
                <a:spcPts val="1575"/>
              </a:lnSpc>
              <a:buNone/>
            </a:pPr>
            <a:r>
              <a:rPr lang="en-US" sz="1125" dirty="0">
                <a:solidFill>
                  <a:srgbClr val="A0AEC0"/>
                </a:solidFill>
                <a:latin typeface="Noto Sans SC" pitchFamily="34" charset="0"/>
                <a:ea typeface="Noto Sans SC" pitchFamily="34" charset="-122"/>
                <a:cs typeface="Noto Sans SC" pitchFamily="34" charset="-120"/>
              </a:rPr>
              <a:t>超越赛题要求，实现认知风格、临床经验等全方位刻画。</a:t>
            </a:r>
            <a:endParaRPr lang="en-US" sz="1125" dirty="0"/>
          </a:p>
        </p:txBody>
      </p:sp>
      <p:sp>
        <p:nvSpPr>
          <p:cNvPr id="48" name="SK-17-text-47"/>
          <p:cNvSpPr/>
          <p:nvPr/>
        </p:nvSpPr>
        <p:spPr>
          <a:xfrm>
            <a:off x="762000" y="5010150"/>
            <a:ext cx="685800" cy="304800"/>
          </a:xfrm>
          <a:prstGeom prst="rect">
            <a:avLst/>
          </a:prstGeom>
          <a:noFill/>
          <a:ln/>
        </p:spPr>
        <p:txBody>
          <a:bodyPr vert="horz" wrap="square" lIns="0" tIns="0" rIns="0" bIns="0" rtlCol="0" anchor="ctr"/>
          <a:lstStyle/>
          <a:p>
            <a:pPr marL="0" indent="0">
              <a:lnSpc>
                <a:spcPts val="1800"/>
              </a:lnSpc>
              <a:buNone/>
            </a:pPr>
            <a:r>
              <a:rPr lang="en-US" sz="1200" b="1" dirty="0">
                <a:solidFill>
                  <a:srgbClr val="00F5FF"/>
                </a:solidFill>
              </a:rPr>
              <a:t>04</a:t>
            </a:r>
            <a:endParaRPr lang="en-US" sz="1200" dirty="0"/>
          </a:p>
        </p:txBody>
      </p:sp>
      <p:sp>
        <p:nvSpPr>
          <p:cNvPr id="49" name="SK-17-text-48"/>
          <p:cNvSpPr/>
          <p:nvPr/>
        </p:nvSpPr>
        <p:spPr>
          <a:xfrm>
            <a:off x="1766888" y="4843463"/>
            <a:ext cx="3836670" cy="271463"/>
          </a:xfrm>
          <a:prstGeom prst="rect">
            <a:avLst/>
          </a:prstGeom>
          <a:noFill/>
          <a:ln/>
        </p:spPr>
        <p:txBody>
          <a:bodyPr vert="horz" wrap="none" lIns="0" tIns="0" rIns="0" bIns="0" rtlCol="0" anchor="ctr"/>
          <a:lstStyle/>
          <a:p>
            <a:pPr marL="0" indent="0">
              <a:lnSpc>
                <a:spcPts val="2138"/>
              </a:lnSpc>
              <a:buNone/>
            </a:pPr>
            <a:r>
              <a:rPr lang="en-US" sz="1425" b="1" dirty="0">
                <a:solidFill>
                  <a:srgbClr val="FFFFFF"/>
                </a:solidFill>
                <a:latin typeface="Noto Sans SC" pitchFamily="34" charset="0"/>
                <a:ea typeface="Noto Sans SC" pitchFamily="34" charset="-122"/>
                <a:cs typeface="Noto Sans SC" pitchFamily="34" charset="-120"/>
              </a:rPr>
              <a:t> 极速通道与深度双路径</a:t>
            </a:r>
            <a:endParaRPr lang="en-US" sz="1425" dirty="0"/>
          </a:p>
        </p:txBody>
      </p:sp>
      <p:sp>
        <p:nvSpPr>
          <p:cNvPr id="50" name="SK-17-text-49"/>
          <p:cNvSpPr/>
          <p:nvPr/>
        </p:nvSpPr>
        <p:spPr>
          <a:xfrm>
            <a:off x="4038600" y="4881563"/>
            <a:ext cx="1619250" cy="600075"/>
          </a:xfrm>
          <a:prstGeom prst="rect">
            <a:avLst/>
          </a:prstGeom>
          <a:noFill/>
          <a:ln/>
        </p:spPr>
        <p:txBody>
          <a:bodyPr vert="horz" wrap="square" lIns="0" tIns="0" rIns="0" bIns="0" rtlCol="0" anchor="ctr"/>
          <a:lstStyle/>
          <a:p>
            <a:pPr marL="0" indent="0">
              <a:lnSpc>
                <a:spcPts val="1575"/>
              </a:lnSpc>
              <a:buNone/>
            </a:pPr>
            <a:r>
              <a:rPr lang="en-US" sz="1125" dirty="0">
                <a:solidFill>
                  <a:srgbClr val="A0AEC0"/>
                </a:solidFill>
                <a:latin typeface="Noto Sans SC" pitchFamily="34" charset="0"/>
                <a:ea typeface="Noto Sans SC" pitchFamily="34" charset="-122"/>
                <a:cs typeface="Noto Sans SC" pitchFamily="34" charset="-120"/>
              </a:rPr>
              <a:t>意图智能分流，兼顾基础知识秒回与复杂需求深度推理。</a:t>
            </a:r>
            <a:endParaRPr lang="en-US" sz="1125" dirty="0"/>
          </a:p>
        </p:txBody>
      </p:sp>
      <p:sp>
        <p:nvSpPr>
          <p:cNvPr id="51" name="SK-17-text-50"/>
          <p:cNvSpPr/>
          <p:nvPr/>
        </p:nvSpPr>
        <p:spPr>
          <a:xfrm>
            <a:off x="762000" y="6076950"/>
            <a:ext cx="685800" cy="304800"/>
          </a:xfrm>
          <a:prstGeom prst="rect">
            <a:avLst/>
          </a:prstGeom>
          <a:noFill/>
          <a:ln/>
        </p:spPr>
        <p:txBody>
          <a:bodyPr vert="horz" wrap="square" lIns="0" tIns="0" rIns="0" bIns="0" rtlCol="0" anchor="ctr"/>
          <a:lstStyle/>
          <a:p>
            <a:pPr marL="0" indent="0">
              <a:lnSpc>
                <a:spcPts val="1800"/>
              </a:lnSpc>
              <a:buNone/>
            </a:pPr>
            <a:r>
              <a:rPr lang="en-US" sz="1200" b="1" dirty="0">
                <a:solidFill>
                  <a:srgbClr val="00F5FF"/>
                </a:solidFill>
              </a:rPr>
              <a:t>05</a:t>
            </a:r>
            <a:endParaRPr lang="en-US" sz="1200" dirty="0"/>
          </a:p>
        </p:txBody>
      </p:sp>
      <p:sp>
        <p:nvSpPr>
          <p:cNvPr id="52" name="SK-17-text-51"/>
          <p:cNvSpPr/>
          <p:nvPr/>
        </p:nvSpPr>
        <p:spPr>
          <a:xfrm>
            <a:off x="1766888" y="5910263"/>
            <a:ext cx="3474720" cy="271463"/>
          </a:xfrm>
          <a:prstGeom prst="rect">
            <a:avLst/>
          </a:prstGeom>
          <a:noFill/>
          <a:ln/>
        </p:spPr>
        <p:txBody>
          <a:bodyPr vert="horz" wrap="none" lIns="0" tIns="0" rIns="0" bIns="0" rtlCol="0" anchor="ctr"/>
          <a:lstStyle/>
          <a:p>
            <a:pPr marL="0" indent="0">
              <a:lnSpc>
                <a:spcPts val="2138"/>
              </a:lnSpc>
              <a:buNone/>
            </a:pPr>
            <a:r>
              <a:rPr lang="en-US" sz="1425" b="1" dirty="0">
                <a:solidFill>
                  <a:srgbClr val="FFFFFF"/>
                </a:solidFill>
                <a:latin typeface="Noto Sans SC" pitchFamily="34" charset="0"/>
                <a:ea typeface="Noto Sans SC" pitchFamily="34" charset="-122"/>
                <a:cs typeface="Noto Sans SC" pitchFamily="34" charset="-120"/>
              </a:rPr>
              <a:t> 学习激励与情感陪伴</a:t>
            </a:r>
            <a:endParaRPr lang="en-US" sz="1425" dirty="0"/>
          </a:p>
        </p:txBody>
      </p:sp>
      <p:sp>
        <p:nvSpPr>
          <p:cNvPr id="53" name="SK-17-text-52"/>
          <p:cNvSpPr/>
          <p:nvPr/>
        </p:nvSpPr>
        <p:spPr>
          <a:xfrm>
            <a:off x="4038600" y="5948363"/>
            <a:ext cx="1619250" cy="600075"/>
          </a:xfrm>
          <a:prstGeom prst="rect">
            <a:avLst/>
          </a:prstGeom>
          <a:noFill/>
          <a:ln/>
        </p:spPr>
        <p:txBody>
          <a:bodyPr vert="horz" wrap="square" lIns="0" tIns="0" rIns="0" bIns="0" rtlCol="0" anchor="ctr"/>
          <a:lstStyle/>
          <a:p>
            <a:pPr marL="0" indent="0">
              <a:lnSpc>
                <a:spcPts val="1575"/>
              </a:lnSpc>
              <a:buNone/>
            </a:pPr>
            <a:r>
              <a:rPr lang="en-US" sz="1125" dirty="0">
                <a:solidFill>
                  <a:srgbClr val="A0AEC0"/>
                </a:solidFill>
                <a:latin typeface="Noto Sans SC" pitchFamily="34" charset="0"/>
                <a:ea typeface="Noto Sans SC" pitchFamily="34" charset="-122"/>
                <a:cs typeface="Noto Sans SC" pitchFamily="34" charset="-120"/>
              </a:rPr>
              <a:t>基于情绪状态维度适时介入，实现从知识传递到情感陪伴。</a:t>
            </a:r>
            <a:endParaRPr lang="en-US" sz="1125" dirty="0"/>
          </a:p>
        </p:txBody>
      </p:sp>
      <p:sp>
        <p:nvSpPr>
          <p:cNvPr id="54" name="SK-17-text-53"/>
          <p:cNvSpPr/>
          <p:nvPr/>
        </p:nvSpPr>
        <p:spPr>
          <a:xfrm>
            <a:off x="6572250" y="1809750"/>
            <a:ext cx="685800" cy="304800"/>
          </a:xfrm>
          <a:prstGeom prst="rect">
            <a:avLst/>
          </a:prstGeom>
          <a:noFill/>
          <a:ln/>
        </p:spPr>
        <p:txBody>
          <a:bodyPr vert="horz" wrap="square" lIns="0" tIns="0" rIns="0" bIns="0" rtlCol="0" anchor="ctr"/>
          <a:lstStyle/>
          <a:p>
            <a:pPr marL="0" indent="0">
              <a:lnSpc>
                <a:spcPts val="1800"/>
              </a:lnSpc>
              <a:buNone/>
            </a:pPr>
            <a:r>
              <a:rPr lang="en-US" sz="1200" b="1" dirty="0">
                <a:solidFill>
                  <a:srgbClr val="00F5FF"/>
                </a:solidFill>
              </a:rPr>
              <a:t>06</a:t>
            </a:r>
            <a:endParaRPr lang="en-US" sz="1200" dirty="0"/>
          </a:p>
        </p:txBody>
      </p:sp>
      <p:sp>
        <p:nvSpPr>
          <p:cNvPr id="55" name="SK-17-text-54"/>
          <p:cNvSpPr/>
          <p:nvPr/>
        </p:nvSpPr>
        <p:spPr>
          <a:xfrm>
            <a:off x="7577138" y="1643063"/>
            <a:ext cx="3112770" cy="271463"/>
          </a:xfrm>
          <a:prstGeom prst="rect">
            <a:avLst/>
          </a:prstGeom>
          <a:noFill/>
          <a:ln/>
        </p:spPr>
        <p:txBody>
          <a:bodyPr vert="horz" wrap="none" lIns="0" tIns="0" rIns="0" bIns="0" rtlCol="0" anchor="ctr"/>
          <a:lstStyle/>
          <a:p>
            <a:pPr marL="0" indent="0">
              <a:lnSpc>
                <a:spcPts val="2138"/>
              </a:lnSpc>
              <a:buNone/>
            </a:pPr>
            <a:r>
              <a:rPr lang="en-US" sz="1425" b="1" dirty="0">
                <a:solidFill>
                  <a:srgbClr val="FFFFFF"/>
                </a:solidFill>
                <a:latin typeface="Noto Sans SC" pitchFamily="34" charset="0"/>
                <a:ea typeface="Noto Sans SC" pitchFamily="34" charset="-122"/>
                <a:cs typeface="Noto Sans SC" pitchFamily="34" charset="-120"/>
              </a:rPr>
              <a:t> 五维学习闭环生态</a:t>
            </a:r>
            <a:endParaRPr lang="en-US" sz="1425" dirty="0"/>
          </a:p>
        </p:txBody>
      </p:sp>
      <p:sp>
        <p:nvSpPr>
          <p:cNvPr id="56" name="SK-17-text-55"/>
          <p:cNvSpPr/>
          <p:nvPr/>
        </p:nvSpPr>
        <p:spPr>
          <a:xfrm>
            <a:off x="9848850" y="1681163"/>
            <a:ext cx="1619250" cy="600075"/>
          </a:xfrm>
          <a:prstGeom prst="rect">
            <a:avLst/>
          </a:prstGeom>
          <a:noFill/>
          <a:ln/>
        </p:spPr>
        <p:txBody>
          <a:bodyPr vert="horz" wrap="square" lIns="0" tIns="0" rIns="0" bIns="0" rtlCol="0" anchor="ctr"/>
          <a:lstStyle/>
          <a:p>
            <a:pPr marL="0" indent="0">
              <a:lnSpc>
                <a:spcPts val="1575"/>
              </a:lnSpc>
              <a:buNone/>
            </a:pPr>
            <a:r>
              <a:rPr lang="en-US" sz="1125" dirty="0">
                <a:solidFill>
                  <a:srgbClr val="A0AEC0"/>
                </a:solidFill>
                <a:latin typeface="Noto Sans SC" pitchFamily="34" charset="0"/>
                <a:ea typeface="Noto Sans SC" pitchFamily="34" charset="-122"/>
                <a:cs typeface="Noto Sans SC" pitchFamily="34" charset="-120"/>
              </a:rPr>
              <a:t>画像-资源-路径-评估-反馈形成持续进化的学习全链路。</a:t>
            </a:r>
            <a:endParaRPr lang="en-US" sz="1125" dirty="0"/>
          </a:p>
        </p:txBody>
      </p:sp>
      <p:sp>
        <p:nvSpPr>
          <p:cNvPr id="57" name="SK-17-text-56"/>
          <p:cNvSpPr/>
          <p:nvPr/>
        </p:nvSpPr>
        <p:spPr>
          <a:xfrm>
            <a:off x="6572250" y="2876550"/>
            <a:ext cx="685800" cy="304800"/>
          </a:xfrm>
          <a:prstGeom prst="rect">
            <a:avLst/>
          </a:prstGeom>
          <a:noFill/>
          <a:ln/>
        </p:spPr>
        <p:txBody>
          <a:bodyPr vert="horz" wrap="square" lIns="0" tIns="0" rIns="0" bIns="0" rtlCol="0" anchor="ctr"/>
          <a:lstStyle/>
          <a:p>
            <a:pPr marL="0" indent="0">
              <a:lnSpc>
                <a:spcPts val="1800"/>
              </a:lnSpc>
              <a:buNone/>
            </a:pPr>
            <a:r>
              <a:rPr lang="en-US" sz="1200" b="1" dirty="0">
                <a:solidFill>
                  <a:srgbClr val="00F5FF"/>
                </a:solidFill>
              </a:rPr>
              <a:t>07</a:t>
            </a:r>
            <a:endParaRPr lang="en-US" sz="1200" dirty="0"/>
          </a:p>
        </p:txBody>
      </p:sp>
      <p:sp>
        <p:nvSpPr>
          <p:cNvPr id="58" name="SK-17-text-57"/>
          <p:cNvSpPr/>
          <p:nvPr/>
        </p:nvSpPr>
        <p:spPr>
          <a:xfrm>
            <a:off x="7577138" y="2709863"/>
            <a:ext cx="4271010" cy="271463"/>
          </a:xfrm>
          <a:prstGeom prst="rect">
            <a:avLst/>
          </a:prstGeom>
          <a:noFill/>
          <a:ln/>
        </p:spPr>
        <p:txBody>
          <a:bodyPr vert="horz" wrap="none" lIns="0" tIns="0" rIns="0" bIns="0" rtlCol="0" anchor="ctr"/>
          <a:lstStyle/>
          <a:p>
            <a:pPr marL="0" indent="0">
              <a:lnSpc>
                <a:spcPts val="2138"/>
              </a:lnSpc>
              <a:buNone/>
            </a:pPr>
            <a:r>
              <a:rPr lang="en-US" sz="1425" b="1" dirty="0">
                <a:solidFill>
                  <a:srgbClr val="FFFFFF"/>
                </a:solidFill>
                <a:latin typeface="Noto Sans SC" pitchFamily="34" charset="0"/>
                <a:ea typeface="Noto Sans SC" pitchFamily="34" charset="-122"/>
                <a:cs typeface="Noto Sans SC" pitchFamily="34" charset="-120"/>
              </a:rPr>
              <a:t> RAG + PubMed双重循证</a:t>
            </a:r>
            <a:endParaRPr lang="en-US" sz="1425" dirty="0"/>
          </a:p>
        </p:txBody>
      </p:sp>
      <p:sp>
        <p:nvSpPr>
          <p:cNvPr id="59" name="SK-17-text-58"/>
          <p:cNvSpPr/>
          <p:nvPr/>
        </p:nvSpPr>
        <p:spPr>
          <a:xfrm>
            <a:off x="9848850" y="2747963"/>
            <a:ext cx="1619250" cy="600075"/>
          </a:xfrm>
          <a:prstGeom prst="rect">
            <a:avLst/>
          </a:prstGeom>
          <a:noFill/>
          <a:ln/>
        </p:spPr>
        <p:txBody>
          <a:bodyPr vert="horz" wrap="square" lIns="0" tIns="0" rIns="0" bIns="0" rtlCol="0" anchor="ctr"/>
          <a:lstStyle/>
          <a:p>
            <a:pPr marL="0" indent="0">
              <a:lnSpc>
                <a:spcPts val="1575"/>
              </a:lnSpc>
              <a:buNone/>
            </a:pPr>
            <a:r>
              <a:rPr lang="en-US" sz="1125" dirty="0">
                <a:solidFill>
                  <a:srgbClr val="A0AEC0"/>
                </a:solidFill>
                <a:latin typeface="Noto Sans SC" pitchFamily="34" charset="0"/>
                <a:ea typeface="Noto Sans SC" pitchFamily="34" charset="-122"/>
                <a:cs typeface="Noto Sans SC" pitchFamily="34" charset="-120"/>
              </a:rPr>
              <a:t>本地指南权威溯源与PubMed国际前沿研究互补支撑。</a:t>
            </a:r>
            <a:endParaRPr lang="en-US" sz="1125" dirty="0"/>
          </a:p>
        </p:txBody>
      </p:sp>
      <p:sp>
        <p:nvSpPr>
          <p:cNvPr id="60" name="SK-17-text-59"/>
          <p:cNvSpPr/>
          <p:nvPr/>
        </p:nvSpPr>
        <p:spPr>
          <a:xfrm>
            <a:off x="6572250" y="3943350"/>
            <a:ext cx="685800" cy="304800"/>
          </a:xfrm>
          <a:prstGeom prst="rect">
            <a:avLst/>
          </a:prstGeom>
          <a:noFill/>
          <a:ln/>
        </p:spPr>
        <p:txBody>
          <a:bodyPr vert="horz" wrap="square" lIns="0" tIns="0" rIns="0" bIns="0" rtlCol="0" anchor="ctr"/>
          <a:lstStyle/>
          <a:p>
            <a:pPr marL="0" indent="0">
              <a:lnSpc>
                <a:spcPts val="1800"/>
              </a:lnSpc>
              <a:buNone/>
            </a:pPr>
            <a:r>
              <a:rPr lang="en-US" sz="1200" b="1" dirty="0">
                <a:solidFill>
                  <a:srgbClr val="00F5FF"/>
                </a:solidFill>
              </a:rPr>
              <a:t>08</a:t>
            </a:r>
            <a:endParaRPr lang="en-US" sz="1200" dirty="0"/>
          </a:p>
        </p:txBody>
      </p:sp>
      <p:sp>
        <p:nvSpPr>
          <p:cNvPr id="61" name="SK-17-text-60"/>
          <p:cNvSpPr/>
          <p:nvPr/>
        </p:nvSpPr>
        <p:spPr>
          <a:xfrm>
            <a:off x="7577138" y="3776662"/>
            <a:ext cx="3836670" cy="271463"/>
          </a:xfrm>
          <a:prstGeom prst="rect">
            <a:avLst/>
          </a:prstGeom>
          <a:noFill/>
          <a:ln/>
        </p:spPr>
        <p:txBody>
          <a:bodyPr vert="horz" wrap="none" lIns="0" tIns="0" rIns="0" bIns="0" rtlCol="0" anchor="ctr"/>
          <a:lstStyle/>
          <a:p>
            <a:pPr marL="0" indent="0">
              <a:lnSpc>
                <a:spcPts val="2138"/>
              </a:lnSpc>
              <a:buNone/>
            </a:pPr>
            <a:r>
              <a:rPr lang="en-US" sz="1425" b="1" dirty="0">
                <a:solidFill>
                  <a:srgbClr val="FFFFFF"/>
                </a:solidFill>
                <a:latin typeface="Noto Sans SC" pitchFamily="34" charset="0"/>
                <a:ea typeface="Noto Sans SC" pitchFamily="34" charset="-122"/>
                <a:cs typeface="Noto Sans SC" pitchFamily="34" charset="-120"/>
              </a:rPr>
              <a:t> 医学代码辅助开发能力</a:t>
            </a:r>
            <a:endParaRPr lang="en-US" sz="1425" dirty="0"/>
          </a:p>
        </p:txBody>
      </p:sp>
      <p:sp>
        <p:nvSpPr>
          <p:cNvPr id="62" name="SK-17-text-61"/>
          <p:cNvSpPr/>
          <p:nvPr/>
        </p:nvSpPr>
        <p:spPr>
          <a:xfrm>
            <a:off x="9848850" y="3814763"/>
            <a:ext cx="1619250" cy="600075"/>
          </a:xfrm>
          <a:prstGeom prst="rect">
            <a:avLst/>
          </a:prstGeom>
          <a:noFill/>
          <a:ln/>
        </p:spPr>
        <p:txBody>
          <a:bodyPr vert="horz" wrap="square" lIns="0" tIns="0" rIns="0" bIns="0" rtlCol="0" anchor="ctr"/>
          <a:lstStyle/>
          <a:p>
            <a:pPr marL="0" indent="0">
              <a:lnSpc>
                <a:spcPts val="1575"/>
              </a:lnSpc>
              <a:buNone/>
            </a:pPr>
            <a:r>
              <a:rPr lang="en-US" sz="1125" dirty="0">
                <a:solidFill>
                  <a:srgbClr val="A0AEC0"/>
                </a:solidFill>
                <a:latin typeface="Noto Sans SC" pitchFamily="34" charset="0"/>
                <a:ea typeface="Noto Sans SC" pitchFamily="34" charset="-122"/>
                <a:cs typeface="Noto Sans SC" pitchFamily="34" charset="-120"/>
              </a:rPr>
              <a:t>融合理论与实操，培养医学生临床数据分析编程素养。</a:t>
            </a:r>
            <a:endParaRPr lang="en-US" sz="1125" dirty="0"/>
          </a:p>
        </p:txBody>
      </p:sp>
      <p:sp>
        <p:nvSpPr>
          <p:cNvPr id="63" name="SK-17-text-62"/>
          <p:cNvSpPr/>
          <p:nvPr/>
        </p:nvSpPr>
        <p:spPr>
          <a:xfrm>
            <a:off x="6572250" y="5010150"/>
            <a:ext cx="685800" cy="304800"/>
          </a:xfrm>
          <a:prstGeom prst="rect">
            <a:avLst/>
          </a:prstGeom>
          <a:noFill/>
          <a:ln/>
        </p:spPr>
        <p:txBody>
          <a:bodyPr vert="horz" wrap="square" lIns="0" tIns="0" rIns="0" bIns="0" rtlCol="0" anchor="ctr"/>
          <a:lstStyle/>
          <a:p>
            <a:pPr marL="0" indent="0">
              <a:lnSpc>
                <a:spcPts val="1800"/>
              </a:lnSpc>
              <a:buNone/>
            </a:pPr>
            <a:r>
              <a:rPr lang="en-US" sz="1200" b="1" dirty="0">
                <a:solidFill>
                  <a:srgbClr val="00F5FF"/>
                </a:solidFill>
              </a:rPr>
              <a:t>09</a:t>
            </a:r>
            <a:endParaRPr lang="en-US" sz="1200" dirty="0"/>
          </a:p>
        </p:txBody>
      </p:sp>
      <p:sp>
        <p:nvSpPr>
          <p:cNvPr id="64" name="SK-17-text-63"/>
          <p:cNvSpPr/>
          <p:nvPr/>
        </p:nvSpPr>
        <p:spPr>
          <a:xfrm>
            <a:off x="7577138" y="4843463"/>
            <a:ext cx="3474720" cy="271463"/>
          </a:xfrm>
          <a:prstGeom prst="rect">
            <a:avLst/>
          </a:prstGeom>
          <a:noFill/>
          <a:ln/>
        </p:spPr>
        <p:txBody>
          <a:bodyPr vert="horz" wrap="none" lIns="0" tIns="0" rIns="0" bIns="0" rtlCol="0" anchor="ctr"/>
          <a:lstStyle/>
          <a:p>
            <a:pPr marL="0" indent="0">
              <a:lnSpc>
                <a:spcPts val="2138"/>
              </a:lnSpc>
              <a:buNone/>
            </a:pPr>
            <a:r>
              <a:rPr lang="en-US" sz="1425" b="1" dirty="0">
                <a:solidFill>
                  <a:srgbClr val="FFFFFF"/>
                </a:solidFill>
                <a:latin typeface="Noto Sans SC" pitchFamily="34" charset="0"/>
                <a:ea typeface="Noto Sans SC" pitchFamily="34" charset="-122"/>
                <a:cs typeface="Noto Sans SC" pitchFamily="34" charset="-120"/>
              </a:rPr>
              <a:t> 全配置化高扩展架构</a:t>
            </a:r>
            <a:endParaRPr lang="en-US" sz="1425" dirty="0"/>
          </a:p>
        </p:txBody>
      </p:sp>
      <p:sp>
        <p:nvSpPr>
          <p:cNvPr id="65" name="SK-17-text-64"/>
          <p:cNvSpPr/>
          <p:nvPr/>
        </p:nvSpPr>
        <p:spPr>
          <a:xfrm>
            <a:off x="9848850" y="4881563"/>
            <a:ext cx="1619250" cy="600075"/>
          </a:xfrm>
          <a:prstGeom prst="rect">
            <a:avLst/>
          </a:prstGeom>
          <a:noFill/>
          <a:ln/>
        </p:spPr>
        <p:txBody>
          <a:bodyPr vert="horz" wrap="square" lIns="0" tIns="0" rIns="0" bIns="0" rtlCol="0" anchor="ctr"/>
          <a:lstStyle/>
          <a:p>
            <a:pPr marL="0" indent="0">
              <a:lnSpc>
                <a:spcPts val="1575"/>
              </a:lnSpc>
              <a:buNone/>
            </a:pPr>
            <a:r>
              <a:rPr lang="en-US" sz="1125" dirty="0">
                <a:solidFill>
                  <a:srgbClr val="A0AEC0"/>
                </a:solidFill>
                <a:latin typeface="Noto Sans SC" pitchFamily="34" charset="0"/>
                <a:ea typeface="Noto Sans SC" pitchFamily="34" charset="-122"/>
                <a:cs typeface="Noto Sans SC" pitchFamily="34" charset="-120"/>
              </a:rPr>
              <a:t>YAML驱动专家矩阵与规则，支持快速跨学科场景迁移。</a:t>
            </a:r>
            <a:endParaRPr lang="en-US" sz="1125"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SK-18-img-1" descr="preencoded.png"/>
          <p:cNvPicPr>
            <a:picLocks noChangeAspect="1"/>
          </p:cNvPicPr>
          <p:nvPr/>
        </p:nvPicPr>
        <p:blipFill>
          <a:blip r:embed="rId3"/>
          <a:stretch>
            <a:fillRect/>
          </a:stretch>
        </p:blipFill>
        <p:spPr>
          <a:xfrm>
            <a:off x="0" y="0"/>
            <a:ext cx="12192000" cy="6858000"/>
          </a:xfrm>
          <a:prstGeom prst="rect">
            <a:avLst/>
          </a:prstGeom>
        </p:spPr>
      </p:pic>
      <p:pic>
        <p:nvPicPr>
          <p:cNvPr id="3" name="SK-18-img-2" descr="preencoded.png"/>
          <p:cNvPicPr>
            <a:picLocks noChangeAspect="1"/>
          </p:cNvPicPr>
          <p:nvPr/>
        </p:nvPicPr>
        <p:blipFill>
          <a:blip r:embed="rId3"/>
          <a:stretch>
            <a:fillRect/>
          </a:stretch>
        </p:blipFill>
        <p:spPr>
          <a:xfrm>
            <a:off x="0" y="0"/>
            <a:ext cx="12192000" cy="6858000"/>
          </a:xfrm>
          <a:prstGeom prst="rect">
            <a:avLst/>
          </a:prstGeom>
        </p:spPr>
      </p:pic>
      <p:pic>
        <p:nvPicPr>
          <p:cNvPr id="4" name="SK-18-img-3" descr="preencoded.png"/>
          <p:cNvPicPr>
            <a:picLocks noChangeAspect="1"/>
          </p:cNvPicPr>
          <p:nvPr/>
        </p:nvPicPr>
        <p:blipFill>
          <a:blip r:embed="rId4"/>
          <a:stretch>
            <a:fillRect/>
          </a:stretch>
        </p:blipFill>
        <p:spPr>
          <a:xfrm>
            <a:off x="571500" y="381000"/>
            <a:ext cx="1676400" cy="238125"/>
          </a:xfrm>
          <a:prstGeom prst="rect">
            <a:avLst/>
          </a:prstGeom>
        </p:spPr>
      </p:pic>
      <p:pic>
        <p:nvPicPr>
          <p:cNvPr id="5" name="SK-18-img-4" descr="preencoded.png"/>
          <p:cNvPicPr>
            <a:picLocks noChangeAspect="1"/>
          </p:cNvPicPr>
          <p:nvPr/>
        </p:nvPicPr>
        <p:blipFill>
          <a:blip r:embed="rId5"/>
          <a:stretch>
            <a:fillRect/>
          </a:stretch>
        </p:blipFill>
        <p:spPr>
          <a:xfrm>
            <a:off x="2362200" y="495300"/>
            <a:ext cx="9258300" cy="9525"/>
          </a:xfrm>
          <a:prstGeom prst="rect">
            <a:avLst/>
          </a:prstGeom>
        </p:spPr>
      </p:pic>
      <p:pic>
        <p:nvPicPr>
          <p:cNvPr id="6" name="SK-18-img-5" descr="preencoded.png"/>
          <p:cNvPicPr>
            <a:picLocks noChangeAspect="1"/>
          </p:cNvPicPr>
          <p:nvPr/>
        </p:nvPicPr>
        <p:blipFill>
          <a:blip r:embed="rId6"/>
          <a:stretch>
            <a:fillRect/>
          </a:stretch>
        </p:blipFill>
        <p:spPr>
          <a:xfrm>
            <a:off x="571500" y="1390650"/>
            <a:ext cx="38100" cy="38100"/>
          </a:xfrm>
          <a:prstGeom prst="rect">
            <a:avLst/>
          </a:prstGeom>
        </p:spPr>
      </p:pic>
      <p:pic>
        <p:nvPicPr>
          <p:cNvPr id="7" name="SK-18-img-6" descr="preencoded.png"/>
          <p:cNvPicPr>
            <a:picLocks noChangeAspect="1"/>
          </p:cNvPicPr>
          <p:nvPr/>
        </p:nvPicPr>
        <p:blipFill>
          <a:blip r:embed="rId7"/>
          <a:stretch>
            <a:fillRect/>
          </a:stretch>
        </p:blipFill>
        <p:spPr>
          <a:xfrm>
            <a:off x="10753725" y="1885950"/>
            <a:ext cx="866775" cy="247650"/>
          </a:xfrm>
          <a:prstGeom prst="rect">
            <a:avLst/>
          </a:prstGeom>
        </p:spPr>
      </p:pic>
      <p:pic>
        <p:nvPicPr>
          <p:cNvPr id="8" name="SK-18-img-7" descr="preencoded.png"/>
          <p:cNvPicPr>
            <a:picLocks noChangeAspect="1"/>
          </p:cNvPicPr>
          <p:nvPr/>
        </p:nvPicPr>
        <p:blipFill>
          <a:blip r:embed="rId8"/>
          <a:stretch>
            <a:fillRect/>
          </a:stretch>
        </p:blipFill>
        <p:spPr>
          <a:xfrm>
            <a:off x="10848975" y="1952625"/>
            <a:ext cx="142875" cy="114300"/>
          </a:xfrm>
          <a:prstGeom prst="rect">
            <a:avLst/>
          </a:prstGeom>
        </p:spPr>
      </p:pic>
      <p:pic>
        <p:nvPicPr>
          <p:cNvPr id="9" name="SK-18-img-8" descr="preencoded.png"/>
          <p:cNvPicPr>
            <a:picLocks noChangeAspect="1"/>
          </p:cNvPicPr>
          <p:nvPr/>
        </p:nvPicPr>
        <p:blipFill>
          <a:blip r:embed="rId7"/>
          <a:stretch>
            <a:fillRect/>
          </a:stretch>
        </p:blipFill>
        <p:spPr>
          <a:xfrm>
            <a:off x="10753725" y="2514600"/>
            <a:ext cx="866775" cy="247650"/>
          </a:xfrm>
          <a:prstGeom prst="rect">
            <a:avLst/>
          </a:prstGeom>
        </p:spPr>
      </p:pic>
      <p:pic>
        <p:nvPicPr>
          <p:cNvPr id="10" name="SK-18-img-9" descr="preencoded.png"/>
          <p:cNvPicPr>
            <a:picLocks noChangeAspect="1"/>
          </p:cNvPicPr>
          <p:nvPr/>
        </p:nvPicPr>
        <p:blipFill>
          <a:blip r:embed="rId9"/>
          <a:stretch>
            <a:fillRect/>
          </a:stretch>
        </p:blipFill>
        <p:spPr>
          <a:xfrm>
            <a:off x="10848975" y="2581275"/>
            <a:ext cx="142875" cy="114300"/>
          </a:xfrm>
          <a:prstGeom prst="rect">
            <a:avLst/>
          </a:prstGeom>
        </p:spPr>
      </p:pic>
      <p:pic>
        <p:nvPicPr>
          <p:cNvPr id="11" name="SK-18-img-10" descr="preencoded.png"/>
          <p:cNvPicPr>
            <a:picLocks noChangeAspect="1"/>
          </p:cNvPicPr>
          <p:nvPr/>
        </p:nvPicPr>
        <p:blipFill>
          <a:blip r:embed="rId7"/>
          <a:stretch>
            <a:fillRect/>
          </a:stretch>
        </p:blipFill>
        <p:spPr>
          <a:xfrm>
            <a:off x="10753725" y="3067050"/>
            <a:ext cx="866775" cy="247650"/>
          </a:xfrm>
          <a:prstGeom prst="rect">
            <a:avLst/>
          </a:prstGeom>
        </p:spPr>
      </p:pic>
      <p:pic>
        <p:nvPicPr>
          <p:cNvPr id="12" name="SK-18-img-11" descr="preencoded.png"/>
          <p:cNvPicPr>
            <a:picLocks noChangeAspect="1"/>
          </p:cNvPicPr>
          <p:nvPr/>
        </p:nvPicPr>
        <p:blipFill>
          <a:blip r:embed="rId9"/>
          <a:stretch>
            <a:fillRect/>
          </a:stretch>
        </p:blipFill>
        <p:spPr>
          <a:xfrm>
            <a:off x="10848975" y="3133725"/>
            <a:ext cx="142875" cy="114300"/>
          </a:xfrm>
          <a:prstGeom prst="rect">
            <a:avLst/>
          </a:prstGeom>
        </p:spPr>
      </p:pic>
      <p:pic>
        <p:nvPicPr>
          <p:cNvPr id="13" name="SK-18-img-12" descr="preencoded.png"/>
          <p:cNvPicPr>
            <a:picLocks noChangeAspect="1"/>
          </p:cNvPicPr>
          <p:nvPr/>
        </p:nvPicPr>
        <p:blipFill>
          <a:blip r:embed="rId10"/>
          <a:stretch>
            <a:fillRect/>
          </a:stretch>
        </p:blipFill>
        <p:spPr>
          <a:xfrm>
            <a:off x="10753725" y="3619500"/>
            <a:ext cx="866775" cy="247650"/>
          </a:xfrm>
          <a:prstGeom prst="rect">
            <a:avLst/>
          </a:prstGeom>
        </p:spPr>
      </p:pic>
      <p:pic>
        <p:nvPicPr>
          <p:cNvPr id="14" name="SK-18-img-13" descr="preencoded.png"/>
          <p:cNvPicPr>
            <a:picLocks noChangeAspect="1"/>
          </p:cNvPicPr>
          <p:nvPr/>
        </p:nvPicPr>
        <p:blipFill>
          <a:blip r:embed="rId9"/>
          <a:stretch>
            <a:fillRect/>
          </a:stretch>
        </p:blipFill>
        <p:spPr>
          <a:xfrm>
            <a:off x="10848975" y="3686175"/>
            <a:ext cx="142875" cy="114300"/>
          </a:xfrm>
          <a:prstGeom prst="rect">
            <a:avLst/>
          </a:prstGeom>
        </p:spPr>
      </p:pic>
      <p:pic>
        <p:nvPicPr>
          <p:cNvPr id="15" name="SK-18-img-14" descr="preencoded.png"/>
          <p:cNvPicPr>
            <a:picLocks noChangeAspect="1"/>
          </p:cNvPicPr>
          <p:nvPr/>
        </p:nvPicPr>
        <p:blipFill>
          <a:blip r:embed="rId7"/>
          <a:stretch>
            <a:fillRect/>
          </a:stretch>
        </p:blipFill>
        <p:spPr>
          <a:xfrm>
            <a:off x="10753725" y="4248150"/>
            <a:ext cx="866775" cy="247650"/>
          </a:xfrm>
          <a:prstGeom prst="rect">
            <a:avLst/>
          </a:prstGeom>
        </p:spPr>
      </p:pic>
      <p:pic>
        <p:nvPicPr>
          <p:cNvPr id="16" name="SK-18-img-15" descr="preencoded.png"/>
          <p:cNvPicPr>
            <a:picLocks noChangeAspect="1"/>
          </p:cNvPicPr>
          <p:nvPr/>
        </p:nvPicPr>
        <p:blipFill>
          <a:blip r:embed="rId9"/>
          <a:stretch>
            <a:fillRect/>
          </a:stretch>
        </p:blipFill>
        <p:spPr>
          <a:xfrm>
            <a:off x="10848975" y="4314825"/>
            <a:ext cx="142875" cy="114300"/>
          </a:xfrm>
          <a:prstGeom prst="rect">
            <a:avLst/>
          </a:prstGeom>
        </p:spPr>
      </p:pic>
      <p:pic>
        <p:nvPicPr>
          <p:cNvPr id="17" name="SK-18-img-16" descr="preencoded.png"/>
          <p:cNvPicPr>
            <a:picLocks noChangeAspect="1"/>
          </p:cNvPicPr>
          <p:nvPr/>
        </p:nvPicPr>
        <p:blipFill>
          <a:blip r:embed="rId11"/>
          <a:stretch>
            <a:fillRect/>
          </a:stretch>
        </p:blipFill>
        <p:spPr>
          <a:xfrm>
            <a:off x="571500" y="4781550"/>
            <a:ext cx="11049000" cy="9525"/>
          </a:xfrm>
          <a:prstGeom prst="rect">
            <a:avLst/>
          </a:prstGeom>
        </p:spPr>
      </p:pic>
      <p:pic>
        <p:nvPicPr>
          <p:cNvPr id="18" name="SK-18-img-17" descr="preencoded.png"/>
          <p:cNvPicPr>
            <a:picLocks noChangeAspect="1"/>
          </p:cNvPicPr>
          <p:nvPr/>
        </p:nvPicPr>
        <p:blipFill>
          <a:blip r:embed="rId12"/>
          <a:stretch>
            <a:fillRect/>
          </a:stretch>
        </p:blipFill>
        <p:spPr>
          <a:xfrm>
            <a:off x="10753725" y="5000625"/>
            <a:ext cx="866775" cy="247650"/>
          </a:xfrm>
          <a:prstGeom prst="rect">
            <a:avLst/>
          </a:prstGeom>
        </p:spPr>
      </p:pic>
      <p:pic>
        <p:nvPicPr>
          <p:cNvPr id="19" name="SK-18-img-18" descr="preencoded.png"/>
          <p:cNvPicPr>
            <a:picLocks noChangeAspect="1"/>
          </p:cNvPicPr>
          <p:nvPr/>
        </p:nvPicPr>
        <p:blipFill>
          <a:blip r:embed="rId13"/>
          <a:stretch>
            <a:fillRect/>
          </a:stretch>
        </p:blipFill>
        <p:spPr>
          <a:xfrm>
            <a:off x="10848975" y="5067300"/>
            <a:ext cx="142875" cy="114300"/>
          </a:xfrm>
          <a:prstGeom prst="rect">
            <a:avLst/>
          </a:prstGeom>
        </p:spPr>
      </p:pic>
      <p:pic>
        <p:nvPicPr>
          <p:cNvPr id="20" name="SK-18-img-19" descr="preencoded.png"/>
          <p:cNvPicPr>
            <a:picLocks noChangeAspect="1"/>
          </p:cNvPicPr>
          <p:nvPr/>
        </p:nvPicPr>
        <p:blipFill>
          <a:blip r:embed="rId12"/>
          <a:stretch>
            <a:fillRect/>
          </a:stretch>
        </p:blipFill>
        <p:spPr>
          <a:xfrm>
            <a:off x="10753725" y="5476875"/>
            <a:ext cx="866775" cy="247650"/>
          </a:xfrm>
          <a:prstGeom prst="rect">
            <a:avLst/>
          </a:prstGeom>
        </p:spPr>
      </p:pic>
      <p:pic>
        <p:nvPicPr>
          <p:cNvPr id="21" name="SK-18-img-20" descr="preencoded.png"/>
          <p:cNvPicPr>
            <a:picLocks noChangeAspect="1"/>
          </p:cNvPicPr>
          <p:nvPr/>
        </p:nvPicPr>
        <p:blipFill>
          <a:blip r:embed="rId13"/>
          <a:stretch>
            <a:fillRect/>
          </a:stretch>
        </p:blipFill>
        <p:spPr>
          <a:xfrm>
            <a:off x="10848975" y="5543550"/>
            <a:ext cx="142875" cy="114300"/>
          </a:xfrm>
          <a:prstGeom prst="rect">
            <a:avLst/>
          </a:prstGeom>
        </p:spPr>
      </p:pic>
      <p:pic>
        <p:nvPicPr>
          <p:cNvPr id="22" name="SK-18-img-21" descr="preencoded.png"/>
          <p:cNvPicPr>
            <a:picLocks noChangeAspect="1"/>
          </p:cNvPicPr>
          <p:nvPr/>
        </p:nvPicPr>
        <p:blipFill>
          <a:blip r:embed="rId14"/>
          <a:stretch>
            <a:fillRect/>
          </a:stretch>
        </p:blipFill>
        <p:spPr>
          <a:xfrm>
            <a:off x="571500" y="5857875"/>
            <a:ext cx="11049000" cy="733425"/>
          </a:xfrm>
          <a:prstGeom prst="rect">
            <a:avLst/>
          </a:prstGeom>
        </p:spPr>
      </p:pic>
      <p:pic>
        <p:nvPicPr>
          <p:cNvPr id="23" name="SK-18-img-22" descr="preencoded.png"/>
          <p:cNvPicPr>
            <a:picLocks noChangeAspect="1"/>
          </p:cNvPicPr>
          <p:nvPr/>
        </p:nvPicPr>
        <p:blipFill>
          <a:blip r:embed="rId15"/>
          <a:stretch>
            <a:fillRect/>
          </a:stretch>
        </p:blipFill>
        <p:spPr>
          <a:xfrm>
            <a:off x="4962525" y="6010275"/>
            <a:ext cx="6467475" cy="428625"/>
          </a:xfrm>
          <a:prstGeom prst="rect">
            <a:avLst/>
          </a:prstGeom>
        </p:spPr>
      </p:pic>
      <p:sp>
        <p:nvSpPr>
          <p:cNvPr id="24" name="SK-18-text-23"/>
          <p:cNvSpPr/>
          <p:nvPr/>
        </p:nvSpPr>
        <p:spPr>
          <a:xfrm>
            <a:off x="647700" y="381000"/>
            <a:ext cx="2403764" cy="238125"/>
          </a:xfrm>
          <a:prstGeom prst="rect">
            <a:avLst/>
          </a:prstGeom>
          <a:noFill/>
          <a:ln/>
        </p:spPr>
        <p:txBody>
          <a:bodyPr vert="horz" wrap="square" lIns="0" tIns="0" rIns="0" bIns="0" rtlCol="0" anchor="ctr"/>
          <a:lstStyle/>
          <a:p>
            <a:pPr marL="0" indent="0">
              <a:lnSpc>
                <a:spcPts val="1575"/>
              </a:lnSpc>
              <a:buNone/>
            </a:pPr>
            <a:r>
              <a:rPr lang="en-US" sz="1050" kern="0" spc="120" dirty="0">
                <a:solidFill>
                  <a:srgbClr val="00F5FF"/>
                </a:solidFill>
              </a:rPr>
              <a:t>TECHNICAL MODULE</a:t>
            </a:r>
            <a:endParaRPr lang="en-US" sz="1050" dirty="0"/>
          </a:p>
        </p:txBody>
      </p:sp>
      <p:sp>
        <p:nvSpPr>
          <p:cNvPr id="25" name="SK-18-text-24"/>
          <p:cNvSpPr/>
          <p:nvPr/>
        </p:nvSpPr>
        <p:spPr>
          <a:xfrm>
            <a:off x="571500" y="695325"/>
            <a:ext cx="11049000" cy="485775"/>
          </a:xfrm>
          <a:prstGeom prst="rect">
            <a:avLst/>
          </a:prstGeom>
          <a:noFill/>
          <a:ln/>
        </p:spPr>
        <p:txBody>
          <a:bodyPr vert="horz" wrap="square" lIns="0" tIns="0" rIns="0" bIns="0" rtlCol="0" anchor="ctr"/>
          <a:lstStyle/>
          <a:p>
            <a:pPr marL="0" indent="0">
              <a:lnSpc>
                <a:spcPts val="3825"/>
              </a:lnSpc>
              <a:buNone/>
            </a:pPr>
            <a:r>
              <a:rPr lang="en-US" sz="2550" b="1" dirty="0">
                <a:solidFill>
                  <a:srgbClr val="7B61FF"/>
                </a:solidFill>
                <a:latin typeface="Noto Sans SC" pitchFamily="34" charset="0"/>
                <a:ea typeface="Noto Sans SC" pitchFamily="34" charset="-122"/>
                <a:cs typeface="Noto Sans SC" pitchFamily="34" charset="-120"/>
              </a:rPr>
              <a:t>#</a:t>
            </a:r>
            <a:r>
              <a:rPr lang="en-US" sz="2550" b="1" dirty="0">
                <a:solidFill>
                  <a:srgbClr val="FFFFFF"/>
                </a:solidFill>
                <a:latin typeface="Noto Sans SC" pitchFamily="34" charset="0"/>
                <a:ea typeface="Noto Sans SC" pitchFamily="34" charset="-122"/>
                <a:cs typeface="Noto Sans SC" pitchFamily="34" charset="-120"/>
              </a:rPr>
              <a:t>赛题要求达成情况</a:t>
            </a:r>
            <a:endParaRPr lang="en-US" sz="2550" dirty="0"/>
          </a:p>
        </p:txBody>
      </p:sp>
      <p:sp>
        <p:nvSpPr>
          <p:cNvPr id="26" name="SK-18-text-25"/>
          <p:cNvSpPr/>
          <p:nvPr/>
        </p:nvSpPr>
        <p:spPr>
          <a:xfrm>
            <a:off x="685800" y="1295400"/>
            <a:ext cx="11506200" cy="228600"/>
          </a:xfrm>
          <a:prstGeom prst="rect">
            <a:avLst/>
          </a:prstGeom>
          <a:noFill/>
          <a:ln/>
        </p:spPr>
        <p:txBody>
          <a:bodyPr vert="horz" wrap="square" lIns="0" tIns="0" rIns="0" bIns="0" rtlCol="0" anchor="ctr"/>
          <a:lstStyle/>
          <a:p>
            <a:pPr marL="0" indent="0">
              <a:lnSpc>
                <a:spcPts val="1800"/>
              </a:lnSpc>
              <a:buNone/>
            </a:pPr>
            <a:r>
              <a:rPr lang="en-US" sz="1200" dirty="0">
                <a:solidFill>
                  <a:srgbClr val="A0AEC0"/>
                </a:solidFill>
                <a:latin typeface="Noto Sans SC" pitchFamily="34" charset="0"/>
                <a:ea typeface="Noto Sans SC" pitchFamily="34" charset="-122"/>
                <a:cs typeface="Noto Sans SC" pitchFamily="34" charset="-120"/>
              </a:rPr>
              <a:t>对标赛题各项要求，全面超额完成基础指标，并额外实现多模态、国际循证、代码辅助等亮点。</a:t>
            </a:r>
            <a:endParaRPr lang="en-US" sz="1200" dirty="0"/>
          </a:p>
        </p:txBody>
      </p:sp>
      <p:sp>
        <p:nvSpPr>
          <p:cNvPr id="27" name="SK-18-text-26"/>
          <p:cNvSpPr/>
          <p:nvPr/>
        </p:nvSpPr>
        <p:spPr>
          <a:xfrm>
            <a:off x="571500" y="1888331"/>
            <a:ext cx="5025330" cy="242888"/>
          </a:xfrm>
          <a:prstGeom prst="rect">
            <a:avLst/>
          </a:prstGeom>
          <a:noFill/>
          <a:ln/>
        </p:spPr>
        <p:txBody>
          <a:bodyPr vert="horz" wrap="square" lIns="0" tIns="0" rIns="0" bIns="0" rtlCol="0" anchor="ctr"/>
          <a:lstStyle/>
          <a:p>
            <a:pPr marL="0" indent="0">
              <a:lnSpc>
                <a:spcPts val="1913"/>
              </a:lnSpc>
              <a:buNone/>
            </a:pPr>
            <a:r>
              <a:rPr lang="en-US" sz="1275" b="1" dirty="0">
                <a:solidFill>
                  <a:srgbClr val="FFFFFF"/>
                </a:solidFill>
                <a:latin typeface="Noto Sans SC" pitchFamily="34" charset="0"/>
                <a:ea typeface="Noto Sans SC" pitchFamily="34" charset="-122"/>
                <a:cs typeface="Noto Sans SC" pitchFamily="34" charset="-120"/>
              </a:rPr>
              <a:t>动态学习画像构建</a:t>
            </a:r>
            <a:endParaRPr lang="en-US" sz="1275" dirty="0"/>
          </a:p>
        </p:txBody>
      </p:sp>
      <p:sp>
        <p:nvSpPr>
          <p:cNvPr id="28" name="SK-18-text-27"/>
          <p:cNvSpPr/>
          <p:nvPr/>
        </p:nvSpPr>
        <p:spPr>
          <a:xfrm>
            <a:off x="5687318" y="1809750"/>
            <a:ext cx="4875907" cy="400050"/>
          </a:xfrm>
          <a:prstGeom prst="rect">
            <a:avLst/>
          </a:prstGeom>
          <a:noFill/>
          <a:ln/>
        </p:spPr>
        <p:txBody>
          <a:bodyPr vert="horz" wrap="square" lIns="0" tIns="0" rIns="0" bIns="0" rtlCol="0" anchor="ctr"/>
          <a:lstStyle/>
          <a:p>
            <a:pPr marL="0" indent="0">
              <a:lnSpc>
                <a:spcPts val="1575"/>
              </a:lnSpc>
              <a:buNone/>
            </a:pPr>
            <a:r>
              <a:rPr lang="en-US" sz="1125" dirty="0">
                <a:solidFill>
                  <a:srgbClr val="A0AEC0"/>
                </a:solidFill>
                <a:latin typeface="Noto Sans SC" pitchFamily="34" charset="0"/>
                <a:ea typeface="Noto Sans SC" pitchFamily="34" charset="-122"/>
                <a:cs typeface="Noto Sans SC" pitchFamily="34" charset="-120"/>
              </a:rPr>
              <a:t>对话式特征抽取，实现 8 维度画像（超额完成赛题 6 维度要求），支持随学随新。</a:t>
            </a:r>
            <a:endParaRPr lang="en-US" sz="1125" dirty="0"/>
          </a:p>
        </p:txBody>
      </p:sp>
      <p:sp>
        <p:nvSpPr>
          <p:cNvPr id="29" name="SK-18-text-28"/>
          <p:cNvSpPr/>
          <p:nvPr/>
        </p:nvSpPr>
        <p:spPr>
          <a:xfrm>
            <a:off x="11068050" y="1885950"/>
            <a:ext cx="713433" cy="247650"/>
          </a:xfrm>
          <a:prstGeom prst="rect">
            <a:avLst/>
          </a:prstGeom>
          <a:noFill/>
          <a:ln/>
        </p:spPr>
        <p:txBody>
          <a:bodyPr vert="horz" wrap="none" lIns="0" tIns="0" rIns="0" bIns="0" rtlCol="0" anchor="ctr"/>
          <a:lstStyle/>
          <a:p>
            <a:pPr marL="0" indent="0">
              <a:lnSpc>
                <a:spcPts val="1350"/>
              </a:lnSpc>
              <a:buNone/>
            </a:pPr>
            <a:r>
              <a:rPr lang="en-US" sz="900" b="1" dirty="0">
                <a:solidFill>
                  <a:srgbClr val="48BB78"/>
                </a:solidFill>
                <a:latin typeface="Noto Sans SC" pitchFamily="34" charset="0"/>
                <a:ea typeface="Noto Sans SC" pitchFamily="34" charset="-122"/>
                <a:cs typeface="Noto Sans SC" pitchFamily="34" charset="-120"/>
              </a:rPr>
              <a:t>超额完成</a:t>
            </a:r>
            <a:endParaRPr lang="en-US" sz="900" dirty="0"/>
          </a:p>
        </p:txBody>
      </p:sp>
      <p:sp>
        <p:nvSpPr>
          <p:cNvPr id="30" name="SK-18-text-29"/>
          <p:cNvSpPr/>
          <p:nvPr/>
        </p:nvSpPr>
        <p:spPr>
          <a:xfrm>
            <a:off x="571500" y="2516981"/>
            <a:ext cx="5025330" cy="242888"/>
          </a:xfrm>
          <a:prstGeom prst="rect">
            <a:avLst/>
          </a:prstGeom>
          <a:noFill/>
          <a:ln/>
        </p:spPr>
        <p:txBody>
          <a:bodyPr vert="horz" wrap="square" lIns="0" tIns="0" rIns="0" bIns="0" rtlCol="0" anchor="ctr"/>
          <a:lstStyle/>
          <a:p>
            <a:pPr marL="0" indent="0">
              <a:lnSpc>
                <a:spcPts val="1913"/>
              </a:lnSpc>
              <a:buNone/>
            </a:pPr>
            <a:r>
              <a:rPr lang="en-US" sz="1275" b="1" dirty="0">
                <a:solidFill>
                  <a:srgbClr val="FFFFFF"/>
                </a:solidFill>
                <a:latin typeface="Noto Sans SC" pitchFamily="34" charset="0"/>
                <a:ea typeface="Noto Sans SC" pitchFamily="34" charset="-122"/>
                <a:cs typeface="Noto Sans SC" pitchFamily="34" charset="-120"/>
              </a:rPr>
              <a:t>多智能体架构设计</a:t>
            </a:r>
            <a:endParaRPr lang="en-US" sz="1275" dirty="0"/>
          </a:p>
        </p:txBody>
      </p:sp>
      <p:sp>
        <p:nvSpPr>
          <p:cNvPr id="31" name="SK-18-text-30"/>
          <p:cNvSpPr/>
          <p:nvPr/>
        </p:nvSpPr>
        <p:spPr>
          <a:xfrm>
            <a:off x="5687318" y="2438400"/>
            <a:ext cx="4875907" cy="400050"/>
          </a:xfrm>
          <a:prstGeom prst="rect">
            <a:avLst/>
          </a:prstGeom>
          <a:noFill/>
          <a:ln/>
        </p:spPr>
        <p:txBody>
          <a:bodyPr vert="horz" wrap="square" lIns="0" tIns="0" rIns="0" bIns="0" rtlCol="0" anchor="ctr"/>
          <a:lstStyle/>
          <a:p>
            <a:pPr marL="0" indent="0">
              <a:lnSpc>
                <a:spcPts val="1575"/>
              </a:lnSpc>
              <a:buNone/>
            </a:pPr>
            <a:r>
              <a:rPr lang="en-US" sz="1125" dirty="0">
                <a:solidFill>
                  <a:srgbClr val="A0AEC0"/>
                </a:solidFill>
                <a:latin typeface="Noto Sans SC" pitchFamily="34" charset="0"/>
                <a:ea typeface="Noto Sans SC" pitchFamily="34" charset="-122"/>
                <a:cs typeface="Noto Sans SC" pitchFamily="34" charset="-120"/>
              </a:rPr>
              <a:t>基于 LangGraph 编排 8 个专业智能体，引入辩论-仲裁与动态退火反思机制。</a:t>
            </a:r>
            <a:endParaRPr lang="en-US" sz="1125" dirty="0"/>
          </a:p>
        </p:txBody>
      </p:sp>
      <p:sp>
        <p:nvSpPr>
          <p:cNvPr id="32" name="SK-18-text-31"/>
          <p:cNvSpPr/>
          <p:nvPr/>
        </p:nvSpPr>
        <p:spPr>
          <a:xfrm>
            <a:off x="11068050" y="2514600"/>
            <a:ext cx="713433" cy="247650"/>
          </a:xfrm>
          <a:prstGeom prst="rect">
            <a:avLst/>
          </a:prstGeom>
          <a:noFill/>
          <a:ln/>
        </p:spPr>
        <p:txBody>
          <a:bodyPr vert="horz" wrap="none" lIns="0" tIns="0" rIns="0" bIns="0" rtlCol="0" anchor="ctr"/>
          <a:lstStyle/>
          <a:p>
            <a:pPr marL="0" indent="0">
              <a:lnSpc>
                <a:spcPts val="1350"/>
              </a:lnSpc>
              <a:buNone/>
            </a:pPr>
            <a:r>
              <a:rPr lang="en-US" sz="900" b="1" dirty="0">
                <a:solidFill>
                  <a:srgbClr val="48BB78"/>
                </a:solidFill>
                <a:latin typeface="Noto Sans SC" pitchFamily="34" charset="0"/>
                <a:ea typeface="Noto Sans SC" pitchFamily="34" charset="-122"/>
                <a:cs typeface="Noto Sans SC" pitchFamily="34" charset="-120"/>
              </a:rPr>
              <a:t>深度达成</a:t>
            </a:r>
            <a:endParaRPr lang="en-US" sz="900" dirty="0"/>
          </a:p>
        </p:txBody>
      </p:sp>
      <p:sp>
        <p:nvSpPr>
          <p:cNvPr id="33" name="SK-18-text-32"/>
          <p:cNvSpPr/>
          <p:nvPr/>
        </p:nvSpPr>
        <p:spPr>
          <a:xfrm>
            <a:off x="571500" y="3069431"/>
            <a:ext cx="5025330" cy="242888"/>
          </a:xfrm>
          <a:prstGeom prst="rect">
            <a:avLst/>
          </a:prstGeom>
          <a:noFill/>
          <a:ln/>
        </p:spPr>
        <p:txBody>
          <a:bodyPr vert="horz" wrap="square" lIns="0" tIns="0" rIns="0" bIns="0" rtlCol="0" anchor="ctr"/>
          <a:lstStyle/>
          <a:p>
            <a:pPr marL="0" indent="0">
              <a:lnSpc>
                <a:spcPts val="1913"/>
              </a:lnSpc>
              <a:buNone/>
            </a:pPr>
            <a:r>
              <a:rPr lang="en-US" sz="1275" b="1" dirty="0">
                <a:solidFill>
                  <a:srgbClr val="FFFFFF"/>
                </a:solidFill>
                <a:latin typeface="Noto Sans SC" pitchFamily="34" charset="0"/>
                <a:ea typeface="Noto Sans SC" pitchFamily="34" charset="-122"/>
                <a:cs typeface="Noto Sans SC" pitchFamily="34" charset="-120"/>
              </a:rPr>
              <a:t>个性化资源生成</a:t>
            </a:r>
            <a:endParaRPr lang="en-US" sz="1275" dirty="0"/>
          </a:p>
        </p:txBody>
      </p:sp>
      <p:sp>
        <p:nvSpPr>
          <p:cNvPr id="34" name="SK-18-text-33"/>
          <p:cNvSpPr/>
          <p:nvPr/>
        </p:nvSpPr>
        <p:spPr>
          <a:xfrm>
            <a:off x="5687318" y="3090863"/>
            <a:ext cx="6504682" cy="200025"/>
          </a:xfrm>
          <a:prstGeom prst="rect">
            <a:avLst/>
          </a:prstGeom>
          <a:noFill/>
          <a:ln/>
        </p:spPr>
        <p:txBody>
          <a:bodyPr vert="horz" wrap="square" lIns="0" tIns="0" rIns="0" bIns="0" rtlCol="0" anchor="ctr"/>
          <a:lstStyle/>
          <a:p>
            <a:pPr marL="0" indent="0">
              <a:lnSpc>
                <a:spcPts val="1575"/>
              </a:lnSpc>
              <a:buNone/>
            </a:pPr>
            <a:r>
              <a:rPr lang="en-US" sz="1125" dirty="0">
                <a:solidFill>
                  <a:srgbClr val="A0AEC0"/>
                </a:solidFill>
                <a:latin typeface="Noto Sans SC" pitchFamily="34" charset="0"/>
                <a:ea typeface="Noto Sans SC" pitchFamily="34" charset="-122"/>
                <a:cs typeface="Noto Sans SC" pitchFamily="34" charset="-120"/>
              </a:rPr>
              <a:t>生成 7 类资源（含代码实操），支持入门/中级/进阶难度自适应与质量审核。</a:t>
            </a:r>
            <a:endParaRPr lang="en-US" sz="1125" dirty="0"/>
          </a:p>
        </p:txBody>
      </p:sp>
      <p:sp>
        <p:nvSpPr>
          <p:cNvPr id="35" name="SK-18-text-34"/>
          <p:cNvSpPr/>
          <p:nvPr/>
        </p:nvSpPr>
        <p:spPr>
          <a:xfrm>
            <a:off x="11068050" y="3067050"/>
            <a:ext cx="713433" cy="247650"/>
          </a:xfrm>
          <a:prstGeom prst="rect">
            <a:avLst/>
          </a:prstGeom>
          <a:noFill/>
          <a:ln/>
        </p:spPr>
        <p:txBody>
          <a:bodyPr vert="horz" wrap="none" lIns="0" tIns="0" rIns="0" bIns="0" rtlCol="0" anchor="ctr"/>
          <a:lstStyle/>
          <a:p>
            <a:pPr marL="0" indent="0">
              <a:lnSpc>
                <a:spcPts val="1350"/>
              </a:lnSpc>
              <a:buNone/>
            </a:pPr>
            <a:r>
              <a:rPr lang="en-US" sz="900" b="1" dirty="0">
                <a:solidFill>
                  <a:srgbClr val="48BB78"/>
                </a:solidFill>
                <a:latin typeface="Noto Sans SC" pitchFamily="34" charset="0"/>
                <a:ea typeface="Noto Sans SC" pitchFamily="34" charset="-122"/>
                <a:cs typeface="Noto Sans SC" pitchFamily="34" charset="-120"/>
              </a:rPr>
              <a:t>深度达成</a:t>
            </a:r>
            <a:endParaRPr lang="en-US" sz="900" dirty="0"/>
          </a:p>
        </p:txBody>
      </p:sp>
      <p:sp>
        <p:nvSpPr>
          <p:cNvPr id="36" name="SK-18-text-35"/>
          <p:cNvSpPr/>
          <p:nvPr/>
        </p:nvSpPr>
        <p:spPr>
          <a:xfrm>
            <a:off x="571500" y="3621881"/>
            <a:ext cx="5025330" cy="242888"/>
          </a:xfrm>
          <a:prstGeom prst="rect">
            <a:avLst/>
          </a:prstGeom>
          <a:noFill/>
          <a:ln/>
        </p:spPr>
        <p:txBody>
          <a:bodyPr vert="horz" wrap="square" lIns="0" tIns="0" rIns="0" bIns="0" rtlCol="0" anchor="ctr"/>
          <a:lstStyle/>
          <a:p>
            <a:pPr marL="0" indent="0">
              <a:lnSpc>
                <a:spcPts val="1913"/>
              </a:lnSpc>
              <a:buNone/>
            </a:pPr>
            <a:r>
              <a:rPr lang="en-US" sz="1275" b="1" dirty="0">
                <a:solidFill>
                  <a:srgbClr val="FFFFFF"/>
                </a:solidFill>
                <a:latin typeface="Noto Sans SC" pitchFamily="34" charset="0"/>
                <a:ea typeface="Noto Sans SC" pitchFamily="34" charset="-122"/>
                <a:cs typeface="Noto Sans SC" pitchFamily="34" charset="-120"/>
              </a:rPr>
              <a:t>路径规划与评估闭环</a:t>
            </a:r>
            <a:endParaRPr lang="en-US" sz="1275" dirty="0"/>
          </a:p>
        </p:txBody>
      </p:sp>
      <p:sp>
        <p:nvSpPr>
          <p:cNvPr id="37" name="SK-18-text-36"/>
          <p:cNvSpPr/>
          <p:nvPr/>
        </p:nvSpPr>
        <p:spPr>
          <a:xfrm>
            <a:off x="5687318" y="3543300"/>
            <a:ext cx="4875907" cy="400050"/>
          </a:xfrm>
          <a:prstGeom prst="rect">
            <a:avLst/>
          </a:prstGeom>
          <a:noFill/>
          <a:ln/>
        </p:spPr>
        <p:txBody>
          <a:bodyPr vert="horz" wrap="square" lIns="0" tIns="0" rIns="0" bIns="0" rtlCol="0" anchor="ctr"/>
          <a:lstStyle/>
          <a:p>
            <a:pPr marL="0" indent="0">
              <a:lnSpc>
                <a:spcPts val="1575"/>
              </a:lnSpc>
              <a:buNone/>
            </a:pPr>
            <a:r>
              <a:rPr lang="en-US" sz="1125" dirty="0">
                <a:solidFill>
                  <a:srgbClr val="A0AEC0"/>
                </a:solidFill>
                <a:latin typeface="Noto Sans SC" pitchFamily="34" charset="0"/>
                <a:ea typeface="Noto Sans SC" pitchFamily="34" charset="-122"/>
                <a:cs typeface="Noto Sans SC" pitchFamily="34" charset="-120"/>
              </a:rPr>
              <a:t>5-15 步动态路径，5 维度量化评估驱动画像更新，形成完整的学习反馈闭环。</a:t>
            </a:r>
            <a:endParaRPr lang="en-US" sz="1125" dirty="0"/>
          </a:p>
        </p:txBody>
      </p:sp>
      <p:sp>
        <p:nvSpPr>
          <p:cNvPr id="38" name="SK-18-text-37"/>
          <p:cNvSpPr/>
          <p:nvPr/>
        </p:nvSpPr>
        <p:spPr>
          <a:xfrm>
            <a:off x="11068050" y="3619500"/>
            <a:ext cx="713433" cy="247650"/>
          </a:xfrm>
          <a:prstGeom prst="rect">
            <a:avLst/>
          </a:prstGeom>
          <a:noFill/>
          <a:ln/>
        </p:spPr>
        <p:txBody>
          <a:bodyPr vert="horz" wrap="none" lIns="0" tIns="0" rIns="0" bIns="0" rtlCol="0" anchor="ctr"/>
          <a:lstStyle/>
          <a:p>
            <a:pPr marL="0" indent="0">
              <a:lnSpc>
                <a:spcPts val="1350"/>
              </a:lnSpc>
              <a:buNone/>
            </a:pPr>
            <a:r>
              <a:rPr lang="en-US" sz="900" b="1" dirty="0">
                <a:solidFill>
                  <a:srgbClr val="48BB78"/>
                </a:solidFill>
                <a:latin typeface="Noto Sans SC" pitchFamily="34" charset="0"/>
                <a:ea typeface="Noto Sans SC" pitchFamily="34" charset="-122"/>
                <a:cs typeface="Noto Sans SC" pitchFamily="34" charset="-120"/>
              </a:rPr>
              <a:t>深度达成</a:t>
            </a:r>
            <a:endParaRPr lang="en-US" sz="900" dirty="0"/>
          </a:p>
        </p:txBody>
      </p:sp>
      <p:sp>
        <p:nvSpPr>
          <p:cNvPr id="39" name="SK-18-text-38"/>
          <p:cNvSpPr/>
          <p:nvPr/>
        </p:nvSpPr>
        <p:spPr>
          <a:xfrm>
            <a:off x="571500" y="4250531"/>
            <a:ext cx="5025330" cy="242888"/>
          </a:xfrm>
          <a:prstGeom prst="rect">
            <a:avLst/>
          </a:prstGeom>
          <a:noFill/>
          <a:ln/>
        </p:spPr>
        <p:txBody>
          <a:bodyPr vert="horz" wrap="square" lIns="0" tIns="0" rIns="0" bIns="0" rtlCol="0" anchor="ctr"/>
          <a:lstStyle/>
          <a:p>
            <a:pPr marL="0" indent="0">
              <a:lnSpc>
                <a:spcPts val="1913"/>
              </a:lnSpc>
              <a:buNone/>
            </a:pPr>
            <a:r>
              <a:rPr lang="en-US" sz="1275" b="1" dirty="0">
                <a:solidFill>
                  <a:srgbClr val="FFFFFF"/>
                </a:solidFill>
                <a:latin typeface="Noto Sans SC" pitchFamily="34" charset="0"/>
                <a:ea typeface="Noto Sans SC" pitchFamily="34" charset="-122"/>
                <a:cs typeface="Noto Sans SC" pitchFamily="34" charset="-120"/>
              </a:rPr>
              <a:t>RAG 与流式交互</a:t>
            </a:r>
            <a:endParaRPr lang="en-US" sz="1275" dirty="0"/>
          </a:p>
        </p:txBody>
      </p:sp>
      <p:sp>
        <p:nvSpPr>
          <p:cNvPr id="40" name="SK-18-text-39"/>
          <p:cNvSpPr/>
          <p:nvPr/>
        </p:nvSpPr>
        <p:spPr>
          <a:xfrm>
            <a:off x="5687318" y="4171950"/>
            <a:ext cx="4875907" cy="400050"/>
          </a:xfrm>
          <a:prstGeom prst="rect">
            <a:avLst/>
          </a:prstGeom>
          <a:noFill/>
          <a:ln/>
        </p:spPr>
        <p:txBody>
          <a:bodyPr vert="horz" wrap="square" lIns="0" tIns="0" rIns="0" bIns="0" rtlCol="0" anchor="ctr"/>
          <a:lstStyle/>
          <a:p>
            <a:pPr marL="0" indent="0">
              <a:lnSpc>
                <a:spcPts val="1575"/>
              </a:lnSpc>
              <a:buNone/>
            </a:pPr>
            <a:r>
              <a:rPr lang="en-US" sz="1125" dirty="0">
                <a:solidFill>
                  <a:srgbClr val="A0AEC0"/>
                </a:solidFill>
                <a:latin typeface="Noto Sans SC" pitchFamily="34" charset="0"/>
                <a:ea typeface="Noto Sans SC" pitchFamily="34" charset="-122"/>
                <a:cs typeface="Noto Sans SC" pitchFamily="34" charset="-120"/>
              </a:rPr>
              <a:t>混合检索 + QA 衍生引擎，全链路 SSE 流式管道，支持实时 Thinking 推理展示。</a:t>
            </a:r>
            <a:endParaRPr lang="en-US" sz="1125" dirty="0"/>
          </a:p>
        </p:txBody>
      </p:sp>
      <p:sp>
        <p:nvSpPr>
          <p:cNvPr id="41" name="SK-18-text-40"/>
          <p:cNvSpPr/>
          <p:nvPr/>
        </p:nvSpPr>
        <p:spPr>
          <a:xfrm>
            <a:off x="11068050" y="4248150"/>
            <a:ext cx="713433" cy="247650"/>
          </a:xfrm>
          <a:prstGeom prst="rect">
            <a:avLst/>
          </a:prstGeom>
          <a:noFill/>
          <a:ln/>
        </p:spPr>
        <p:txBody>
          <a:bodyPr vert="horz" wrap="none" lIns="0" tIns="0" rIns="0" bIns="0" rtlCol="0" anchor="ctr"/>
          <a:lstStyle/>
          <a:p>
            <a:pPr marL="0" indent="0">
              <a:lnSpc>
                <a:spcPts val="1350"/>
              </a:lnSpc>
              <a:buNone/>
            </a:pPr>
            <a:r>
              <a:rPr lang="en-US" sz="900" b="1" dirty="0">
                <a:solidFill>
                  <a:srgbClr val="48BB78"/>
                </a:solidFill>
                <a:latin typeface="Noto Sans SC" pitchFamily="34" charset="0"/>
                <a:ea typeface="Noto Sans SC" pitchFamily="34" charset="-122"/>
                <a:cs typeface="Noto Sans SC" pitchFamily="34" charset="-120"/>
              </a:rPr>
              <a:t>深度达成</a:t>
            </a:r>
            <a:endParaRPr lang="en-US" sz="900" dirty="0"/>
          </a:p>
        </p:txBody>
      </p:sp>
      <p:sp>
        <p:nvSpPr>
          <p:cNvPr id="42" name="SK-18-text-41"/>
          <p:cNvSpPr/>
          <p:nvPr/>
        </p:nvSpPr>
        <p:spPr>
          <a:xfrm>
            <a:off x="571500" y="5003006"/>
            <a:ext cx="4944368" cy="242888"/>
          </a:xfrm>
          <a:prstGeom prst="rect">
            <a:avLst/>
          </a:prstGeom>
          <a:noFill/>
          <a:ln/>
        </p:spPr>
        <p:txBody>
          <a:bodyPr vert="horz" wrap="square" lIns="0" tIns="0" rIns="0" bIns="0" rtlCol="0" anchor="ctr"/>
          <a:lstStyle/>
          <a:p>
            <a:pPr marL="0" indent="0">
              <a:lnSpc>
                <a:spcPts val="1350"/>
              </a:lnSpc>
              <a:buNone/>
            </a:pPr>
            <a:r>
              <a:rPr lang="en-US" sz="900" b="1" dirty="0">
                <a:solidFill>
                  <a:srgbClr val="00F5FF"/>
                </a:solidFill>
              </a:rPr>
              <a:t>PLUS+</a:t>
            </a:r>
            <a:r>
              <a:rPr lang="en-US" sz="1275" b="1" dirty="0">
                <a:solidFill>
                  <a:srgbClr val="FFFFFF"/>
                </a:solidFill>
                <a:latin typeface="Noto Sans SC" pitchFamily="34" charset="0"/>
                <a:ea typeface="Noto Sans SC" pitchFamily="34" charset="-122"/>
                <a:cs typeface="Noto Sans SC" pitchFamily="34" charset="-120"/>
              </a:rPr>
              <a:t> 多模态影像识别</a:t>
            </a:r>
            <a:endParaRPr lang="en-US" sz="1275" dirty="0"/>
          </a:p>
        </p:txBody>
      </p:sp>
      <p:sp>
        <p:nvSpPr>
          <p:cNvPr id="43" name="SK-18-text-42"/>
          <p:cNvSpPr/>
          <p:nvPr/>
        </p:nvSpPr>
        <p:spPr>
          <a:xfrm>
            <a:off x="5687318" y="5024438"/>
            <a:ext cx="6504682" cy="200025"/>
          </a:xfrm>
          <a:prstGeom prst="rect">
            <a:avLst/>
          </a:prstGeom>
          <a:noFill/>
          <a:ln/>
        </p:spPr>
        <p:txBody>
          <a:bodyPr vert="horz" wrap="square" lIns="0" tIns="0" rIns="0" bIns="0" rtlCol="0" anchor="ctr"/>
          <a:lstStyle/>
          <a:p>
            <a:pPr marL="0" indent="0">
              <a:lnSpc>
                <a:spcPts val="1575"/>
              </a:lnSpc>
              <a:buNone/>
            </a:pPr>
            <a:r>
              <a:rPr lang="en-US" sz="1125" dirty="0">
                <a:solidFill>
                  <a:srgbClr val="A0AEC0"/>
                </a:solidFill>
                <a:latin typeface="Noto Sans SC" pitchFamily="34" charset="0"/>
                <a:ea typeface="Noto Sans SC" pitchFamily="34" charset="-122"/>
                <a:cs typeface="Noto Sans SC" pitchFamily="34" charset="-120"/>
              </a:rPr>
              <a:t>集成 qwen-vl-max，支持 CT 影像识别、检验报告解析及多图联合分析。</a:t>
            </a:r>
            <a:endParaRPr lang="en-US" sz="1125" dirty="0"/>
          </a:p>
        </p:txBody>
      </p:sp>
      <p:sp>
        <p:nvSpPr>
          <p:cNvPr id="44" name="SK-18-text-43"/>
          <p:cNvSpPr/>
          <p:nvPr/>
        </p:nvSpPr>
        <p:spPr>
          <a:xfrm>
            <a:off x="11068050" y="5000625"/>
            <a:ext cx="713433" cy="247650"/>
          </a:xfrm>
          <a:prstGeom prst="rect">
            <a:avLst/>
          </a:prstGeom>
          <a:noFill/>
          <a:ln/>
        </p:spPr>
        <p:txBody>
          <a:bodyPr vert="horz" wrap="none" lIns="0" tIns="0" rIns="0" bIns="0" rtlCol="0" anchor="ctr"/>
          <a:lstStyle/>
          <a:p>
            <a:pPr marL="0" indent="0">
              <a:lnSpc>
                <a:spcPts val="1350"/>
              </a:lnSpc>
              <a:buNone/>
            </a:pPr>
            <a:r>
              <a:rPr lang="en-US" sz="900" b="1" dirty="0">
                <a:solidFill>
                  <a:srgbClr val="00F5FF"/>
                </a:solidFill>
                <a:latin typeface="Noto Sans SC" pitchFamily="34" charset="0"/>
                <a:ea typeface="Noto Sans SC" pitchFamily="34" charset="-122"/>
                <a:cs typeface="Noto Sans SC" pitchFamily="34" charset="-120"/>
              </a:rPr>
              <a:t>额外亮点</a:t>
            </a:r>
            <a:endParaRPr lang="en-US" sz="900" dirty="0"/>
          </a:p>
        </p:txBody>
      </p:sp>
      <p:sp>
        <p:nvSpPr>
          <p:cNvPr id="45" name="SK-18-text-44"/>
          <p:cNvSpPr/>
          <p:nvPr/>
        </p:nvSpPr>
        <p:spPr>
          <a:xfrm>
            <a:off x="571500" y="5479256"/>
            <a:ext cx="4944368" cy="242888"/>
          </a:xfrm>
          <a:prstGeom prst="rect">
            <a:avLst/>
          </a:prstGeom>
          <a:noFill/>
          <a:ln/>
        </p:spPr>
        <p:txBody>
          <a:bodyPr vert="horz" wrap="square" lIns="0" tIns="0" rIns="0" bIns="0" rtlCol="0" anchor="ctr"/>
          <a:lstStyle/>
          <a:p>
            <a:pPr marL="0" indent="0">
              <a:lnSpc>
                <a:spcPts val="1350"/>
              </a:lnSpc>
              <a:buNone/>
            </a:pPr>
            <a:r>
              <a:rPr lang="en-US" sz="900" b="1" dirty="0">
                <a:solidFill>
                  <a:srgbClr val="00F5FF"/>
                </a:solidFill>
              </a:rPr>
              <a:t>PLUS+</a:t>
            </a:r>
            <a:r>
              <a:rPr lang="en-US" sz="1275" b="1" dirty="0">
                <a:solidFill>
                  <a:srgbClr val="FFFFFF"/>
                </a:solidFill>
                <a:latin typeface="Noto Sans SC" pitchFamily="34" charset="0"/>
                <a:ea typeface="Noto Sans SC" pitchFamily="34" charset="-122"/>
                <a:cs typeface="Noto Sans SC" pitchFamily="34" charset="-120"/>
              </a:rPr>
              <a:t> PubMed 循证扩展</a:t>
            </a:r>
            <a:endParaRPr lang="en-US" sz="1275" dirty="0"/>
          </a:p>
        </p:txBody>
      </p:sp>
      <p:sp>
        <p:nvSpPr>
          <p:cNvPr id="46" name="SK-18-text-45"/>
          <p:cNvSpPr/>
          <p:nvPr/>
        </p:nvSpPr>
        <p:spPr>
          <a:xfrm>
            <a:off x="5687318" y="5500688"/>
            <a:ext cx="6504682" cy="200025"/>
          </a:xfrm>
          <a:prstGeom prst="rect">
            <a:avLst/>
          </a:prstGeom>
          <a:noFill/>
          <a:ln/>
        </p:spPr>
        <p:txBody>
          <a:bodyPr vert="horz" wrap="square" lIns="0" tIns="0" rIns="0" bIns="0" rtlCol="0" anchor="ctr"/>
          <a:lstStyle/>
          <a:p>
            <a:pPr marL="0" indent="0">
              <a:lnSpc>
                <a:spcPts val="1575"/>
              </a:lnSpc>
              <a:buNone/>
            </a:pPr>
            <a:r>
              <a:rPr lang="en-US" sz="1125" dirty="0">
                <a:solidFill>
                  <a:srgbClr val="A0AEC0"/>
                </a:solidFill>
                <a:latin typeface="Noto Sans SC" pitchFamily="34" charset="0"/>
                <a:ea typeface="Noto Sans SC" pitchFamily="34" charset="-122"/>
                <a:cs typeface="Noto Sans SC" pitchFamily="34" charset="-120"/>
              </a:rPr>
              <a:t>国际文献 8 级证据等级排序检索，与本地 RAG 形成互补的权威知识体系。</a:t>
            </a:r>
            <a:endParaRPr lang="en-US" sz="1125" dirty="0"/>
          </a:p>
        </p:txBody>
      </p:sp>
      <p:sp>
        <p:nvSpPr>
          <p:cNvPr id="47" name="SK-18-text-46"/>
          <p:cNvSpPr/>
          <p:nvPr/>
        </p:nvSpPr>
        <p:spPr>
          <a:xfrm>
            <a:off x="11068050" y="5476875"/>
            <a:ext cx="713433" cy="247650"/>
          </a:xfrm>
          <a:prstGeom prst="rect">
            <a:avLst/>
          </a:prstGeom>
          <a:noFill/>
          <a:ln/>
        </p:spPr>
        <p:txBody>
          <a:bodyPr vert="horz" wrap="none" lIns="0" tIns="0" rIns="0" bIns="0" rtlCol="0" anchor="ctr"/>
          <a:lstStyle/>
          <a:p>
            <a:pPr marL="0" indent="0">
              <a:lnSpc>
                <a:spcPts val="1350"/>
              </a:lnSpc>
              <a:buNone/>
            </a:pPr>
            <a:r>
              <a:rPr lang="en-US" sz="900" b="1" dirty="0">
                <a:solidFill>
                  <a:srgbClr val="00F5FF"/>
                </a:solidFill>
                <a:latin typeface="Noto Sans SC" pitchFamily="34" charset="0"/>
                <a:ea typeface="Noto Sans SC" pitchFamily="34" charset="-122"/>
                <a:cs typeface="Noto Sans SC" pitchFamily="34" charset="-120"/>
              </a:rPr>
              <a:t>额外亮点</a:t>
            </a:r>
            <a:endParaRPr lang="en-US" sz="900" dirty="0"/>
          </a:p>
        </p:txBody>
      </p:sp>
      <p:sp>
        <p:nvSpPr>
          <p:cNvPr id="48" name="SK-18-text-47"/>
          <p:cNvSpPr/>
          <p:nvPr/>
        </p:nvSpPr>
        <p:spPr>
          <a:xfrm>
            <a:off x="762000" y="6024563"/>
            <a:ext cx="2053590" cy="400050"/>
          </a:xfrm>
          <a:prstGeom prst="rect">
            <a:avLst/>
          </a:prstGeom>
          <a:noFill/>
          <a:ln/>
        </p:spPr>
        <p:txBody>
          <a:bodyPr vert="horz" wrap="square" lIns="0" tIns="0" rIns="0" bIns="0" rtlCol="0" anchor="ctr"/>
          <a:lstStyle/>
          <a:p>
            <a:pPr marL="0" indent="0">
              <a:lnSpc>
                <a:spcPts val="3150"/>
              </a:lnSpc>
              <a:buNone/>
            </a:pPr>
            <a:r>
              <a:rPr lang="en-US" sz="2100" b="1" dirty="0">
                <a:solidFill>
                  <a:srgbClr val="00F5FF"/>
                </a:solidFill>
              </a:rPr>
              <a:t>100%</a:t>
            </a:r>
            <a:endParaRPr lang="en-US" sz="2100" dirty="0"/>
          </a:p>
        </p:txBody>
      </p:sp>
      <p:sp>
        <p:nvSpPr>
          <p:cNvPr id="49" name="SK-18-text-48"/>
          <p:cNvSpPr/>
          <p:nvPr/>
        </p:nvSpPr>
        <p:spPr>
          <a:xfrm>
            <a:off x="1485900" y="6167438"/>
            <a:ext cx="1409700" cy="200025"/>
          </a:xfrm>
          <a:prstGeom prst="rect">
            <a:avLst/>
          </a:prstGeom>
          <a:noFill/>
          <a:ln/>
        </p:spPr>
        <p:txBody>
          <a:bodyPr vert="horz" wrap="square" lIns="0" tIns="0" rIns="0" bIns="0" rtlCol="0" anchor="ctr"/>
          <a:lstStyle/>
          <a:p>
            <a:pPr marL="0" indent="0">
              <a:lnSpc>
                <a:spcPts val="1575"/>
              </a:lnSpc>
              <a:buNone/>
            </a:pPr>
            <a:r>
              <a:rPr lang="en-US" sz="1050" dirty="0">
                <a:solidFill>
                  <a:srgbClr val="718096"/>
                </a:solidFill>
                <a:latin typeface="Noto Sans SC" pitchFamily="34" charset="0"/>
                <a:ea typeface="Noto Sans SC" pitchFamily="34" charset="-122"/>
                <a:cs typeface="Noto Sans SC" pitchFamily="34" charset="-120"/>
              </a:rPr>
              <a:t>要求达成率</a:t>
            </a:r>
            <a:endParaRPr lang="en-US" sz="1050" dirty="0"/>
          </a:p>
        </p:txBody>
      </p:sp>
      <p:sp>
        <p:nvSpPr>
          <p:cNvPr id="50" name="SK-18-text-49"/>
          <p:cNvSpPr/>
          <p:nvPr/>
        </p:nvSpPr>
        <p:spPr>
          <a:xfrm>
            <a:off x="2343150" y="6024563"/>
            <a:ext cx="666750" cy="400050"/>
          </a:xfrm>
          <a:prstGeom prst="rect">
            <a:avLst/>
          </a:prstGeom>
          <a:noFill/>
          <a:ln/>
        </p:spPr>
        <p:txBody>
          <a:bodyPr vert="horz" wrap="square" lIns="0" tIns="0" rIns="0" bIns="0" rtlCol="0" anchor="ctr"/>
          <a:lstStyle/>
          <a:p>
            <a:pPr marL="0" indent="0">
              <a:lnSpc>
                <a:spcPts val="3150"/>
              </a:lnSpc>
              <a:buNone/>
            </a:pPr>
            <a:r>
              <a:rPr lang="en-US" sz="2100" b="1" dirty="0">
                <a:solidFill>
                  <a:srgbClr val="00F5FF"/>
                </a:solidFill>
              </a:rPr>
              <a:t>8</a:t>
            </a:r>
            <a:endParaRPr lang="en-US" sz="2100" dirty="0"/>
          </a:p>
        </p:txBody>
      </p:sp>
      <p:sp>
        <p:nvSpPr>
          <p:cNvPr id="51" name="SK-18-text-50"/>
          <p:cNvSpPr/>
          <p:nvPr/>
        </p:nvSpPr>
        <p:spPr>
          <a:xfrm>
            <a:off x="2581275" y="6167438"/>
            <a:ext cx="1676400" cy="200025"/>
          </a:xfrm>
          <a:prstGeom prst="rect">
            <a:avLst/>
          </a:prstGeom>
          <a:noFill/>
          <a:ln/>
        </p:spPr>
        <p:txBody>
          <a:bodyPr vert="horz" wrap="square" lIns="0" tIns="0" rIns="0" bIns="0" rtlCol="0" anchor="ctr"/>
          <a:lstStyle/>
          <a:p>
            <a:pPr marL="0" indent="0">
              <a:lnSpc>
                <a:spcPts val="1575"/>
              </a:lnSpc>
              <a:buNone/>
            </a:pPr>
            <a:r>
              <a:rPr lang="en-US" sz="1050" dirty="0">
                <a:solidFill>
                  <a:srgbClr val="718096"/>
                </a:solidFill>
                <a:latin typeface="Noto Sans SC" pitchFamily="34" charset="0"/>
                <a:ea typeface="Noto Sans SC" pitchFamily="34" charset="-122"/>
                <a:cs typeface="Noto Sans SC" pitchFamily="34" charset="-120"/>
              </a:rPr>
              <a:t>核心模块闭环</a:t>
            </a:r>
            <a:endParaRPr lang="en-US" sz="1050" dirty="0"/>
          </a:p>
        </p:txBody>
      </p:sp>
      <p:sp>
        <p:nvSpPr>
          <p:cNvPr id="52" name="SK-18-text-51"/>
          <p:cNvSpPr/>
          <p:nvPr/>
        </p:nvSpPr>
        <p:spPr>
          <a:xfrm>
            <a:off x="3571875" y="6024563"/>
            <a:ext cx="986790" cy="400050"/>
          </a:xfrm>
          <a:prstGeom prst="rect">
            <a:avLst/>
          </a:prstGeom>
          <a:noFill/>
          <a:ln/>
        </p:spPr>
        <p:txBody>
          <a:bodyPr vert="horz" wrap="square" lIns="0" tIns="0" rIns="0" bIns="0" rtlCol="0" anchor="ctr"/>
          <a:lstStyle/>
          <a:p>
            <a:pPr marL="0" indent="0">
              <a:lnSpc>
                <a:spcPts val="3150"/>
              </a:lnSpc>
              <a:buNone/>
            </a:pPr>
            <a:r>
              <a:rPr lang="en-US" sz="2100" b="1" dirty="0">
                <a:solidFill>
                  <a:srgbClr val="00F5FF"/>
                </a:solidFill>
              </a:rPr>
              <a:t>3+</a:t>
            </a:r>
            <a:endParaRPr lang="en-US" sz="2100" dirty="0"/>
          </a:p>
        </p:txBody>
      </p:sp>
      <p:sp>
        <p:nvSpPr>
          <p:cNvPr id="53" name="SK-18-text-52"/>
          <p:cNvSpPr/>
          <p:nvPr/>
        </p:nvSpPr>
        <p:spPr>
          <a:xfrm>
            <a:off x="3971925" y="6167438"/>
            <a:ext cx="1676400" cy="200025"/>
          </a:xfrm>
          <a:prstGeom prst="rect">
            <a:avLst/>
          </a:prstGeom>
          <a:noFill/>
          <a:ln/>
        </p:spPr>
        <p:txBody>
          <a:bodyPr vert="horz" wrap="square" lIns="0" tIns="0" rIns="0" bIns="0" rtlCol="0" anchor="ctr"/>
          <a:lstStyle/>
          <a:p>
            <a:pPr marL="0" indent="0">
              <a:lnSpc>
                <a:spcPts val="1575"/>
              </a:lnSpc>
              <a:buNone/>
            </a:pPr>
            <a:r>
              <a:rPr lang="en-US" sz="1050" dirty="0">
                <a:solidFill>
                  <a:srgbClr val="718096"/>
                </a:solidFill>
                <a:latin typeface="Noto Sans SC" pitchFamily="34" charset="0"/>
                <a:ea typeface="Noto Sans SC" pitchFamily="34" charset="-122"/>
                <a:cs typeface="Noto Sans SC" pitchFamily="34" charset="-120"/>
              </a:rPr>
              <a:t>额外创新维度</a:t>
            </a:r>
            <a:endParaRPr lang="en-US" sz="1050" dirty="0"/>
          </a:p>
        </p:txBody>
      </p:sp>
      <p:sp>
        <p:nvSpPr>
          <p:cNvPr id="54" name="SK-18-text-53"/>
          <p:cNvSpPr/>
          <p:nvPr/>
        </p:nvSpPr>
        <p:spPr>
          <a:xfrm>
            <a:off x="5153025" y="6010275"/>
            <a:ext cx="6276975" cy="428625"/>
          </a:xfrm>
          <a:prstGeom prst="rect">
            <a:avLst/>
          </a:prstGeom>
          <a:noFill/>
          <a:ln/>
        </p:spPr>
        <p:txBody>
          <a:bodyPr vert="horz" wrap="square" lIns="0" tIns="0" rIns="0" bIns="0" rtlCol="0" anchor="ctr"/>
          <a:lstStyle/>
          <a:p>
            <a:pPr marL="0" indent="0">
              <a:lnSpc>
                <a:spcPts val="1688"/>
              </a:lnSpc>
              <a:buNone/>
            </a:pPr>
            <a:r>
              <a:rPr lang="en-US" sz="1125" dirty="0">
                <a:solidFill>
                  <a:srgbClr val="A0AEC0"/>
                </a:solidFill>
                <a:latin typeface="Noto Sans SC" pitchFamily="34" charset="0"/>
                <a:ea typeface="Noto Sans SC" pitchFamily="34" charset="-122"/>
                <a:cs typeface="Noto Sans SC" pitchFamily="34" charset="-120"/>
              </a:rPr>
              <a:t>系统不仅完美契合赛题各项功能与性能指标，更在医学专业性、循证严谨性及多模态交互方面展现了显著的工程深度与创新价值。</a:t>
            </a:r>
            <a:endParaRPr lang="en-US" sz="1125"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SK-19-img-1" descr="preencoded.png"/>
          <p:cNvPicPr>
            <a:picLocks noChangeAspect="1"/>
          </p:cNvPicPr>
          <p:nvPr/>
        </p:nvPicPr>
        <p:blipFill>
          <a:blip r:embed="rId3"/>
          <a:stretch>
            <a:fillRect/>
          </a:stretch>
        </p:blipFill>
        <p:spPr>
          <a:xfrm>
            <a:off x="0" y="0"/>
            <a:ext cx="12192000" cy="6858000"/>
          </a:xfrm>
          <a:prstGeom prst="rect">
            <a:avLst/>
          </a:prstGeom>
        </p:spPr>
      </p:pic>
      <p:pic>
        <p:nvPicPr>
          <p:cNvPr id="3" name="SK-19-img-2" descr="preencoded.png"/>
          <p:cNvPicPr>
            <a:picLocks noChangeAspect="1"/>
          </p:cNvPicPr>
          <p:nvPr/>
        </p:nvPicPr>
        <p:blipFill>
          <a:blip r:embed="rId3"/>
          <a:stretch>
            <a:fillRect/>
          </a:stretch>
        </p:blipFill>
        <p:spPr>
          <a:xfrm>
            <a:off x="0" y="0"/>
            <a:ext cx="12192000" cy="6858000"/>
          </a:xfrm>
          <a:prstGeom prst="rect">
            <a:avLst/>
          </a:prstGeom>
        </p:spPr>
      </p:pic>
      <p:pic>
        <p:nvPicPr>
          <p:cNvPr id="4" name="SK-19-img-3" descr="preencoded.png"/>
          <p:cNvPicPr>
            <a:picLocks noChangeAspect="1"/>
          </p:cNvPicPr>
          <p:nvPr/>
        </p:nvPicPr>
        <p:blipFill>
          <a:blip r:embed="rId4"/>
          <a:stretch>
            <a:fillRect/>
          </a:stretch>
        </p:blipFill>
        <p:spPr>
          <a:xfrm>
            <a:off x="571500" y="304800"/>
            <a:ext cx="1581150" cy="238125"/>
          </a:xfrm>
          <a:prstGeom prst="rect">
            <a:avLst/>
          </a:prstGeom>
        </p:spPr>
      </p:pic>
      <p:pic>
        <p:nvPicPr>
          <p:cNvPr id="5" name="SK-19-img-4" descr="preencoded.png"/>
          <p:cNvPicPr>
            <a:picLocks noChangeAspect="1"/>
          </p:cNvPicPr>
          <p:nvPr/>
        </p:nvPicPr>
        <p:blipFill>
          <a:blip r:embed="rId5"/>
          <a:stretch>
            <a:fillRect/>
          </a:stretch>
        </p:blipFill>
        <p:spPr>
          <a:xfrm>
            <a:off x="2266950" y="419100"/>
            <a:ext cx="9353550" cy="9525"/>
          </a:xfrm>
          <a:prstGeom prst="rect">
            <a:avLst/>
          </a:prstGeom>
        </p:spPr>
      </p:pic>
      <p:pic>
        <p:nvPicPr>
          <p:cNvPr id="6" name="SK-19-img-5" descr="preencoded.png"/>
          <p:cNvPicPr>
            <a:picLocks noChangeAspect="1"/>
          </p:cNvPicPr>
          <p:nvPr/>
        </p:nvPicPr>
        <p:blipFill>
          <a:blip r:embed="rId6"/>
          <a:stretch>
            <a:fillRect/>
          </a:stretch>
        </p:blipFill>
        <p:spPr>
          <a:xfrm>
            <a:off x="571500" y="1314450"/>
            <a:ext cx="38100" cy="38100"/>
          </a:xfrm>
          <a:prstGeom prst="rect">
            <a:avLst/>
          </a:prstGeom>
        </p:spPr>
      </p:pic>
      <p:pic>
        <p:nvPicPr>
          <p:cNvPr id="7" name="SK-19-img-6" descr="preencoded.png"/>
          <p:cNvPicPr>
            <a:picLocks noChangeAspect="1"/>
          </p:cNvPicPr>
          <p:nvPr/>
        </p:nvPicPr>
        <p:blipFill>
          <a:blip r:embed="rId7"/>
          <a:stretch>
            <a:fillRect/>
          </a:stretch>
        </p:blipFill>
        <p:spPr>
          <a:xfrm>
            <a:off x="571500" y="1676400"/>
            <a:ext cx="3555950" cy="2078236"/>
          </a:xfrm>
          <a:prstGeom prst="rect">
            <a:avLst/>
          </a:prstGeom>
        </p:spPr>
      </p:pic>
      <p:pic>
        <p:nvPicPr>
          <p:cNvPr id="8" name="SK-19-img-7" descr="preencoded.png"/>
          <p:cNvPicPr>
            <a:picLocks noChangeAspect="1"/>
          </p:cNvPicPr>
          <p:nvPr/>
        </p:nvPicPr>
        <p:blipFill>
          <a:blip r:embed="rId8"/>
          <a:stretch>
            <a:fillRect/>
          </a:stretch>
        </p:blipFill>
        <p:spPr>
          <a:xfrm>
            <a:off x="762000" y="1828800"/>
            <a:ext cx="419100" cy="419100"/>
          </a:xfrm>
          <a:prstGeom prst="rect">
            <a:avLst/>
          </a:prstGeom>
        </p:spPr>
      </p:pic>
      <p:pic>
        <p:nvPicPr>
          <p:cNvPr id="9" name="SK-19-img-8" descr="preencoded.png"/>
          <p:cNvPicPr>
            <a:picLocks noChangeAspect="1"/>
          </p:cNvPicPr>
          <p:nvPr/>
        </p:nvPicPr>
        <p:blipFill>
          <a:blip r:embed="rId9"/>
          <a:stretch>
            <a:fillRect/>
          </a:stretch>
        </p:blipFill>
        <p:spPr>
          <a:xfrm>
            <a:off x="852488" y="1943100"/>
            <a:ext cx="238125" cy="190500"/>
          </a:xfrm>
          <a:prstGeom prst="rect">
            <a:avLst/>
          </a:prstGeom>
        </p:spPr>
      </p:pic>
      <p:pic>
        <p:nvPicPr>
          <p:cNvPr id="10" name="SK-19-img-9" descr="preencoded.png"/>
          <p:cNvPicPr>
            <a:picLocks noChangeAspect="1"/>
          </p:cNvPicPr>
          <p:nvPr/>
        </p:nvPicPr>
        <p:blipFill>
          <a:blip r:embed="rId10"/>
          <a:stretch>
            <a:fillRect/>
          </a:stretch>
        </p:blipFill>
        <p:spPr>
          <a:xfrm>
            <a:off x="762000" y="2895600"/>
            <a:ext cx="95250" cy="76200"/>
          </a:xfrm>
          <a:prstGeom prst="rect">
            <a:avLst/>
          </a:prstGeom>
        </p:spPr>
      </p:pic>
      <p:pic>
        <p:nvPicPr>
          <p:cNvPr id="11" name="SK-19-img-10" descr="preencoded.png"/>
          <p:cNvPicPr>
            <a:picLocks noChangeAspect="1"/>
          </p:cNvPicPr>
          <p:nvPr/>
        </p:nvPicPr>
        <p:blipFill>
          <a:blip r:embed="rId11"/>
          <a:stretch>
            <a:fillRect/>
          </a:stretch>
        </p:blipFill>
        <p:spPr>
          <a:xfrm>
            <a:off x="762000" y="3139380"/>
            <a:ext cx="95250" cy="76200"/>
          </a:xfrm>
          <a:prstGeom prst="rect">
            <a:avLst/>
          </a:prstGeom>
        </p:spPr>
      </p:pic>
      <p:pic>
        <p:nvPicPr>
          <p:cNvPr id="12" name="SK-19-img-11" descr="preencoded.png"/>
          <p:cNvPicPr>
            <a:picLocks noChangeAspect="1"/>
          </p:cNvPicPr>
          <p:nvPr/>
        </p:nvPicPr>
        <p:blipFill>
          <a:blip r:embed="rId12"/>
          <a:stretch>
            <a:fillRect/>
          </a:stretch>
        </p:blipFill>
        <p:spPr>
          <a:xfrm>
            <a:off x="762000" y="3392686"/>
            <a:ext cx="1066800" cy="209550"/>
          </a:xfrm>
          <a:prstGeom prst="rect">
            <a:avLst/>
          </a:prstGeom>
        </p:spPr>
      </p:pic>
      <p:pic>
        <p:nvPicPr>
          <p:cNvPr id="13" name="SK-19-img-12" descr="preencoded.png"/>
          <p:cNvPicPr>
            <a:picLocks noChangeAspect="1"/>
          </p:cNvPicPr>
          <p:nvPr/>
        </p:nvPicPr>
        <p:blipFill>
          <a:blip r:embed="rId13"/>
          <a:stretch>
            <a:fillRect/>
          </a:stretch>
        </p:blipFill>
        <p:spPr>
          <a:xfrm>
            <a:off x="4317950" y="1676400"/>
            <a:ext cx="3555950" cy="2078236"/>
          </a:xfrm>
          <a:prstGeom prst="rect">
            <a:avLst/>
          </a:prstGeom>
        </p:spPr>
      </p:pic>
      <p:pic>
        <p:nvPicPr>
          <p:cNvPr id="14" name="SK-19-img-13" descr="preencoded.png"/>
          <p:cNvPicPr>
            <a:picLocks noChangeAspect="1"/>
          </p:cNvPicPr>
          <p:nvPr/>
        </p:nvPicPr>
        <p:blipFill>
          <a:blip r:embed="rId14"/>
          <a:stretch>
            <a:fillRect/>
          </a:stretch>
        </p:blipFill>
        <p:spPr>
          <a:xfrm>
            <a:off x="4508450" y="1828800"/>
            <a:ext cx="419100" cy="419100"/>
          </a:xfrm>
          <a:prstGeom prst="rect">
            <a:avLst/>
          </a:prstGeom>
        </p:spPr>
      </p:pic>
      <p:pic>
        <p:nvPicPr>
          <p:cNvPr id="15" name="SK-19-img-14" descr="preencoded.png"/>
          <p:cNvPicPr>
            <a:picLocks noChangeAspect="1"/>
          </p:cNvPicPr>
          <p:nvPr/>
        </p:nvPicPr>
        <p:blipFill>
          <a:blip r:embed="rId15"/>
          <a:stretch>
            <a:fillRect/>
          </a:stretch>
        </p:blipFill>
        <p:spPr>
          <a:xfrm>
            <a:off x="4598938" y="1943100"/>
            <a:ext cx="238125" cy="190500"/>
          </a:xfrm>
          <a:prstGeom prst="rect">
            <a:avLst/>
          </a:prstGeom>
        </p:spPr>
      </p:pic>
      <p:pic>
        <p:nvPicPr>
          <p:cNvPr id="16" name="SK-19-img-15" descr="preencoded.png"/>
          <p:cNvPicPr>
            <a:picLocks noChangeAspect="1"/>
          </p:cNvPicPr>
          <p:nvPr/>
        </p:nvPicPr>
        <p:blipFill>
          <a:blip r:embed="rId10"/>
          <a:stretch>
            <a:fillRect/>
          </a:stretch>
        </p:blipFill>
        <p:spPr>
          <a:xfrm>
            <a:off x="4508450" y="2895600"/>
            <a:ext cx="95250" cy="76200"/>
          </a:xfrm>
          <a:prstGeom prst="rect">
            <a:avLst/>
          </a:prstGeom>
        </p:spPr>
      </p:pic>
      <p:pic>
        <p:nvPicPr>
          <p:cNvPr id="17" name="SK-19-img-16" descr="preencoded.png"/>
          <p:cNvPicPr>
            <a:picLocks noChangeAspect="1"/>
          </p:cNvPicPr>
          <p:nvPr/>
        </p:nvPicPr>
        <p:blipFill>
          <a:blip r:embed="rId11"/>
          <a:stretch>
            <a:fillRect/>
          </a:stretch>
        </p:blipFill>
        <p:spPr>
          <a:xfrm>
            <a:off x="4508450" y="3139380"/>
            <a:ext cx="95250" cy="76200"/>
          </a:xfrm>
          <a:prstGeom prst="rect">
            <a:avLst/>
          </a:prstGeom>
        </p:spPr>
      </p:pic>
      <p:pic>
        <p:nvPicPr>
          <p:cNvPr id="18" name="SK-19-img-17" descr="preencoded.png"/>
          <p:cNvPicPr>
            <a:picLocks noChangeAspect="1"/>
          </p:cNvPicPr>
          <p:nvPr/>
        </p:nvPicPr>
        <p:blipFill>
          <a:blip r:embed="rId16"/>
          <a:stretch>
            <a:fillRect/>
          </a:stretch>
        </p:blipFill>
        <p:spPr>
          <a:xfrm>
            <a:off x="4508450" y="3392686"/>
            <a:ext cx="1066800" cy="209550"/>
          </a:xfrm>
          <a:prstGeom prst="rect">
            <a:avLst/>
          </a:prstGeom>
        </p:spPr>
      </p:pic>
      <p:pic>
        <p:nvPicPr>
          <p:cNvPr id="19" name="SK-19-img-18" descr="preencoded.png"/>
          <p:cNvPicPr>
            <a:picLocks noChangeAspect="1"/>
          </p:cNvPicPr>
          <p:nvPr/>
        </p:nvPicPr>
        <p:blipFill>
          <a:blip r:embed="rId17"/>
          <a:stretch>
            <a:fillRect/>
          </a:stretch>
        </p:blipFill>
        <p:spPr>
          <a:xfrm>
            <a:off x="8064401" y="1676400"/>
            <a:ext cx="3555950" cy="2078236"/>
          </a:xfrm>
          <a:prstGeom prst="rect">
            <a:avLst/>
          </a:prstGeom>
        </p:spPr>
      </p:pic>
      <p:pic>
        <p:nvPicPr>
          <p:cNvPr id="20" name="SK-19-img-19" descr="preencoded.png"/>
          <p:cNvPicPr>
            <a:picLocks noChangeAspect="1"/>
          </p:cNvPicPr>
          <p:nvPr/>
        </p:nvPicPr>
        <p:blipFill>
          <a:blip r:embed="rId18"/>
          <a:stretch>
            <a:fillRect/>
          </a:stretch>
        </p:blipFill>
        <p:spPr>
          <a:xfrm>
            <a:off x="8254901" y="1828800"/>
            <a:ext cx="419100" cy="419100"/>
          </a:xfrm>
          <a:prstGeom prst="rect">
            <a:avLst/>
          </a:prstGeom>
        </p:spPr>
      </p:pic>
      <p:pic>
        <p:nvPicPr>
          <p:cNvPr id="21" name="SK-19-img-20" descr="preencoded.png"/>
          <p:cNvPicPr>
            <a:picLocks noChangeAspect="1"/>
          </p:cNvPicPr>
          <p:nvPr/>
        </p:nvPicPr>
        <p:blipFill>
          <a:blip r:embed="rId19"/>
          <a:stretch>
            <a:fillRect/>
          </a:stretch>
        </p:blipFill>
        <p:spPr>
          <a:xfrm>
            <a:off x="8345388" y="1943100"/>
            <a:ext cx="238125" cy="190500"/>
          </a:xfrm>
          <a:prstGeom prst="rect">
            <a:avLst/>
          </a:prstGeom>
        </p:spPr>
      </p:pic>
      <p:pic>
        <p:nvPicPr>
          <p:cNvPr id="22" name="SK-19-img-21" descr="preencoded.png"/>
          <p:cNvPicPr>
            <a:picLocks noChangeAspect="1"/>
          </p:cNvPicPr>
          <p:nvPr/>
        </p:nvPicPr>
        <p:blipFill>
          <a:blip r:embed="rId10"/>
          <a:stretch>
            <a:fillRect/>
          </a:stretch>
        </p:blipFill>
        <p:spPr>
          <a:xfrm>
            <a:off x="8254901" y="2895600"/>
            <a:ext cx="95250" cy="76200"/>
          </a:xfrm>
          <a:prstGeom prst="rect">
            <a:avLst/>
          </a:prstGeom>
        </p:spPr>
      </p:pic>
      <p:pic>
        <p:nvPicPr>
          <p:cNvPr id="23" name="SK-19-img-22" descr="preencoded.png"/>
          <p:cNvPicPr>
            <a:picLocks noChangeAspect="1"/>
          </p:cNvPicPr>
          <p:nvPr/>
        </p:nvPicPr>
        <p:blipFill>
          <a:blip r:embed="rId11"/>
          <a:stretch>
            <a:fillRect/>
          </a:stretch>
        </p:blipFill>
        <p:spPr>
          <a:xfrm>
            <a:off x="8254901" y="3139380"/>
            <a:ext cx="95250" cy="76200"/>
          </a:xfrm>
          <a:prstGeom prst="rect">
            <a:avLst/>
          </a:prstGeom>
        </p:spPr>
      </p:pic>
      <p:pic>
        <p:nvPicPr>
          <p:cNvPr id="24" name="SK-19-img-23" descr="preencoded.png"/>
          <p:cNvPicPr>
            <a:picLocks noChangeAspect="1"/>
          </p:cNvPicPr>
          <p:nvPr/>
        </p:nvPicPr>
        <p:blipFill>
          <a:blip r:embed="rId16"/>
          <a:stretch>
            <a:fillRect/>
          </a:stretch>
        </p:blipFill>
        <p:spPr>
          <a:xfrm>
            <a:off x="8254901" y="3392686"/>
            <a:ext cx="1066800" cy="209550"/>
          </a:xfrm>
          <a:prstGeom prst="rect">
            <a:avLst/>
          </a:prstGeom>
        </p:spPr>
      </p:pic>
      <p:pic>
        <p:nvPicPr>
          <p:cNvPr id="25" name="SK-19-img-24" descr="preencoded.png"/>
          <p:cNvPicPr>
            <a:picLocks noChangeAspect="1"/>
          </p:cNvPicPr>
          <p:nvPr/>
        </p:nvPicPr>
        <p:blipFill>
          <a:blip r:embed="rId20"/>
          <a:stretch>
            <a:fillRect/>
          </a:stretch>
        </p:blipFill>
        <p:spPr>
          <a:xfrm>
            <a:off x="571500" y="3907036"/>
            <a:ext cx="5888236" cy="1863923"/>
          </a:xfrm>
          <a:prstGeom prst="rect">
            <a:avLst/>
          </a:prstGeom>
        </p:spPr>
      </p:pic>
      <p:pic>
        <p:nvPicPr>
          <p:cNvPr id="26" name="SK-19-img-25" descr="preencoded.png"/>
          <p:cNvPicPr>
            <a:picLocks noChangeAspect="1"/>
          </p:cNvPicPr>
          <p:nvPr/>
        </p:nvPicPr>
        <p:blipFill>
          <a:blip r:embed="rId8"/>
          <a:stretch>
            <a:fillRect/>
          </a:stretch>
        </p:blipFill>
        <p:spPr>
          <a:xfrm>
            <a:off x="762000" y="4059436"/>
            <a:ext cx="419100" cy="419100"/>
          </a:xfrm>
          <a:prstGeom prst="rect">
            <a:avLst/>
          </a:prstGeom>
        </p:spPr>
      </p:pic>
      <p:pic>
        <p:nvPicPr>
          <p:cNvPr id="27" name="SK-19-img-26" descr="preencoded.png"/>
          <p:cNvPicPr>
            <a:picLocks noChangeAspect="1"/>
          </p:cNvPicPr>
          <p:nvPr/>
        </p:nvPicPr>
        <p:blipFill>
          <a:blip r:embed="rId21"/>
          <a:stretch>
            <a:fillRect/>
          </a:stretch>
        </p:blipFill>
        <p:spPr>
          <a:xfrm>
            <a:off x="852488" y="4173736"/>
            <a:ext cx="238125" cy="190500"/>
          </a:xfrm>
          <a:prstGeom prst="rect">
            <a:avLst/>
          </a:prstGeom>
        </p:spPr>
      </p:pic>
      <p:pic>
        <p:nvPicPr>
          <p:cNvPr id="28" name="SK-19-img-27" descr="preencoded.png"/>
          <p:cNvPicPr>
            <a:picLocks noChangeAspect="1"/>
          </p:cNvPicPr>
          <p:nvPr/>
        </p:nvPicPr>
        <p:blipFill>
          <a:blip r:embed="rId22"/>
          <a:stretch>
            <a:fillRect/>
          </a:stretch>
        </p:blipFill>
        <p:spPr>
          <a:xfrm>
            <a:off x="762000" y="4883348"/>
            <a:ext cx="166688" cy="137220"/>
          </a:xfrm>
          <a:prstGeom prst="rect">
            <a:avLst/>
          </a:prstGeom>
        </p:spPr>
      </p:pic>
      <p:pic>
        <p:nvPicPr>
          <p:cNvPr id="29" name="SK-19-img-28" descr="preencoded.png"/>
          <p:cNvPicPr>
            <a:picLocks noChangeAspect="1"/>
          </p:cNvPicPr>
          <p:nvPr/>
        </p:nvPicPr>
        <p:blipFill>
          <a:blip r:embed="rId23"/>
          <a:stretch>
            <a:fillRect/>
          </a:stretch>
        </p:blipFill>
        <p:spPr>
          <a:xfrm>
            <a:off x="3563243" y="4883348"/>
            <a:ext cx="166688" cy="137220"/>
          </a:xfrm>
          <a:prstGeom prst="rect">
            <a:avLst/>
          </a:prstGeom>
        </p:spPr>
      </p:pic>
      <p:pic>
        <p:nvPicPr>
          <p:cNvPr id="30" name="SK-19-img-29" descr="preencoded.png"/>
          <p:cNvPicPr>
            <a:picLocks noChangeAspect="1"/>
          </p:cNvPicPr>
          <p:nvPr/>
        </p:nvPicPr>
        <p:blipFill>
          <a:blip r:embed="rId24"/>
          <a:stretch>
            <a:fillRect/>
          </a:stretch>
        </p:blipFill>
        <p:spPr>
          <a:xfrm>
            <a:off x="762000" y="5146179"/>
            <a:ext cx="166688" cy="137220"/>
          </a:xfrm>
          <a:prstGeom prst="rect">
            <a:avLst/>
          </a:prstGeom>
        </p:spPr>
      </p:pic>
      <p:pic>
        <p:nvPicPr>
          <p:cNvPr id="31" name="SK-19-img-30" descr="preencoded.png"/>
          <p:cNvPicPr>
            <a:picLocks noChangeAspect="1"/>
          </p:cNvPicPr>
          <p:nvPr/>
        </p:nvPicPr>
        <p:blipFill>
          <a:blip r:embed="rId25"/>
          <a:stretch>
            <a:fillRect/>
          </a:stretch>
        </p:blipFill>
        <p:spPr>
          <a:xfrm>
            <a:off x="3563243" y="5146179"/>
            <a:ext cx="166688" cy="137220"/>
          </a:xfrm>
          <a:prstGeom prst="rect">
            <a:avLst/>
          </a:prstGeom>
        </p:spPr>
      </p:pic>
      <p:pic>
        <p:nvPicPr>
          <p:cNvPr id="32" name="SK-19-img-31" descr="preencoded.png"/>
          <p:cNvPicPr>
            <a:picLocks noChangeAspect="1"/>
          </p:cNvPicPr>
          <p:nvPr/>
        </p:nvPicPr>
        <p:blipFill>
          <a:blip r:embed="rId26"/>
          <a:stretch>
            <a:fillRect/>
          </a:stretch>
        </p:blipFill>
        <p:spPr>
          <a:xfrm>
            <a:off x="6650236" y="3907036"/>
            <a:ext cx="4970264" cy="1863923"/>
          </a:xfrm>
          <a:prstGeom prst="rect">
            <a:avLst/>
          </a:prstGeom>
        </p:spPr>
      </p:pic>
      <p:pic>
        <p:nvPicPr>
          <p:cNvPr id="33" name="SK-19-img-32" descr="preencoded.png"/>
          <p:cNvPicPr>
            <a:picLocks noChangeAspect="1"/>
          </p:cNvPicPr>
          <p:nvPr/>
        </p:nvPicPr>
        <p:blipFill>
          <a:blip r:embed="rId8"/>
          <a:stretch>
            <a:fillRect/>
          </a:stretch>
        </p:blipFill>
        <p:spPr>
          <a:xfrm>
            <a:off x="6840736" y="4059436"/>
            <a:ext cx="419100" cy="419100"/>
          </a:xfrm>
          <a:prstGeom prst="rect">
            <a:avLst/>
          </a:prstGeom>
        </p:spPr>
      </p:pic>
      <p:pic>
        <p:nvPicPr>
          <p:cNvPr id="34" name="SK-19-img-33" descr="preencoded.png"/>
          <p:cNvPicPr>
            <a:picLocks noChangeAspect="1"/>
          </p:cNvPicPr>
          <p:nvPr/>
        </p:nvPicPr>
        <p:blipFill>
          <a:blip r:embed="rId27"/>
          <a:stretch>
            <a:fillRect/>
          </a:stretch>
        </p:blipFill>
        <p:spPr>
          <a:xfrm>
            <a:off x="6931223" y="4173736"/>
            <a:ext cx="238125" cy="190500"/>
          </a:xfrm>
          <a:prstGeom prst="rect">
            <a:avLst/>
          </a:prstGeom>
        </p:spPr>
      </p:pic>
      <p:pic>
        <p:nvPicPr>
          <p:cNvPr id="35" name="SK-19-img-34" descr="preencoded.png"/>
          <p:cNvPicPr>
            <a:picLocks noChangeAspect="1"/>
          </p:cNvPicPr>
          <p:nvPr/>
        </p:nvPicPr>
        <p:blipFill>
          <a:blip r:embed="rId11"/>
          <a:stretch>
            <a:fillRect/>
          </a:stretch>
        </p:blipFill>
        <p:spPr>
          <a:xfrm>
            <a:off x="6840736" y="4911923"/>
            <a:ext cx="95250" cy="76200"/>
          </a:xfrm>
          <a:prstGeom prst="rect">
            <a:avLst/>
          </a:prstGeom>
        </p:spPr>
      </p:pic>
      <p:pic>
        <p:nvPicPr>
          <p:cNvPr id="36" name="SK-19-img-35" descr="preencoded.png"/>
          <p:cNvPicPr>
            <a:picLocks noChangeAspect="1"/>
          </p:cNvPicPr>
          <p:nvPr/>
        </p:nvPicPr>
        <p:blipFill>
          <a:blip r:embed="rId28"/>
          <a:stretch>
            <a:fillRect/>
          </a:stretch>
        </p:blipFill>
        <p:spPr>
          <a:xfrm>
            <a:off x="6840736" y="5155704"/>
            <a:ext cx="95250" cy="76200"/>
          </a:xfrm>
          <a:prstGeom prst="rect">
            <a:avLst/>
          </a:prstGeom>
        </p:spPr>
      </p:pic>
      <p:pic>
        <p:nvPicPr>
          <p:cNvPr id="37" name="SK-19-img-36" descr="preencoded.png"/>
          <p:cNvPicPr>
            <a:picLocks noChangeAspect="1"/>
          </p:cNvPicPr>
          <p:nvPr/>
        </p:nvPicPr>
        <p:blipFill>
          <a:blip r:embed="rId29"/>
          <a:stretch>
            <a:fillRect/>
          </a:stretch>
        </p:blipFill>
        <p:spPr>
          <a:xfrm>
            <a:off x="6840736" y="5409009"/>
            <a:ext cx="952500" cy="209550"/>
          </a:xfrm>
          <a:prstGeom prst="rect">
            <a:avLst/>
          </a:prstGeom>
        </p:spPr>
      </p:pic>
      <p:pic>
        <p:nvPicPr>
          <p:cNvPr id="38" name="SK-19-img-37" descr="preencoded.png"/>
          <p:cNvPicPr>
            <a:picLocks noChangeAspect="1"/>
          </p:cNvPicPr>
          <p:nvPr/>
        </p:nvPicPr>
        <p:blipFill>
          <a:blip r:embed="rId30"/>
          <a:stretch>
            <a:fillRect/>
          </a:stretch>
        </p:blipFill>
        <p:spPr>
          <a:xfrm>
            <a:off x="571500" y="5923359"/>
            <a:ext cx="11049000" cy="390525"/>
          </a:xfrm>
          <a:prstGeom prst="rect">
            <a:avLst/>
          </a:prstGeom>
        </p:spPr>
      </p:pic>
      <p:pic>
        <p:nvPicPr>
          <p:cNvPr id="39" name="SK-19-img-38" descr="preencoded.png"/>
          <p:cNvPicPr>
            <a:picLocks noChangeAspect="1"/>
          </p:cNvPicPr>
          <p:nvPr/>
        </p:nvPicPr>
        <p:blipFill>
          <a:blip r:embed="rId31"/>
          <a:stretch>
            <a:fillRect/>
          </a:stretch>
        </p:blipFill>
        <p:spPr>
          <a:xfrm>
            <a:off x="7639050" y="6090047"/>
            <a:ext cx="57150" cy="57150"/>
          </a:xfrm>
          <a:prstGeom prst="rect">
            <a:avLst/>
          </a:prstGeom>
        </p:spPr>
      </p:pic>
      <p:pic>
        <p:nvPicPr>
          <p:cNvPr id="40" name="SK-19-img-39" descr="preencoded.png"/>
          <p:cNvPicPr>
            <a:picLocks noChangeAspect="1"/>
          </p:cNvPicPr>
          <p:nvPr/>
        </p:nvPicPr>
        <p:blipFill>
          <a:blip r:embed="rId31"/>
          <a:stretch>
            <a:fillRect/>
          </a:stretch>
        </p:blipFill>
        <p:spPr>
          <a:xfrm>
            <a:off x="8677275" y="6090047"/>
            <a:ext cx="57150" cy="57150"/>
          </a:xfrm>
          <a:prstGeom prst="rect">
            <a:avLst/>
          </a:prstGeom>
        </p:spPr>
      </p:pic>
      <p:pic>
        <p:nvPicPr>
          <p:cNvPr id="41" name="SK-19-img-40" descr="preencoded.png"/>
          <p:cNvPicPr>
            <a:picLocks noChangeAspect="1"/>
          </p:cNvPicPr>
          <p:nvPr/>
        </p:nvPicPr>
        <p:blipFill>
          <a:blip r:embed="rId31"/>
          <a:stretch>
            <a:fillRect/>
          </a:stretch>
        </p:blipFill>
        <p:spPr>
          <a:xfrm>
            <a:off x="9686925" y="6090047"/>
            <a:ext cx="57150" cy="57150"/>
          </a:xfrm>
          <a:prstGeom prst="rect">
            <a:avLst/>
          </a:prstGeom>
        </p:spPr>
      </p:pic>
      <p:pic>
        <p:nvPicPr>
          <p:cNvPr id="42" name="SK-19-img-41" descr="preencoded.png"/>
          <p:cNvPicPr>
            <a:picLocks noChangeAspect="1"/>
          </p:cNvPicPr>
          <p:nvPr/>
        </p:nvPicPr>
        <p:blipFill>
          <a:blip r:embed="rId31"/>
          <a:stretch>
            <a:fillRect/>
          </a:stretch>
        </p:blipFill>
        <p:spPr>
          <a:xfrm>
            <a:off x="10696575" y="6090047"/>
            <a:ext cx="57150" cy="57150"/>
          </a:xfrm>
          <a:prstGeom prst="rect">
            <a:avLst/>
          </a:prstGeom>
        </p:spPr>
      </p:pic>
      <p:sp>
        <p:nvSpPr>
          <p:cNvPr id="43" name="SK-19-text-42"/>
          <p:cNvSpPr/>
          <p:nvPr/>
        </p:nvSpPr>
        <p:spPr>
          <a:xfrm>
            <a:off x="647700" y="304800"/>
            <a:ext cx="2245146" cy="238125"/>
          </a:xfrm>
          <a:prstGeom prst="rect">
            <a:avLst/>
          </a:prstGeom>
          <a:noFill/>
          <a:ln/>
        </p:spPr>
        <p:txBody>
          <a:bodyPr vert="horz" wrap="square" lIns="0" tIns="0" rIns="0" bIns="0" rtlCol="0" anchor="ctr"/>
          <a:lstStyle/>
          <a:p>
            <a:pPr marL="0" indent="0">
              <a:lnSpc>
                <a:spcPts val="1575"/>
              </a:lnSpc>
              <a:buNone/>
            </a:pPr>
            <a:r>
              <a:rPr lang="en-US" sz="1050" kern="0" spc="120" dirty="0">
                <a:solidFill>
                  <a:srgbClr val="00F5FF"/>
                </a:solidFill>
              </a:rPr>
              <a:t>STRATEGIC VALUE</a:t>
            </a:r>
            <a:endParaRPr lang="en-US" sz="1050" dirty="0"/>
          </a:p>
        </p:txBody>
      </p:sp>
      <p:sp>
        <p:nvSpPr>
          <p:cNvPr id="44" name="SK-19-text-43"/>
          <p:cNvSpPr/>
          <p:nvPr/>
        </p:nvSpPr>
        <p:spPr>
          <a:xfrm>
            <a:off x="571500" y="619125"/>
            <a:ext cx="11049000" cy="485775"/>
          </a:xfrm>
          <a:prstGeom prst="rect">
            <a:avLst/>
          </a:prstGeom>
          <a:noFill/>
          <a:ln/>
        </p:spPr>
        <p:txBody>
          <a:bodyPr vert="horz" wrap="square" lIns="0" tIns="0" rIns="0" bIns="0" rtlCol="0" anchor="ctr"/>
          <a:lstStyle/>
          <a:p>
            <a:pPr marL="0" indent="0">
              <a:lnSpc>
                <a:spcPts val="3825"/>
              </a:lnSpc>
              <a:buNone/>
            </a:pPr>
            <a:r>
              <a:rPr lang="en-US" sz="2550" b="1" dirty="0">
                <a:solidFill>
                  <a:srgbClr val="7B61FF"/>
                </a:solidFill>
                <a:latin typeface="Noto Sans SC" pitchFamily="34" charset="0"/>
                <a:ea typeface="Noto Sans SC" pitchFamily="34" charset="-122"/>
                <a:cs typeface="Noto Sans SC" pitchFamily="34" charset="-120"/>
              </a:rPr>
              <a:t>#</a:t>
            </a:r>
            <a:r>
              <a:rPr lang="en-US" sz="2550" b="1" dirty="0">
                <a:solidFill>
                  <a:srgbClr val="FFFFFF"/>
                </a:solidFill>
                <a:latin typeface="Noto Sans SC" pitchFamily="34" charset="0"/>
                <a:ea typeface="Noto Sans SC" pitchFamily="34" charset="-122"/>
                <a:cs typeface="Noto Sans SC" pitchFamily="34" charset="-120"/>
              </a:rPr>
              <a:t>应用价值与落地前景</a:t>
            </a:r>
            <a:endParaRPr lang="en-US" sz="2550" dirty="0"/>
          </a:p>
        </p:txBody>
      </p:sp>
      <p:sp>
        <p:nvSpPr>
          <p:cNvPr id="45" name="SK-19-text-44"/>
          <p:cNvSpPr/>
          <p:nvPr/>
        </p:nvSpPr>
        <p:spPr>
          <a:xfrm>
            <a:off x="685800" y="1219200"/>
            <a:ext cx="11506200" cy="228600"/>
          </a:xfrm>
          <a:prstGeom prst="rect">
            <a:avLst/>
          </a:prstGeom>
          <a:noFill/>
          <a:ln/>
        </p:spPr>
        <p:txBody>
          <a:bodyPr vert="horz" wrap="square" lIns="0" tIns="0" rIns="0" bIns="0" rtlCol="0" anchor="ctr"/>
          <a:lstStyle/>
          <a:p>
            <a:pPr marL="0" indent="0">
              <a:lnSpc>
                <a:spcPts val="1800"/>
              </a:lnSpc>
              <a:buNone/>
            </a:pPr>
            <a:r>
              <a:rPr lang="en-US" sz="1200" dirty="0">
                <a:solidFill>
                  <a:srgbClr val="A0AEC0"/>
                </a:solidFill>
                <a:latin typeface="Noto Sans SC" pitchFamily="34" charset="0"/>
                <a:ea typeface="Noto Sans SC" pitchFamily="34" charset="-122"/>
                <a:cs typeface="Noto Sans SC" pitchFamily="34" charset="-120"/>
              </a:rPr>
              <a:t>面向高校个性化学习、医学专项教育及跨学科推广，提供具有技术示范意义的智能教育范本。</a:t>
            </a:r>
            <a:endParaRPr lang="en-US" sz="1200" dirty="0"/>
          </a:p>
        </p:txBody>
      </p:sp>
      <p:sp>
        <p:nvSpPr>
          <p:cNvPr id="46" name="SK-19-text-45"/>
          <p:cNvSpPr/>
          <p:nvPr/>
        </p:nvSpPr>
        <p:spPr>
          <a:xfrm>
            <a:off x="1295400" y="1895475"/>
            <a:ext cx="3524250" cy="285750"/>
          </a:xfrm>
          <a:prstGeom prst="rect">
            <a:avLst/>
          </a:prstGeom>
          <a:noFill/>
          <a:ln/>
        </p:spPr>
        <p:txBody>
          <a:bodyPr vert="horz" wrap="square" lIns="0" tIns="0" rIns="0" bIns="0" rtlCol="0" anchor="ctr"/>
          <a:lstStyle/>
          <a:p>
            <a:pPr marL="0" indent="0">
              <a:lnSpc>
                <a:spcPts val="2250"/>
              </a:lnSpc>
              <a:buNone/>
            </a:pPr>
            <a:r>
              <a:rPr lang="en-US" sz="1500" b="1" dirty="0">
                <a:solidFill>
                  <a:srgbClr val="FFFFFF"/>
                </a:solidFill>
                <a:latin typeface="Noto Sans SC" pitchFamily="34" charset="0"/>
                <a:ea typeface="Noto Sans SC" pitchFamily="34" charset="-122"/>
                <a:cs typeface="Noto Sans SC" pitchFamily="34" charset="-120"/>
              </a:rPr>
              <a:t>高校个性化学习平台</a:t>
            </a:r>
            <a:endParaRPr lang="en-US" sz="1500" dirty="0"/>
          </a:p>
        </p:txBody>
      </p:sp>
      <p:sp>
        <p:nvSpPr>
          <p:cNvPr id="47" name="SK-19-text-46"/>
          <p:cNvSpPr/>
          <p:nvPr/>
        </p:nvSpPr>
        <p:spPr>
          <a:xfrm>
            <a:off x="762000" y="2343150"/>
            <a:ext cx="3174950" cy="428625"/>
          </a:xfrm>
          <a:prstGeom prst="rect">
            <a:avLst/>
          </a:prstGeom>
          <a:noFill/>
          <a:ln/>
        </p:spPr>
        <p:txBody>
          <a:bodyPr vert="horz" wrap="square" lIns="0" tIns="0" rIns="0" bIns="0" rtlCol="0" anchor="ctr"/>
          <a:lstStyle/>
          <a:p>
            <a:pPr marL="0" indent="0">
              <a:lnSpc>
                <a:spcPts val="1688"/>
              </a:lnSpc>
              <a:buNone/>
            </a:pPr>
            <a:r>
              <a:rPr lang="en-US" sz="1125" dirty="0">
                <a:solidFill>
                  <a:srgbClr val="A0AEC0"/>
                </a:solidFill>
                <a:latin typeface="Noto Sans SC" pitchFamily="34" charset="0"/>
                <a:ea typeface="Noto Sans SC" pitchFamily="34" charset="-122"/>
                <a:cs typeface="Noto Sans SC" pitchFamily="34" charset="-120"/>
              </a:rPr>
              <a:t>覆盖学习全生命周期，显著提升自主学习效率与教学质量。</a:t>
            </a:r>
            <a:endParaRPr lang="en-US" sz="1125" dirty="0"/>
          </a:p>
        </p:txBody>
      </p:sp>
      <p:sp>
        <p:nvSpPr>
          <p:cNvPr id="48" name="SK-19-text-47"/>
          <p:cNvSpPr/>
          <p:nvPr/>
        </p:nvSpPr>
        <p:spPr>
          <a:xfrm>
            <a:off x="933450" y="2867025"/>
            <a:ext cx="5570220" cy="186630"/>
          </a:xfrm>
          <a:prstGeom prst="rect">
            <a:avLst/>
          </a:prstGeom>
          <a:noFill/>
          <a:ln/>
        </p:spPr>
        <p:txBody>
          <a:bodyPr vert="horz" wrap="square" lIns="0" tIns="0" rIns="0" bIns="0" rtlCol="0" anchor="ctr"/>
          <a:lstStyle/>
          <a:p>
            <a:pPr marL="0" indent="0">
              <a:lnSpc>
                <a:spcPts val="1470"/>
              </a:lnSpc>
              <a:buNone/>
            </a:pPr>
            <a:r>
              <a:rPr lang="en-US" sz="1050" dirty="0">
                <a:solidFill>
                  <a:srgbClr val="A0AEC0"/>
                </a:solidFill>
                <a:latin typeface="Noto Sans SC" pitchFamily="34" charset="0"/>
                <a:ea typeface="Noto Sans SC" pitchFamily="34" charset="-122"/>
                <a:cs typeface="Noto Sans SC" pitchFamily="34" charset="-120"/>
              </a:rPr>
              <a:t>千人千面：基于8维度画像动态适配资源与路径</a:t>
            </a:r>
            <a:endParaRPr lang="en-US" sz="1050" dirty="0"/>
          </a:p>
        </p:txBody>
      </p:sp>
      <p:sp>
        <p:nvSpPr>
          <p:cNvPr id="49" name="SK-19-text-48"/>
          <p:cNvSpPr/>
          <p:nvPr/>
        </p:nvSpPr>
        <p:spPr>
          <a:xfrm>
            <a:off x="933450" y="3110805"/>
            <a:ext cx="5303520" cy="186630"/>
          </a:xfrm>
          <a:prstGeom prst="rect">
            <a:avLst/>
          </a:prstGeom>
          <a:noFill/>
          <a:ln/>
        </p:spPr>
        <p:txBody>
          <a:bodyPr vert="horz" wrap="square" lIns="0" tIns="0" rIns="0" bIns="0" rtlCol="0" anchor="ctr"/>
          <a:lstStyle/>
          <a:p>
            <a:pPr marL="0" indent="0">
              <a:lnSpc>
                <a:spcPts val="1470"/>
              </a:lnSpc>
              <a:buNone/>
            </a:pPr>
            <a:r>
              <a:rPr lang="en-US" sz="1050" dirty="0">
                <a:solidFill>
                  <a:srgbClr val="A0AEC0"/>
                </a:solidFill>
                <a:latin typeface="Noto Sans SC" pitchFamily="34" charset="0"/>
                <a:ea typeface="Noto Sans SC" pitchFamily="34" charset="-122"/>
                <a:cs typeface="Noto Sans SC" pitchFamily="34" charset="-120"/>
              </a:rPr>
              <a:t>减负增效：自动化生成高质量练习与教学课件</a:t>
            </a:r>
            <a:endParaRPr lang="en-US" sz="1050" dirty="0"/>
          </a:p>
        </p:txBody>
      </p:sp>
      <p:sp>
        <p:nvSpPr>
          <p:cNvPr id="50" name="SK-19-text-49"/>
          <p:cNvSpPr/>
          <p:nvPr/>
        </p:nvSpPr>
        <p:spPr>
          <a:xfrm>
            <a:off x="838200" y="3392686"/>
            <a:ext cx="1643743" cy="209550"/>
          </a:xfrm>
          <a:prstGeom prst="rect">
            <a:avLst/>
          </a:prstGeom>
          <a:noFill/>
          <a:ln/>
        </p:spPr>
        <p:txBody>
          <a:bodyPr vert="horz" wrap="square" lIns="0" tIns="0" rIns="0" bIns="0" rtlCol="0" anchor="ctr"/>
          <a:lstStyle/>
          <a:p>
            <a:pPr marL="0" indent="0">
              <a:lnSpc>
                <a:spcPts val="1350"/>
              </a:lnSpc>
              <a:buNone/>
            </a:pPr>
            <a:r>
              <a:rPr lang="en-US" sz="900" dirty="0">
                <a:solidFill>
                  <a:srgbClr val="00F5FF"/>
                </a:solidFill>
              </a:rPr>
              <a:t>智能教育核心引擎</a:t>
            </a:r>
            <a:endParaRPr lang="en-US" sz="900" dirty="0"/>
          </a:p>
        </p:txBody>
      </p:sp>
      <p:sp>
        <p:nvSpPr>
          <p:cNvPr id="51" name="SK-19-text-50"/>
          <p:cNvSpPr/>
          <p:nvPr/>
        </p:nvSpPr>
        <p:spPr>
          <a:xfrm>
            <a:off x="5041850" y="1895475"/>
            <a:ext cx="3143250" cy="285750"/>
          </a:xfrm>
          <a:prstGeom prst="rect">
            <a:avLst/>
          </a:prstGeom>
          <a:noFill/>
          <a:ln/>
        </p:spPr>
        <p:txBody>
          <a:bodyPr vert="horz" wrap="square" lIns="0" tIns="0" rIns="0" bIns="0" rtlCol="0" anchor="ctr"/>
          <a:lstStyle/>
          <a:p>
            <a:pPr marL="0" indent="0">
              <a:lnSpc>
                <a:spcPts val="2250"/>
              </a:lnSpc>
              <a:buNone/>
            </a:pPr>
            <a:r>
              <a:rPr lang="en-US" sz="1500" b="1" dirty="0">
                <a:solidFill>
                  <a:srgbClr val="FFFFFF"/>
                </a:solidFill>
                <a:latin typeface="Noto Sans SC" pitchFamily="34" charset="0"/>
                <a:ea typeface="Noto Sans SC" pitchFamily="34" charset="-122"/>
                <a:cs typeface="Noto Sans SC" pitchFamily="34" charset="-120"/>
              </a:rPr>
              <a:t>医学教育专项应用</a:t>
            </a:r>
            <a:endParaRPr lang="en-US" sz="1500" dirty="0"/>
          </a:p>
        </p:txBody>
      </p:sp>
      <p:sp>
        <p:nvSpPr>
          <p:cNvPr id="52" name="SK-19-text-51"/>
          <p:cNvSpPr/>
          <p:nvPr/>
        </p:nvSpPr>
        <p:spPr>
          <a:xfrm>
            <a:off x="4508450" y="2343150"/>
            <a:ext cx="3174950" cy="428625"/>
          </a:xfrm>
          <a:prstGeom prst="rect">
            <a:avLst/>
          </a:prstGeom>
          <a:noFill/>
          <a:ln/>
        </p:spPr>
        <p:txBody>
          <a:bodyPr vert="horz" wrap="square" lIns="0" tIns="0" rIns="0" bIns="0" rtlCol="0" anchor="ctr"/>
          <a:lstStyle/>
          <a:p>
            <a:pPr marL="0" indent="0">
              <a:lnSpc>
                <a:spcPts val="1688"/>
              </a:lnSpc>
              <a:buNone/>
            </a:pPr>
            <a:r>
              <a:rPr lang="en-US" sz="1125" dirty="0">
                <a:solidFill>
                  <a:srgbClr val="A0AEC0"/>
                </a:solidFill>
                <a:latin typeface="Noto Sans SC" pitchFamily="34" charset="0"/>
                <a:ea typeface="Noto Sans SC" pitchFamily="34" charset="-122"/>
                <a:cs typeface="Noto Sans SC" pitchFamily="34" charset="-120"/>
              </a:rPr>
              <a:t>以脑卒中为示范，贯通“理论学习-临床思维-证据支撑”全链路。</a:t>
            </a:r>
            <a:endParaRPr lang="en-US" sz="1125" dirty="0"/>
          </a:p>
        </p:txBody>
      </p:sp>
      <p:sp>
        <p:nvSpPr>
          <p:cNvPr id="53" name="SK-19-text-52"/>
          <p:cNvSpPr/>
          <p:nvPr/>
        </p:nvSpPr>
        <p:spPr>
          <a:xfrm>
            <a:off x="4679900" y="2867025"/>
            <a:ext cx="5303520" cy="186630"/>
          </a:xfrm>
          <a:prstGeom prst="rect">
            <a:avLst/>
          </a:prstGeom>
          <a:noFill/>
          <a:ln/>
        </p:spPr>
        <p:txBody>
          <a:bodyPr vert="horz" wrap="square" lIns="0" tIns="0" rIns="0" bIns="0" rtlCol="0" anchor="ctr"/>
          <a:lstStyle/>
          <a:p>
            <a:pPr marL="0" indent="0">
              <a:lnSpc>
                <a:spcPts val="1470"/>
              </a:lnSpc>
              <a:buNone/>
            </a:pPr>
            <a:r>
              <a:rPr lang="en-US" sz="1050" dirty="0">
                <a:solidFill>
                  <a:srgbClr val="A0AEC0"/>
                </a:solidFill>
                <a:latin typeface="Noto Sans SC" pitchFamily="34" charset="0"/>
                <a:ea typeface="Noto Sans SC" pitchFamily="34" charset="-122"/>
                <a:cs typeface="Noto Sans SC" pitchFamily="34" charset="-120"/>
              </a:rPr>
              <a:t>循证支撑：8级证据等级排序确保医学严谨性</a:t>
            </a:r>
            <a:endParaRPr lang="en-US" sz="1050" dirty="0"/>
          </a:p>
        </p:txBody>
      </p:sp>
      <p:sp>
        <p:nvSpPr>
          <p:cNvPr id="54" name="SK-19-text-53"/>
          <p:cNvSpPr/>
          <p:nvPr/>
        </p:nvSpPr>
        <p:spPr>
          <a:xfrm>
            <a:off x="4679900" y="3110805"/>
            <a:ext cx="5623560" cy="186630"/>
          </a:xfrm>
          <a:prstGeom prst="rect">
            <a:avLst/>
          </a:prstGeom>
          <a:noFill/>
          <a:ln/>
        </p:spPr>
        <p:txBody>
          <a:bodyPr vert="horz" wrap="square" lIns="0" tIns="0" rIns="0" bIns="0" rtlCol="0" anchor="ctr"/>
          <a:lstStyle/>
          <a:p>
            <a:pPr marL="0" indent="0">
              <a:lnSpc>
                <a:spcPts val="1470"/>
              </a:lnSpc>
              <a:buNone/>
            </a:pPr>
            <a:r>
              <a:rPr lang="en-US" sz="1050" dirty="0">
                <a:solidFill>
                  <a:srgbClr val="A0AEC0"/>
                </a:solidFill>
                <a:latin typeface="Noto Sans SC" pitchFamily="34" charset="0"/>
                <a:ea typeface="Noto Sans SC" pitchFamily="34" charset="-122"/>
                <a:cs typeface="Noto Sans SC" pitchFamily="34" charset="-120"/>
              </a:rPr>
              <a:t>多模态解析：CT影像与检验报告智能结构化辅助</a:t>
            </a:r>
            <a:endParaRPr lang="en-US" sz="1050" dirty="0"/>
          </a:p>
        </p:txBody>
      </p:sp>
      <p:sp>
        <p:nvSpPr>
          <p:cNvPr id="55" name="SK-19-text-54"/>
          <p:cNvSpPr/>
          <p:nvPr/>
        </p:nvSpPr>
        <p:spPr>
          <a:xfrm>
            <a:off x="4584650" y="3392686"/>
            <a:ext cx="1643743" cy="209550"/>
          </a:xfrm>
          <a:prstGeom prst="rect">
            <a:avLst/>
          </a:prstGeom>
          <a:noFill/>
          <a:ln/>
        </p:spPr>
        <p:txBody>
          <a:bodyPr vert="horz" wrap="square" lIns="0" tIns="0" rIns="0" bIns="0" rtlCol="0" anchor="ctr"/>
          <a:lstStyle/>
          <a:p>
            <a:pPr marL="0" indent="0">
              <a:lnSpc>
                <a:spcPts val="1350"/>
              </a:lnSpc>
              <a:buNone/>
            </a:pPr>
            <a:r>
              <a:rPr lang="en-US" sz="900" dirty="0">
                <a:solidFill>
                  <a:srgbClr val="00F5FF"/>
                </a:solidFill>
              </a:rPr>
              <a:t>临床思维深度训练</a:t>
            </a:r>
            <a:endParaRPr lang="en-US" sz="900" dirty="0"/>
          </a:p>
        </p:txBody>
      </p:sp>
      <p:sp>
        <p:nvSpPr>
          <p:cNvPr id="56" name="SK-19-text-55"/>
          <p:cNvSpPr/>
          <p:nvPr/>
        </p:nvSpPr>
        <p:spPr>
          <a:xfrm>
            <a:off x="8788301" y="1895475"/>
            <a:ext cx="2762250" cy="285750"/>
          </a:xfrm>
          <a:prstGeom prst="rect">
            <a:avLst/>
          </a:prstGeom>
          <a:noFill/>
          <a:ln/>
        </p:spPr>
        <p:txBody>
          <a:bodyPr vert="horz" wrap="square" lIns="0" tIns="0" rIns="0" bIns="0" rtlCol="0" anchor="ctr"/>
          <a:lstStyle/>
          <a:p>
            <a:pPr marL="0" indent="0">
              <a:lnSpc>
                <a:spcPts val="2250"/>
              </a:lnSpc>
              <a:buNone/>
            </a:pPr>
            <a:r>
              <a:rPr lang="en-US" sz="1500" b="1" dirty="0">
                <a:solidFill>
                  <a:srgbClr val="FFFFFF"/>
                </a:solidFill>
                <a:latin typeface="Noto Sans SC" pitchFamily="34" charset="0"/>
                <a:ea typeface="Noto Sans SC" pitchFamily="34" charset="-122"/>
                <a:cs typeface="Noto Sans SC" pitchFamily="34" charset="-120"/>
              </a:rPr>
              <a:t>跨学科迁移推广</a:t>
            </a:r>
            <a:endParaRPr lang="en-US" sz="1500" dirty="0"/>
          </a:p>
        </p:txBody>
      </p:sp>
      <p:sp>
        <p:nvSpPr>
          <p:cNvPr id="57" name="SK-19-text-56"/>
          <p:cNvSpPr/>
          <p:nvPr/>
        </p:nvSpPr>
        <p:spPr>
          <a:xfrm>
            <a:off x="8254901" y="2343150"/>
            <a:ext cx="3174950" cy="428625"/>
          </a:xfrm>
          <a:prstGeom prst="rect">
            <a:avLst/>
          </a:prstGeom>
          <a:noFill/>
          <a:ln/>
        </p:spPr>
        <p:txBody>
          <a:bodyPr vert="horz" wrap="square" lIns="0" tIns="0" rIns="0" bIns="0" rtlCol="0" anchor="ctr"/>
          <a:lstStyle/>
          <a:p>
            <a:pPr marL="0" indent="0">
              <a:lnSpc>
                <a:spcPts val="1688"/>
              </a:lnSpc>
              <a:buNone/>
            </a:pPr>
            <a:r>
              <a:rPr lang="en-US" sz="1125" dirty="0">
                <a:solidFill>
                  <a:srgbClr val="A0AEC0"/>
                </a:solidFill>
                <a:latin typeface="Noto Sans SC" pitchFamily="34" charset="0"/>
                <a:ea typeface="Noto Sans SC" pitchFamily="34" charset="-122"/>
                <a:cs typeface="Noto Sans SC" pitchFamily="34" charset="-120"/>
              </a:rPr>
              <a:t>模块化与全配置化架构，支持低成本迁移至多元教育场景。</a:t>
            </a:r>
            <a:endParaRPr lang="en-US" sz="1125" dirty="0"/>
          </a:p>
        </p:txBody>
      </p:sp>
      <p:sp>
        <p:nvSpPr>
          <p:cNvPr id="58" name="SK-19-text-57"/>
          <p:cNvSpPr/>
          <p:nvPr/>
        </p:nvSpPr>
        <p:spPr>
          <a:xfrm>
            <a:off x="8426351" y="2867025"/>
            <a:ext cx="3765649" cy="186630"/>
          </a:xfrm>
          <a:prstGeom prst="rect">
            <a:avLst/>
          </a:prstGeom>
          <a:noFill/>
          <a:ln/>
        </p:spPr>
        <p:txBody>
          <a:bodyPr vert="horz" wrap="square" lIns="0" tIns="0" rIns="0" bIns="0" rtlCol="0" anchor="ctr"/>
          <a:lstStyle/>
          <a:p>
            <a:pPr marL="0" indent="0">
              <a:lnSpc>
                <a:spcPts val="1470"/>
              </a:lnSpc>
              <a:buNone/>
            </a:pPr>
            <a:r>
              <a:rPr lang="en-US" sz="1050" dirty="0">
                <a:solidFill>
                  <a:srgbClr val="A0AEC0"/>
                </a:solidFill>
                <a:latin typeface="Noto Sans SC" pitchFamily="34" charset="0"/>
                <a:ea typeface="Noto Sans SC" pitchFamily="34" charset="-122"/>
                <a:cs typeface="Noto Sans SC" pitchFamily="34" charset="-120"/>
              </a:rPr>
              <a:t>快速部署：更换知识库即可适配法律、工程等领域</a:t>
            </a:r>
            <a:endParaRPr lang="en-US" sz="1050" dirty="0"/>
          </a:p>
        </p:txBody>
      </p:sp>
      <p:sp>
        <p:nvSpPr>
          <p:cNvPr id="59" name="SK-19-text-58"/>
          <p:cNvSpPr/>
          <p:nvPr/>
        </p:nvSpPr>
        <p:spPr>
          <a:xfrm>
            <a:off x="8426351" y="3110805"/>
            <a:ext cx="3765649" cy="186630"/>
          </a:xfrm>
          <a:prstGeom prst="rect">
            <a:avLst/>
          </a:prstGeom>
          <a:noFill/>
          <a:ln/>
        </p:spPr>
        <p:txBody>
          <a:bodyPr vert="horz" wrap="square" lIns="0" tIns="0" rIns="0" bIns="0" rtlCol="0" anchor="ctr"/>
          <a:lstStyle/>
          <a:p>
            <a:pPr marL="0" indent="0">
              <a:lnSpc>
                <a:spcPts val="1470"/>
              </a:lnSpc>
              <a:buNone/>
            </a:pPr>
            <a:r>
              <a:rPr lang="en-US" sz="1050" dirty="0">
                <a:solidFill>
                  <a:srgbClr val="A0AEC0"/>
                </a:solidFill>
                <a:latin typeface="Noto Sans SC" pitchFamily="34" charset="0"/>
                <a:ea typeface="Noto Sans SC" pitchFamily="34" charset="-122"/>
                <a:cs typeface="Noto Sans SC" pitchFamily="34" charset="-120"/>
              </a:rPr>
              <a:t>配置驱动：意图专家映射、退火因子均可灵活调整</a:t>
            </a:r>
            <a:endParaRPr lang="en-US" sz="1050" dirty="0"/>
          </a:p>
        </p:txBody>
      </p:sp>
      <p:sp>
        <p:nvSpPr>
          <p:cNvPr id="60" name="SK-19-text-59"/>
          <p:cNvSpPr/>
          <p:nvPr/>
        </p:nvSpPr>
        <p:spPr>
          <a:xfrm>
            <a:off x="8331101" y="3392686"/>
            <a:ext cx="1643743" cy="209550"/>
          </a:xfrm>
          <a:prstGeom prst="rect">
            <a:avLst/>
          </a:prstGeom>
          <a:noFill/>
          <a:ln/>
        </p:spPr>
        <p:txBody>
          <a:bodyPr vert="horz" wrap="square" lIns="0" tIns="0" rIns="0" bIns="0" rtlCol="0" anchor="ctr"/>
          <a:lstStyle/>
          <a:p>
            <a:pPr marL="0" indent="0">
              <a:lnSpc>
                <a:spcPts val="1350"/>
              </a:lnSpc>
              <a:buNone/>
            </a:pPr>
            <a:r>
              <a:rPr lang="en-US" sz="900" dirty="0">
                <a:solidFill>
                  <a:srgbClr val="00F5FF"/>
                </a:solidFill>
              </a:rPr>
              <a:t>高可扩展行业方案</a:t>
            </a:r>
            <a:endParaRPr lang="en-US" sz="900" dirty="0"/>
          </a:p>
        </p:txBody>
      </p:sp>
      <p:sp>
        <p:nvSpPr>
          <p:cNvPr id="61" name="SK-19-text-60"/>
          <p:cNvSpPr/>
          <p:nvPr/>
        </p:nvSpPr>
        <p:spPr>
          <a:xfrm>
            <a:off x="1295400" y="4126111"/>
            <a:ext cx="3143250" cy="285750"/>
          </a:xfrm>
          <a:prstGeom prst="rect">
            <a:avLst/>
          </a:prstGeom>
          <a:noFill/>
          <a:ln/>
        </p:spPr>
        <p:txBody>
          <a:bodyPr vert="horz" wrap="square" lIns="0" tIns="0" rIns="0" bIns="0" rtlCol="0" anchor="ctr"/>
          <a:lstStyle/>
          <a:p>
            <a:pPr marL="0" indent="0">
              <a:lnSpc>
                <a:spcPts val="2250"/>
              </a:lnSpc>
              <a:buNone/>
            </a:pPr>
            <a:r>
              <a:rPr lang="en-US" sz="1500" b="1" dirty="0">
                <a:solidFill>
                  <a:srgbClr val="FFFFFF"/>
                </a:solidFill>
                <a:latin typeface="Noto Sans SC" pitchFamily="34" charset="0"/>
                <a:ea typeface="Noto Sans SC" pitchFamily="34" charset="-122"/>
                <a:cs typeface="Noto Sans SC" pitchFamily="34" charset="-120"/>
              </a:rPr>
              <a:t>医学信息素养培养</a:t>
            </a:r>
            <a:endParaRPr lang="en-US" sz="1500" dirty="0"/>
          </a:p>
        </p:txBody>
      </p:sp>
      <p:sp>
        <p:nvSpPr>
          <p:cNvPr id="62" name="SK-19-text-61"/>
          <p:cNvSpPr/>
          <p:nvPr/>
        </p:nvSpPr>
        <p:spPr>
          <a:xfrm>
            <a:off x="762000" y="4573786"/>
            <a:ext cx="9505950" cy="214313"/>
          </a:xfrm>
          <a:prstGeom prst="rect">
            <a:avLst/>
          </a:prstGeom>
          <a:noFill/>
          <a:ln/>
        </p:spPr>
        <p:txBody>
          <a:bodyPr vert="horz" wrap="square" lIns="0" tIns="0" rIns="0" bIns="0" rtlCol="0" anchor="ctr"/>
          <a:lstStyle/>
          <a:p>
            <a:pPr marL="0" indent="0">
              <a:lnSpc>
                <a:spcPts val="1688"/>
              </a:lnSpc>
              <a:buNone/>
            </a:pPr>
            <a:r>
              <a:rPr lang="en-US" sz="1125" dirty="0">
                <a:solidFill>
                  <a:srgbClr val="A0AEC0"/>
                </a:solidFill>
                <a:latin typeface="Noto Sans SC" pitchFamily="34" charset="0"/>
                <a:ea typeface="Noto Sans SC" pitchFamily="34" charset="-122"/>
                <a:cs typeface="Noto Sans SC" pitchFamily="34" charset="-120"/>
              </a:rPr>
              <a:t>独创“理论+编程”融合模式，助力医学生掌握数据分析与临床决策代码能力。</a:t>
            </a:r>
            <a:endParaRPr lang="en-US" sz="1125" dirty="0"/>
          </a:p>
        </p:txBody>
      </p:sp>
      <p:sp>
        <p:nvSpPr>
          <p:cNvPr id="63" name="SK-19-text-62"/>
          <p:cNvSpPr/>
          <p:nvPr/>
        </p:nvSpPr>
        <p:spPr>
          <a:xfrm>
            <a:off x="1004887" y="4883348"/>
            <a:ext cx="2743200" cy="186630"/>
          </a:xfrm>
          <a:prstGeom prst="rect">
            <a:avLst/>
          </a:prstGeom>
          <a:noFill/>
          <a:ln/>
        </p:spPr>
        <p:txBody>
          <a:bodyPr vert="horz" wrap="square" lIns="0" tIns="0" rIns="0" bIns="0" rtlCol="0" anchor="ctr"/>
          <a:lstStyle/>
          <a:p>
            <a:pPr marL="0" indent="0">
              <a:lnSpc>
                <a:spcPts val="1470"/>
              </a:lnSpc>
              <a:buNone/>
            </a:pPr>
            <a:r>
              <a:rPr lang="en-US" sz="1050" dirty="0">
                <a:solidFill>
                  <a:srgbClr val="A0AEC0"/>
                </a:solidFill>
                <a:latin typeface="Noto Sans SC" pitchFamily="34" charset="0"/>
                <a:ea typeface="Noto Sans SC" pitchFamily="34" charset="-122"/>
                <a:cs typeface="Noto Sans SC" pitchFamily="34" charset="-120"/>
              </a:rPr>
              <a:t>代码沙箱安全调试环境</a:t>
            </a:r>
            <a:endParaRPr lang="en-US" sz="1050" dirty="0"/>
          </a:p>
        </p:txBody>
      </p:sp>
      <p:sp>
        <p:nvSpPr>
          <p:cNvPr id="64" name="SK-19-text-63"/>
          <p:cNvSpPr/>
          <p:nvPr/>
        </p:nvSpPr>
        <p:spPr>
          <a:xfrm>
            <a:off x="3806130" y="4883348"/>
            <a:ext cx="2743200" cy="186630"/>
          </a:xfrm>
          <a:prstGeom prst="rect">
            <a:avLst/>
          </a:prstGeom>
          <a:noFill/>
          <a:ln/>
        </p:spPr>
        <p:txBody>
          <a:bodyPr vert="horz" wrap="square" lIns="0" tIns="0" rIns="0" bIns="0" rtlCol="0" anchor="ctr"/>
          <a:lstStyle/>
          <a:p>
            <a:pPr marL="0" indent="0">
              <a:lnSpc>
                <a:spcPts val="1470"/>
              </a:lnSpc>
              <a:buNone/>
            </a:pPr>
            <a:r>
              <a:rPr lang="en-US" sz="1050" dirty="0">
                <a:solidFill>
                  <a:srgbClr val="A0AEC0"/>
                </a:solidFill>
                <a:latin typeface="Noto Sans SC" pitchFamily="34" charset="0"/>
                <a:ea typeface="Noto Sans SC" pitchFamily="34" charset="-122"/>
                <a:cs typeface="Noto Sans SC" pitchFamily="34" charset="-120"/>
              </a:rPr>
              <a:t>临床决策支持代码生成</a:t>
            </a:r>
            <a:endParaRPr lang="en-US" sz="1050" dirty="0"/>
          </a:p>
        </p:txBody>
      </p:sp>
      <p:sp>
        <p:nvSpPr>
          <p:cNvPr id="65" name="SK-19-text-64"/>
          <p:cNvSpPr/>
          <p:nvPr/>
        </p:nvSpPr>
        <p:spPr>
          <a:xfrm>
            <a:off x="1004887" y="5146179"/>
            <a:ext cx="2743200" cy="186630"/>
          </a:xfrm>
          <a:prstGeom prst="rect">
            <a:avLst/>
          </a:prstGeom>
          <a:noFill/>
          <a:ln/>
        </p:spPr>
        <p:txBody>
          <a:bodyPr vert="horz" wrap="square" lIns="0" tIns="0" rIns="0" bIns="0" rtlCol="0" anchor="ctr"/>
          <a:lstStyle/>
          <a:p>
            <a:pPr marL="0" indent="0">
              <a:lnSpc>
                <a:spcPts val="1470"/>
              </a:lnSpc>
              <a:buNone/>
            </a:pPr>
            <a:r>
              <a:rPr lang="en-US" sz="1050" dirty="0">
                <a:solidFill>
                  <a:srgbClr val="A0AEC0"/>
                </a:solidFill>
                <a:latin typeface="Noto Sans SC" pitchFamily="34" charset="0"/>
                <a:ea typeface="Noto Sans SC" pitchFamily="34" charset="-122"/>
                <a:cs typeface="Noto Sans SC" pitchFamily="34" charset="-120"/>
              </a:rPr>
              <a:t>医学影像语义识别编程</a:t>
            </a:r>
            <a:endParaRPr lang="en-US" sz="1050" dirty="0"/>
          </a:p>
        </p:txBody>
      </p:sp>
      <p:sp>
        <p:nvSpPr>
          <p:cNvPr id="66" name="SK-19-text-65"/>
          <p:cNvSpPr/>
          <p:nvPr/>
        </p:nvSpPr>
        <p:spPr>
          <a:xfrm>
            <a:off x="3806130" y="5146179"/>
            <a:ext cx="3009900" cy="186630"/>
          </a:xfrm>
          <a:prstGeom prst="rect">
            <a:avLst/>
          </a:prstGeom>
          <a:noFill/>
          <a:ln/>
        </p:spPr>
        <p:txBody>
          <a:bodyPr vert="horz" wrap="square" lIns="0" tIns="0" rIns="0" bIns="0" rtlCol="0" anchor="ctr"/>
          <a:lstStyle/>
          <a:p>
            <a:pPr marL="0" indent="0">
              <a:lnSpc>
                <a:spcPts val="1470"/>
              </a:lnSpc>
              <a:buNone/>
            </a:pPr>
            <a:r>
              <a:rPr lang="en-US" sz="1050" dirty="0">
                <a:solidFill>
                  <a:srgbClr val="A0AEC0"/>
                </a:solidFill>
                <a:latin typeface="Noto Sans SC" pitchFamily="34" charset="0"/>
                <a:ea typeface="Noto Sans SC" pitchFamily="34" charset="-122"/>
                <a:cs typeface="Noto Sans SC" pitchFamily="34" charset="-120"/>
              </a:rPr>
              <a:t>数据驱动的科研素养提升</a:t>
            </a:r>
            <a:endParaRPr lang="en-US" sz="1050" dirty="0"/>
          </a:p>
        </p:txBody>
      </p:sp>
      <p:sp>
        <p:nvSpPr>
          <p:cNvPr id="67" name="SK-19-text-66"/>
          <p:cNvSpPr/>
          <p:nvPr/>
        </p:nvSpPr>
        <p:spPr>
          <a:xfrm>
            <a:off x="7374136" y="4126111"/>
            <a:ext cx="3143250" cy="285750"/>
          </a:xfrm>
          <a:prstGeom prst="rect">
            <a:avLst/>
          </a:prstGeom>
          <a:noFill/>
          <a:ln/>
        </p:spPr>
        <p:txBody>
          <a:bodyPr vert="horz" wrap="square" lIns="0" tIns="0" rIns="0" bIns="0" rtlCol="0" anchor="ctr"/>
          <a:lstStyle/>
          <a:p>
            <a:pPr marL="0" indent="0">
              <a:lnSpc>
                <a:spcPts val="2250"/>
              </a:lnSpc>
              <a:buNone/>
            </a:pPr>
            <a:r>
              <a:rPr lang="en-US" sz="1500" b="1" dirty="0">
                <a:solidFill>
                  <a:srgbClr val="FFFFFF"/>
                </a:solidFill>
                <a:latin typeface="Noto Sans SC" pitchFamily="34" charset="0"/>
                <a:ea typeface="Noto Sans SC" pitchFamily="34" charset="-122"/>
                <a:cs typeface="Noto Sans SC" pitchFamily="34" charset="-120"/>
              </a:rPr>
              <a:t>技术架构示范意义</a:t>
            </a:r>
            <a:endParaRPr lang="en-US" sz="1500" dirty="0"/>
          </a:p>
        </p:txBody>
      </p:sp>
      <p:sp>
        <p:nvSpPr>
          <p:cNvPr id="68" name="SK-19-text-67"/>
          <p:cNvSpPr/>
          <p:nvPr/>
        </p:nvSpPr>
        <p:spPr>
          <a:xfrm>
            <a:off x="6840736" y="4573786"/>
            <a:ext cx="5351264" cy="214313"/>
          </a:xfrm>
          <a:prstGeom prst="rect">
            <a:avLst/>
          </a:prstGeom>
          <a:noFill/>
          <a:ln/>
        </p:spPr>
        <p:txBody>
          <a:bodyPr vert="horz" wrap="square" lIns="0" tIns="0" rIns="0" bIns="0" rtlCol="0" anchor="ctr"/>
          <a:lstStyle/>
          <a:p>
            <a:pPr marL="0" indent="0">
              <a:lnSpc>
                <a:spcPts val="1688"/>
              </a:lnSpc>
              <a:buNone/>
            </a:pPr>
            <a:r>
              <a:rPr lang="en-US" sz="1125" dirty="0">
                <a:solidFill>
                  <a:srgbClr val="A0AEC0"/>
                </a:solidFill>
                <a:latin typeface="Noto Sans SC" pitchFamily="34" charset="0"/>
                <a:ea typeface="Noto Sans SC" pitchFamily="34" charset="-122"/>
                <a:cs typeface="Noto Sans SC" pitchFamily="34" charset="-120"/>
              </a:rPr>
              <a:t>为生产级智能教育系统提供“三层解耦+流式交互”的标准范本。</a:t>
            </a:r>
            <a:endParaRPr lang="en-US" sz="1125" dirty="0"/>
          </a:p>
        </p:txBody>
      </p:sp>
      <p:sp>
        <p:nvSpPr>
          <p:cNvPr id="69" name="SK-19-text-68"/>
          <p:cNvSpPr/>
          <p:nvPr/>
        </p:nvSpPr>
        <p:spPr>
          <a:xfrm>
            <a:off x="7012186" y="4883348"/>
            <a:ext cx="5143500" cy="186630"/>
          </a:xfrm>
          <a:prstGeom prst="rect">
            <a:avLst/>
          </a:prstGeom>
          <a:noFill/>
          <a:ln/>
        </p:spPr>
        <p:txBody>
          <a:bodyPr vert="horz" wrap="square" lIns="0" tIns="0" rIns="0" bIns="0" rtlCol="0" anchor="ctr"/>
          <a:lstStyle/>
          <a:p>
            <a:pPr marL="0" indent="0">
              <a:lnSpc>
                <a:spcPts val="1470"/>
              </a:lnSpc>
              <a:buNone/>
            </a:pPr>
            <a:r>
              <a:rPr lang="en-US" sz="1050" dirty="0">
                <a:solidFill>
                  <a:srgbClr val="A0AEC0"/>
                </a:solidFill>
                <a:latin typeface="Noto Sans SC" pitchFamily="34" charset="0"/>
                <a:ea typeface="Noto Sans SC" pitchFamily="34" charset="-122"/>
                <a:cs typeface="Noto Sans SC" pitchFamily="34" charset="-120"/>
              </a:rPr>
              <a:t>全链路SSE：毫秒级响应，显著提升交互体验</a:t>
            </a:r>
            <a:endParaRPr lang="en-US" sz="1050" dirty="0"/>
          </a:p>
        </p:txBody>
      </p:sp>
      <p:sp>
        <p:nvSpPr>
          <p:cNvPr id="70" name="SK-19-text-69"/>
          <p:cNvSpPr/>
          <p:nvPr/>
        </p:nvSpPr>
        <p:spPr>
          <a:xfrm>
            <a:off x="7012186" y="5127129"/>
            <a:ext cx="5179814" cy="186630"/>
          </a:xfrm>
          <a:prstGeom prst="rect">
            <a:avLst/>
          </a:prstGeom>
          <a:noFill/>
          <a:ln/>
        </p:spPr>
        <p:txBody>
          <a:bodyPr vert="horz" wrap="square" lIns="0" tIns="0" rIns="0" bIns="0" rtlCol="0" anchor="ctr"/>
          <a:lstStyle/>
          <a:p>
            <a:pPr marL="0" indent="0">
              <a:lnSpc>
                <a:spcPts val="1470"/>
              </a:lnSpc>
              <a:buNone/>
            </a:pPr>
            <a:r>
              <a:rPr lang="en-US" sz="1050" dirty="0">
                <a:solidFill>
                  <a:srgbClr val="A0AEC0"/>
                </a:solidFill>
                <a:latin typeface="Noto Sans SC" pitchFamily="34" charset="0"/>
                <a:ea typeface="Noto Sans SC" pitchFamily="34" charset="-122"/>
                <a:cs typeface="Noto Sans SC" pitchFamily="34" charset="-120"/>
              </a:rPr>
              <a:t>LangGraph编排：解决复杂任务的长链条推理</a:t>
            </a:r>
            <a:endParaRPr lang="en-US" sz="1050" dirty="0"/>
          </a:p>
        </p:txBody>
      </p:sp>
      <p:sp>
        <p:nvSpPr>
          <p:cNvPr id="71" name="SK-19-text-70"/>
          <p:cNvSpPr/>
          <p:nvPr/>
        </p:nvSpPr>
        <p:spPr>
          <a:xfrm>
            <a:off x="6916936" y="5409009"/>
            <a:ext cx="1420368" cy="209550"/>
          </a:xfrm>
          <a:prstGeom prst="rect">
            <a:avLst/>
          </a:prstGeom>
          <a:noFill/>
          <a:ln/>
        </p:spPr>
        <p:txBody>
          <a:bodyPr vert="horz" wrap="square" lIns="0" tIns="0" rIns="0" bIns="0" rtlCol="0" anchor="ctr"/>
          <a:lstStyle/>
          <a:p>
            <a:pPr marL="0" indent="0">
              <a:lnSpc>
                <a:spcPts val="1350"/>
              </a:lnSpc>
              <a:buNone/>
            </a:pPr>
            <a:r>
              <a:rPr lang="en-US" sz="900" dirty="0">
                <a:solidFill>
                  <a:srgbClr val="00F5FF"/>
                </a:solidFill>
              </a:rPr>
              <a:t>工业级系统架构</a:t>
            </a:r>
            <a:endParaRPr lang="en-US" sz="900" dirty="0"/>
          </a:p>
        </p:txBody>
      </p:sp>
      <p:sp>
        <p:nvSpPr>
          <p:cNvPr id="72" name="SK-19-text-71"/>
          <p:cNvSpPr/>
          <p:nvPr/>
        </p:nvSpPr>
        <p:spPr>
          <a:xfrm>
            <a:off x="762000" y="6018609"/>
            <a:ext cx="5356860" cy="200025"/>
          </a:xfrm>
          <a:prstGeom prst="rect">
            <a:avLst/>
          </a:prstGeom>
          <a:noFill/>
          <a:ln/>
        </p:spPr>
        <p:txBody>
          <a:bodyPr vert="horz" wrap="square" lIns="0" tIns="0" rIns="0" bIns="0" rtlCol="0" anchor="ctr"/>
          <a:lstStyle/>
          <a:p>
            <a:pPr marL="0" indent="0">
              <a:lnSpc>
                <a:spcPts val="1575"/>
              </a:lnSpc>
              <a:buNone/>
            </a:pPr>
            <a:r>
              <a:rPr lang="en-US" sz="1050" kern="0" spc="60" dirty="0">
                <a:solidFill>
                  <a:srgbClr val="718096"/>
                </a:solidFill>
                <a:latin typeface="Noto Sans SC" pitchFamily="34" charset="0"/>
                <a:ea typeface="Noto Sans SC" pitchFamily="34" charset="-122"/>
                <a:cs typeface="Noto Sans SC" pitchFamily="34" charset="-120"/>
              </a:rPr>
              <a:t>TECHNICAL DEMONSTRATION ECOSYSTEM</a:t>
            </a:r>
            <a:endParaRPr lang="en-US" sz="1050" dirty="0"/>
          </a:p>
        </p:txBody>
      </p:sp>
      <p:sp>
        <p:nvSpPr>
          <p:cNvPr id="73" name="SK-19-text-72"/>
          <p:cNvSpPr/>
          <p:nvPr/>
        </p:nvSpPr>
        <p:spPr>
          <a:xfrm>
            <a:off x="7753350" y="6025753"/>
            <a:ext cx="1661160" cy="185738"/>
          </a:xfrm>
          <a:prstGeom prst="rect">
            <a:avLst/>
          </a:prstGeom>
          <a:noFill/>
          <a:ln/>
        </p:spPr>
        <p:txBody>
          <a:bodyPr vert="horz" wrap="square" lIns="0" tIns="0" rIns="0" bIns="0" rtlCol="0" anchor="ctr"/>
          <a:lstStyle/>
          <a:p>
            <a:pPr marL="0" indent="0">
              <a:lnSpc>
                <a:spcPts val="1463"/>
              </a:lnSpc>
              <a:buNone/>
            </a:pPr>
            <a:r>
              <a:rPr lang="en-US" sz="975" dirty="0">
                <a:solidFill>
                  <a:srgbClr val="A0AEC0"/>
                </a:solidFill>
                <a:latin typeface="Noto Sans SC" pitchFamily="34" charset="0"/>
                <a:ea typeface="Noto Sans SC" pitchFamily="34" charset="-122"/>
                <a:cs typeface="Noto Sans SC" pitchFamily="34" charset="-120"/>
              </a:rPr>
              <a:t>RAG 混合检索</a:t>
            </a:r>
            <a:endParaRPr lang="en-US" sz="975" dirty="0"/>
          </a:p>
        </p:txBody>
      </p:sp>
      <p:sp>
        <p:nvSpPr>
          <p:cNvPr id="74" name="SK-19-text-73"/>
          <p:cNvSpPr/>
          <p:nvPr/>
        </p:nvSpPr>
        <p:spPr>
          <a:xfrm>
            <a:off x="8791575" y="6025753"/>
            <a:ext cx="1562100" cy="185738"/>
          </a:xfrm>
          <a:prstGeom prst="rect">
            <a:avLst/>
          </a:prstGeom>
          <a:noFill/>
          <a:ln/>
        </p:spPr>
        <p:txBody>
          <a:bodyPr vert="horz" wrap="square" lIns="0" tIns="0" rIns="0" bIns="0" rtlCol="0" anchor="ctr"/>
          <a:lstStyle/>
          <a:p>
            <a:pPr marL="0" indent="0">
              <a:lnSpc>
                <a:spcPts val="1463"/>
              </a:lnSpc>
              <a:buNone/>
            </a:pPr>
            <a:r>
              <a:rPr lang="en-US" sz="975" dirty="0">
                <a:solidFill>
                  <a:srgbClr val="A0AEC0"/>
                </a:solidFill>
                <a:latin typeface="Noto Sans SC" pitchFamily="34" charset="0"/>
                <a:ea typeface="Noto Sans SC" pitchFamily="34" charset="-122"/>
                <a:cs typeface="Noto Sans SC" pitchFamily="34" charset="-120"/>
              </a:rPr>
              <a:t>多智能体协同</a:t>
            </a:r>
            <a:endParaRPr lang="en-US" sz="975" dirty="0"/>
          </a:p>
        </p:txBody>
      </p:sp>
      <p:sp>
        <p:nvSpPr>
          <p:cNvPr id="75" name="SK-19-text-74"/>
          <p:cNvSpPr/>
          <p:nvPr/>
        </p:nvSpPr>
        <p:spPr>
          <a:xfrm>
            <a:off x="9801225" y="6025753"/>
            <a:ext cx="1562100" cy="185738"/>
          </a:xfrm>
          <a:prstGeom prst="rect">
            <a:avLst/>
          </a:prstGeom>
          <a:noFill/>
          <a:ln/>
        </p:spPr>
        <p:txBody>
          <a:bodyPr vert="horz" wrap="square" lIns="0" tIns="0" rIns="0" bIns="0" rtlCol="0" anchor="ctr"/>
          <a:lstStyle/>
          <a:p>
            <a:pPr marL="0" indent="0">
              <a:lnSpc>
                <a:spcPts val="1463"/>
              </a:lnSpc>
              <a:buNone/>
            </a:pPr>
            <a:r>
              <a:rPr lang="en-US" sz="975" dirty="0">
                <a:solidFill>
                  <a:srgbClr val="A0AEC0"/>
                </a:solidFill>
                <a:latin typeface="Noto Sans SC" pitchFamily="34" charset="0"/>
                <a:ea typeface="Noto Sans SC" pitchFamily="34" charset="-122"/>
                <a:cs typeface="Noto Sans SC" pitchFamily="34" charset="-120"/>
              </a:rPr>
              <a:t>流式数据管道</a:t>
            </a:r>
            <a:endParaRPr lang="en-US" sz="975" dirty="0"/>
          </a:p>
        </p:txBody>
      </p:sp>
      <p:sp>
        <p:nvSpPr>
          <p:cNvPr id="76" name="SK-19-text-75"/>
          <p:cNvSpPr/>
          <p:nvPr/>
        </p:nvSpPr>
        <p:spPr>
          <a:xfrm>
            <a:off x="10810875" y="6025753"/>
            <a:ext cx="1314450" cy="185738"/>
          </a:xfrm>
          <a:prstGeom prst="rect">
            <a:avLst/>
          </a:prstGeom>
          <a:noFill/>
          <a:ln/>
        </p:spPr>
        <p:txBody>
          <a:bodyPr vert="horz" wrap="square" lIns="0" tIns="0" rIns="0" bIns="0" rtlCol="0" anchor="ctr"/>
          <a:lstStyle/>
          <a:p>
            <a:pPr marL="0" indent="0">
              <a:lnSpc>
                <a:spcPts val="1463"/>
              </a:lnSpc>
              <a:buNone/>
            </a:pPr>
            <a:r>
              <a:rPr lang="en-US" sz="975" dirty="0">
                <a:solidFill>
                  <a:srgbClr val="A0AEC0"/>
                </a:solidFill>
                <a:latin typeface="Noto Sans SC" pitchFamily="34" charset="0"/>
                <a:ea typeface="Noto Sans SC" pitchFamily="34" charset="-122"/>
                <a:cs typeface="Noto Sans SC" pitchFamily="34" charset="-120"/>
              </a:rPr>
              <a:t>多模态分析</a:t>
            </a:r>
            <a:endParaRPr lang="en-US" sz="975"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SK-20-img-1" descr="preencoded.png"/>
          <p:cNvPicPr>
            <a:picLocks noChangeAspect="1"/>
          </p:cNvPicPr>
          <p:nvPr/>
        </p:nvPicPr>
        <p:blipFill>
          <a:blip r:embed="rId3"/>
          <a:stretch>
            <a:fillRect/>
          </a:stretch>
        </p:blipFill>
        <p:spPr>
          <a:xfrm>
            <a:off x="0" y="0"/>
            <a:ext cx="12192000" cy="6858000"/>
          </a:xfrm>
          <a:prstGeom prst="rect">
            <a:avLst/>
          </a:prstGeom>
        </p:spPr>
      </p:pic>
      <p:pic>
        <p:nvPicPr>
          <p:cNvPr id="3" name="SK-20-img-2" descr="preencoded.png"/>
          <p:cNvPicPr>
            <a:picLocks noChangeAspect="1"/>
          </p:cNvPicPr>
          <p:nvPr/>
        </p:nvPicPr>
        <p:blipFill>
          <a:blip r:embed="rId4"/>
          <a:stretch>
            <a:fillRect/>
          </a:stretch>
        </p:blipFill>
        <p:spPr>
          <a:xfrm>
            <a:off x="0" y="0"/>
            <a:ext cx="12192000" cy="6858000"/>
          </a:xfrm>
          <a:prstGeom prst="rect">
            <a:avLst/>
          </a:prstGeom>
        </p:spPr>
      </p:pic>
      <p:pic>
        <p:nvPicPr>
          <p:cNvPr id="4" name="SK-20-img-3" descr="preencoded.png"/>
          <p:cNvPicPr>
            <a:picLocks noChangeAspect="1"/>
          </p:cNvPicPr>
          <p:nvPr/>
        </p:nvPicPr>
        <p:blipFill>
          <a:blip r:embed="rId5"/>
          <a:stretch>
            <a:fillRect/>
          </a:stretch>
        </p:blipFill>
        <p:spPr>
          <a:xfrm>
            <a:off x="571500" y="304800"/>
            <a:ext cx="2438400" cy="238125"/>
          </a:xfrm>
          <a:prstGeom prst="rect">
            <a:avLst/>
          </a:prstGeom>
        </p:spPr>
      </p:pic>
      <p:pic>
        <p:nvPicPr>
          <p:cNvPr id="5" name="SK-20-img-4" descr="preencoded.png"/>
          <p:cNvPicPr>
            <a:picLocks noChangeAspect="1"/>
          </p:cNvPicPr>
          <p:nvPr/>
        </p:nvPicPr>
        <p:blipFill>
          <a:blip r:embed="rId6"/>
          <a:stretch>
            <a:fillRect/>
          </a:stretch>
        </p:blipFill>
        <p:spPr>
          <a:xfrm>
            <a:off x="3124200" y="419100"/>
            <a:ext cx="8496300" cy="9525"/>
          </a:xfrm>
          <a:prstGeom prst="rect">
            <a:avLst/>
          </a:prstGeom>
        </p:spPr>
      </p:pic>
      <p:pic>
        <p:nvPicPr>
          <p:cNvPr id="6" name="SK-20-img-5" descr="preencoded.png"/>
          <p:cNvPicPr>
            <a:picLocks noChangeAspect="1"/>
          </p:cNvPicPr>
          <p:nvPr/>
        </p:nvPicPr>
        <p:blipFill>
          <a:blip r:embed="rId7"/>
          <a:stretch>
            <a:fillRect/>
          </a:stretch>
        </p:blipFill>
        <p:spPr>
          <a:xfrm>
            <a:off x="571500" y="1314450"/>
            <a:ext cx="38100" cy="38100"/>
          </a:xfrm>
          <a:prstGeom prst="rect">
            <a:avLst/>
          </a:prstGeom>
        </p:spPr>
      </p:pic>
      <p:pic>
        <p:nvPicPr>
          <p:cNvPr id="7" name="SK-20-img-6" descr="preencoded.png"/>
          <p:cNvPicPr>
            <a:picLocks noChangeAspect="1"/>
          </p:cNvPicPr>
          <p:nvPr/>
        </p:nvPicPr>
        <p:blipFill>
          <a:blip r:embed="rId8"/>
          <a:stretch>
            <a:fillRect/>
          </a:stretch>
        </p:blipFill>
        <p:spPr>
          <a:xfrm>
            <a:off x="571500" y="3619500"/>
            <a:ext cx="2647950" cy="1724025"/>
          </a:xfrm>
          <a:prstGeom prst="rect">
            <a:avLst/>
          </a:prstGeom>
        </p:spPr>
      </p:pic>
      <p:pic>
        <p:nvPicPr>
          <p:cNvPr id="8" name="SK-20-img-7" descr="preencoded.png"/>
          <p:cNvPicPr>
            <a:picLocks noChangeAspect="1"/>
          </p:cNvPicPr>
          <p:nvPr/>
        </p:nvPicPr>
        <p:blipFill>
          <a:blip r:embed="rId9"/>
          <a:stretch>
            <a:fillRect/>
          </a:stretch>
        </p:blipFill>
        <p:spPr>
          <a:xfrm>
            <a:off x="800100" y="3800475"/>
            <a:ext cx="457200" cy="457200"/>
          </a:xfrm>
          <a:prstGeom prst="rect">
            <a:avLst/>
          </a:prstGeom>
        </p:spPr>
      </p:pic>
      <p:pic>
        <p:nvPicPr>
          <p:cNvPr id="9" name="SK-20-img-8" descr="preencoded.png"/>
          <p:cNvPicPr>
            <a:picLocks noChangeAspect="1"/>
          </p:cNvPicPr>
          <p:nvPr/>
        </p:nvPicPr>
        <p:blipFill>
          <a:blip r:embed="rId10"/>
          <a:stretch>
            <a:fillRect/>
          </a:stretch>
        </p:blipFill>
        <p:spPr>
          <a:xfrm>
            <a:off x="909638" y="3933825"/>
            <a:ext cx="238125" cy="190500"/>
          </a:xfrm>
          <a:prstGeom prst="rect">
            <a:avLst/>
          </a:prstGeom>
        </p:spPr>
      </p:pic>
      <p:pic>
        <p:nvPicPr>
          <p:cNvPr id="10" name="SK-20-img-9" descr="preencoded.png"/>
          <p:cNvPicPr>
            <a:picLocks noChangeAspect="1"/>
          </p:cNvPicPr>
          <p:nvPr/>
        </p:nvPicPr>
        <p:blipFill>
          <a:blip r:embed="rId8"/>
          <a:stretch>
            <a:fillRect/>
          </a:stretch>
        </p:blipFill>
        <p:spPr>
          <a:xfrm>
            <a:off x="3371850" y="3619500"/>
            <a:ext cx="2647950" cy="1724025"/>
          </a:xfrm>
          <a:prstGeom prst="rect">
            <a:avLst/>
          </a:prstGeom>
        </p:spPr>
      </p:pic>
      <p:pic>
        <p:nvPicPr>
          <p:cNvPr id="11" name="SK-20-img-10" descr="preencoded.png"/>
          <p:cNvPicPr>
            <a:picLocks noChangeAspect="1"/>
          </p:cNvPicPr>
          <p:nvPr/>
        </p:nvPicPr>
        <p:blipFill>
          <a:blip r:embed="rId11"/>
          <a:stretch>
            <a:fillRect/>
          </a:stretch>
        </p:blipFill>
        <p:spPr>
          <a:xfrm>
            <a:off x="3600450" y="3800475"/>
            <a:ext cx="457200" cy="457200"/>
          </a:xfrm>
          <a:prstGeom prst="rect">
            <a:avLst/>
          </a:prstGeom>
        </p:spPr>
      </p:pic>
      <p:pic>
        <p:nvPicPr>
          <p:cNvPr id="12" name="SK-20-img-11" descr="preencoded.png"/>
          <p:cNvPicPr>
            <a:picLocks noChangeAspect="1"/>
          </p:cNvPicPr>
          <p:nvPr/>
        </p:nvPicPr>
        <p:blipFill>
          <a:blip r:embed="rId12"/>
          <a:stretch>
            <a:fillRect/>
          </a:stretch>
        </p:blipFill>
        <p:spPr>
          <a:xfrm>
            <a:off x="3709988" y="3933825"/>
            <a:ext cx="238125" cy="190500"/>
          </a:xfrm>
          <a:prstGeom prst="rect">
            <a:avLst/>
          </a:prstGeom>
        </p:spPr>
      </p:pic>
      <p:pic>
        <p:nvPicPr>
          <p:cNvPr id="13" name="SK-20-img-12" descr="preencoded.png"/>
          <p:cNvPicPr>
            <a:picLocks noChangeAspect="1"/>
          </p:cNvPicPr>
          <p:nvPr/>
        </p:nvPicPr>
        <p:blipFill>
          <a:blip r:embed="rId8"/>
          <a:stretch>
            <a:fillRect/>
          </a:stretch>
        </p:blipFill>
        <p:spPr>
          <a:xfrm>
            <a:off x="6172200" y="3619500"/>
            <a:ext cx="2647950" cy="1724025"/>
          </a:xfrm>
          <a:prstGeom prst="rect">
            <a:avLst/>
          </a:prstGeom>
        </p:spPr>
      </p:pic>
      <p:pic>
        <p:nvPicPr>
          <p:cNvPr id="14" name="SK-20-img-13" descr="preencoded.png"/>
          <p:cNvPicPr>
            <a:picLocks noChangeAspect="1"/>
          </p:cNvPicPr>
          <p:nvPr/>
        </p:nvPicPr>
        <p:blipFill>
          <a:blip r:embed="rId13"/>
          <a:stretch>
            <a:fillRect/>
          </a:stretch>
        </p:blipFill>
        <p:spPr>
          <a:xfrm>
            <a:off x="6400800" y="3800475"/>
            <a:ext cx="457200" cy="457200"/>
          </a:xfrm>
          <a:prstGeom prst="rect">
            <a:avLst/>
          </a:prstGeom>
        </p:spPr>
      </p:pic>
      <p:pic>
        <p:nvPicPr>
          <p:cNvPr id="15" name="SK-20-img-14" descr="preencoded.png"/>
          <p:cNvPicPr>
            <a:picLocks noChangeAspect="1"/>
          </p:cNvPicPr>
          <p:nvPr/>
        </p:nvPicPr>
        <p:blipFill>
          <a:blip r:embed="rId14"/>
          <a:stretch>
            <a:fillRect/>
          </a:stretch>
        </p:blipFill>
        <p:spPr>
          <a:xfrm>
            <a:off x="6510338" y="3933825"/>
            <a:ext cx="238125" cy="190500"/>
          </a:xfrm>
          <a:prstGeom prst="rect">
            <a:avLst/>
          </a:prstGeom>
        </p:spPr>
      </p:pic>
      <p:pic>
        <p:nvPicPr>
          <p:cNvPr id="16" name="SK-20-img-15" descr="preencoded.png"/>
          <p:cNvPicPr>
            <a:picLocks noChangeAspect="1"/>
          </p:cNvPicPr>
          <p:nvPr/>
        </p:nvPicPr>
        <p:blipFill>
          <a:blip r:embed="rId8"/>
          <a:stretch>
            <a:fillRect/>
          </a:stretch>
        </p:blipFill>
        <p:spPr>
          <a:xfrm>
            <a:off x="8972550" y="3619500"/>
            <a:ext cx="2647950" cy="1724025"/>
          </a:xfrm>
          <a:prstGeom prst="rect">
            <a:avLst/>
          </a:prstGeom>
        </p:spPr>
      </p:pic>
      <p:pic>
        <p:nvPicPr>
          <p:cNvPr id="17" name="SK-20-img-16" descr="preencoded.png"/>
          <p:cNvPicPr>
            <a:picLocks noChangeAspect="1"/>
          </p:cNvPicPr>
          <p:nvPr/>
        </p:nvPicPr>
        <p:blipFill>
          <a:blip r:embed="rId15"/>
          <a:stretch>
            <a:fillRect/>
          </a:stretch>
        </p:blipFill>
        <p:spPr>
          <a:xfrm>
            <a:off x="9201150" y="3800475"/>
            <a:ext cx="457200" cy="457200"/>
          </a:xfrm>
          <a:prstGeom prst="rect">
            <a:avLst/>
          </a:prstGeom>
        </p:spPr>
      </p:pic>
      <p:pic>
        <p:nvPicPr>
          <p:cNvPr id="18" name="SK-20-img-17" descr="preencoded.png"/>
          <p:cNvPicPr>
            <a:picLocks noChangeAspect="1"/>
          </p:cNvPicPr>
          <p:nvPr/>
        </p:nvPicPr>
        <p:blipFill>
          <a:blip r:embed="rId16"/>
          <a:stretch>
            <a:fillRect/>
          </a:stretch>
        </p:blipFill>
        <p:spPr>
          <a:xfrm>
            <a:off x="9310688" y="3933825"/>
            <a:ext cx="238125" cy="190500"/>
          </a:xfrm>
          <a:prstGeom prst="rect">
            <a:avLst/>
          </a:prstGeom>
        </p:spPr>
      </p:pic>
      <p:pic>
        <p:nvPicPr>
          <p:cNvPr id="19" name="SK-20-img-18" descr="preencoded.png"/>
          <p:cNvPicPr>
            <a:picLocks noChangeAspect="1"/>
          </p:cNvPicPr>
          <p:nvPr/>
        </p:nvPicPr>
        <p:blipFill>
          <a:blip r:embed="rId17"/>
          <a:stretch>
            <a:fillRect/>
          </a:stretch>
        </p:blipFill>
        <p:spPr>
          <a:xfrm>
            <a:off x="571500" y="6172200"/>
            <a:ext cx="11049000" cy="381000"/>
          </a:xfrm>
          <a:prstGeom prst="rect">
            <a:avLst/>
          </a:prstGeom>
        </p:spPr>
      </p:pic>
      <p:pic>
        <p:nvPicPr>
          <p:cNvPr id="20" name="SK-20-img-19" descr="preencoded.png"/>
          <p:cNvPicPr>
            <a:picLocks noChangeAspect="1"/>
          </p:cNvPicPr>
          <p:nvPr/>
        </p:nvPicPr>
        <p:blipFill>
          <a:blip r:embed="rId18"/>
          <a:stretch>
            <a:fillRect/>
          </a:stretch>
        </p:blipFill>
        <p:spPr>
          <a:xfrm>
            <a:off x="571500" y="6384578"/>
            <a:ext cx="166688" cy="137220"/>
          </a:xfrm>
          <a:prstGeom prst="rect">
            <a:avLst/>
          </a:prstGeom>
        </p:spPr>
      </p:pic>
      <p:pic>
        <p:nvPicPr>
          <p:cNvPr id="21" name="SK-20-img-20" descr="preencoded.png"/>
          <p:cNvPicPr>
            <a:picLocks noChangeAspect="1"/>
          </p:cNvPicPr>
          <p:nvPr/>
        </p:nvPicPr>
        <p:blipFill>
          <a:blip r:embed="rId19"/>
          <a:stretch>
            <a:fillRect/>
          </a:stretch>
        </p:blipFill>
        <p:spPr>
          <a:xfrm>
            <a:off x="2928938" y="6384578"/>
            <a:ext cx="166688" cy="137220"/>
          </a:xfrm>
          <a:prstGeom prst="rect">
            <a:avLst/>
          </a:prstGeom>
        </p:spPr>
      </p:pic>
      <p:pic>
        <p:nvPicPr>
          <p:cNvPr id="22" name="SK-20-img-21" descr="preencoded.png"/>
          <p:cNvPicPr>
            <a:picLocks noChangeAspect="1"/>
          </p:cNvPicPr>
          <p:nvPr/>
        </p:nvPicPr>
        <p:blipFill>
          <a:blip r:embed="rId20"/>
          <a:stretch>
            <a:fillRect/>
          </a:stretch>
        </p:blipFill>
        <p:spPr>
          <a:xfrm>
            <a:off x="10615613" y="6384578"/>
            <a:ext cx="166688" cy="137220"/>
          </a:xfrm>
          <a:prstGeom prst="rect">
            <a:avLst/>
          </a:prstGeom>
        </p:spPr>
      </p:pic>
      <p:sp>
        <p:nvSpPr>
          <p:cNvPr id="23" name="SK-20-text-22"/>
          <p:cNvSpPr/>
          <p:nvPr/>
        </p:nvSpPr>
        <p:spPr>
          <a:xfrm>
            <a:off x="647700" y="304800"/>
            <a:ext cx="3676650" cy="238125"/>
          </a:xfrm>
          <a:prstGeom prst="rect">
            <a:avLst/>
          </a:prstGeom>
          <a:noFill/>
          <a:ln/>
        </p:spPr>
        <p:txBody>
          <a:bodyPr vert="horz" wrap="square" lIns="0" tIns="0" rIns="0" bIns="0" rtlCol="0" anchor="ctr"/>
          <a:lstStyle/>
          <a:p>
            <a:pPr marL="0" indent="0">
              <a:lnSpc>
                <a:spcPts val="1575"/>
              </a:lnSpc>
              <a:buNone/>
            </a:pPr>
            <a:r>
              <a:rPr lang="en-US" sz="1050" kern="0" spc="120" dirty="0">
                <a:solidFill>
                  <a:srgbClr val="00F5FF"/>
                </a:solidFill>
              </a:rPr>
              <a:t>CONCLUSION &amp; INTERACTION</a:t>
            </a:r>
            <a:endParaRPr lang="en-US" sz="1050" dirty="0"/>
          </a:p>
        </p:txBody>
      </p:sp>
      <p:sp>
        <p:nvSpPr>
          <p:cNvPr id="24" name="SK-20-text-23"/>
          <p:cNvSpPr/>
          <p:nvPr/>
        </p:nvSpPr>
        <p:spPr>
          <a:xfrm>
            <a:off x="571500" y="619125"/>
            <a:ext cx="11049000" cy="485775"/>
          </a:xfrm>
          <a:prstGeom prst="rect">
            <a:avLst/>
          </a:prstGeom>
          <a:noFill/>
          <a:ln/>
        </p:spPr>
        <p:txBody>
          <a:bodyPr vert="horz" wrap="square" lIns="0" tIns="0" rIns="0" bIns="0" rtlCol="0" anchor="ctr"/>
          <a:lstStyle/>
          <a:p>
            <a:pPr marL="0" indent="0">
              <a:lnSpc>
                <a:spcPts val="3825"/>
              </a:lnSpc>
              <a:buNone/>
            </a:pPr>
            <a:r>
              <a:rPr lang="en-US" sz="2550" b="1" dirty="0">
                <a:solidFill>
                  <a:srgbClr val="7B61FF"/>
                </a:solidFill>
                <a:latin typeface="Noto Sans SC" pitchFamily="34" charset="0"/>
                <a:ea typeface="Noto Sans SC" pitchFamily="34" charset="-122"/>
                <a:cs typeface="Noto Sans SC" pitchFamily="34" charset="-120"/>
              </a:rPr>
              <a:t>#</a:t>
            </a:r>
            <a:r>
              <a:rPr lang="en-US" sz="2550" b="1" dirty="0">
                <a:solidFill>
                  <a:srgbClr val="FFFFFF"/>
                </a:solidFill>
                <a:latin typeface="Noto Sans SC" pitchFamily="34" charset="0"/>
                <a:ea typeface="Noto Sans SC" pitchFamily="34" charset="-122"/>
                <a:cs typeface="Noto Sans SC" pitchFamily="34" charset="-120"/>
              </a:rPr>
              <a:t>致谢与 Q&amp;A</a:t>
            </a:r>
            <a:endParaRPr lang="en-US" sz="2550" dirty="0"/>
          </a:p>
        </p:txBody>
      </p:sp>
      <p:sp>
        <p:nvSpPr>
          <p:cNvPr id="25" name="SK-20-text-24"/>
          <p:cNvSpPr/>
          <p:nvPr/>
        </p:nvSpPr>
        <p:spPr>
          <a:xfrm>
            <a:off x="685800" y="1219200"/>
            <a:ext cx="11506200" cy="228600"/>
          </a:xfrm>
          <a:prstGeom prst="rect">
            <a:avLst/>
          </a:prstGeom>
          <a:noFill/>
          <a:ln/>
        </p:spPr>
        <p:txBody>
          <a:bodyPr vert="horz" wrap="square" lIns="0" tIns="0" rIns="0" bIns="0" rtlCol="0" anchor="ctr"/>
          <a:lstStyle/>
          <a:p>
            <a:pPr marL="0" indent="0">
              <a:lnSpc>
                <a:spcPts val="1800"/>
              </a:lnSpc>
              <a:buNone/>
            </a:pPr>
            <a:r>
              <a:rPr lang="en-US" sz="1200" dirty="0">
                <a:solidFill>
                  <a:srgbClr val="A0AEC0"/>
                </a:solidFill>
                <a:latin typeface="Noto Sans SC" pitchFamily="34" charset="0"/>
                <a:ea typeface="Noto Sans SC" pitchFamily="34" charset="-122"/>
                <a:cs typeface="Noto Sans SC" pitchFamily="34" charset="-120"/>
              </a:rPr>
              <a:t>感谢评审专家的倾听，欢迎就LearnAgent系统的技术细节、工程实现与应用场景进行交流。</a:t>
            </a:r>
            <a:endParaRPr lang="en-US" sz="1200" dirty="0"/>
          </a:p>
        </p:txBody>
      </p:sp>
      <p:sp>
        <p:nvSpPr>
          <p:cNvPr id="26" name="SK-20-text-25"/>
          <p:cNvSpPr/>
          <p:nvPr/>
        </p:nvSpPr>
        <p:spPr>
          <a:xfrm>
            <a:off x="3633788" y="1676400"/>
            <a:ext cx="4924425" cy="762000"/>
          </a:xfrm>
          <a:prstGeom prst="rect">
            <a:avLst/>
          </a:prstGeom>
          <a:noFill/>
          <a:ln/>
        </p:spPr>
        <p:txBody>
          <a:bodyPr vert="horz" wrap="square" lIns="0" tIns="0" rIns="0" bIns="0" rtlCol="0" anchor="ctr"/>
          <a:lstStyle/>
          <a:p>
            <a:pPr marL="0" indent="0" algn="ctr">
              <a:lnSpc>
                <a:spcPts val="6000"/>
              </a:lnSpc>
              <a:buNone/>
            </a:pPr>
            <a:r>
              <a:rPr lang="en-US" sz="6000" b="1" dirty="0">
                <a:solidFill>
                  <a:srgbClr val="FFFFFF"/>
                </a:solidFill>
                <a:latin typeface="Noto Sans SC" pitchFamily="34" charset="0"/>
                <a:ea typeface="Noto Sans SC" pitchFamily="34" charset="-122"/>
                <a:cs typeface="Noto Sans SC" pitchFamily="34" charset="-120"/>
              </a:rPr>
              <a:t>THANK YOU</a:t>
            </a:r>
            <a:endParaRPr lang="en-US" sz="6000" dirty="0"/>
          </a:p>
        </p:txBody>
      </p:sp>
      <p:sp>
        <p:nvSpPr>
          <p:cNvPr id="27" name="SK-20-text-26"/>
          <p:cNvSpPr/>
          <p:nvPr/>
        </p:nvSpPr>
        <p:spPr>
          <a:xfrm>
            <a:off x="2952750" y="2619375"/>
            <a:ext cx="6286500" cy="342900"/>
          </a:xfrm>
          <a:prstGeom prst="rect">
            <a:avLst/>
          </a:prstGeom>
          <a:noFill/>
          <a:ln/>
        </p:spPr>
        <p:txBody>
          <a:bodyPr vert="horz" wrap="square" lIns="0" tIns="0" rIns="0" bIns="0" rtlCol="0" anchor="ctr"/>
          <a:lstStyle/>
          <a:p>
            <a:pPr marL="0" indent="0" algn="ctr">
              <a:lnSpc>
                <a:spcPts val="2700"/>
              </a:lnSpc>
              <a:buNone/>
            </a:pPr>
            <a:r>
              <a:rPr lang="en-US" sz="1800" dirty="0">
                <a:solidFill>
                  <a:srgbClr val="A0AEC0"/>
                </a:solidFill>
                <a:latin typeface="Noto Sans SC" pitchFamily="34" charset="0"/>
                <a:ea typeface="Noto Sans SC" pitchFamily="34" charset="-122"/>
                <a:cs typeface="Noto Sans SC" pitchFamily="34" charset="-120"/>
              </a:rPr>
              <a:t>欢迎各位专家就系统架构、算法设计及行业落地提出宝贵意见</a:t>
            </a:r>
            <a:endParaRPr lang="en-US" sz="1800" dirty="0"/>
          </a:p>
        </p:txBody>
      </p:sp>
      <p:sp>
        <p:nvSpPr>
          <p:cNvPr id="28" name="SK-20-text-27"/>
          <p:cNvSpPr/>
          <p:nvPr/>
        </p:nvSpPr>
        <p:spPr>
          <a:xfrm>
            <a:off x="571500" y="3267075"/>
            <a:ext cx="11125200" cy="171450"/>
          </a:xfrm>
          <a:prstGeom prst="rect">
            <a:avLst/>
          </a:prstGeom>
          <a:noFill/>
          <a:ln/>
        </p:spPr>
        <p:txBody>
          <a:bodyPr vert="horz" wrap="square" lIns="0" tIns="0" rIns="0" bIns="0" rtlCol="0" anchor="ctr"/>
          <a:lstStyle/>
          <a:p>
            <a:pPr marL="0" indent="0">
              <a:lnSpc>
                <a:spcPts val="1350"/>
              </a:lnSpc>
              <a:buNone/>
            </a:pPr>
            <a:r>
              <a:rPr lang="en-US" sz="900" kern="0" spc="60" dirty="0">
                <a:solidFill>
                  <a:srgbClr val="00F5FF"/>
                </a:solidFill>
              </a:rPr>
              <a:t>RECOMMENDED TOPICS</a:t>
            </a:r>
            <a:endParaRPr lang="en-US" sz="900" dirty="0"/>
          </a:p>
        </p:txBody>
      </p:sp>
      <p:sp>
        <p:nvSpPr>
          <p:cNvPr id="29" name="SK-20-text-28"/>
          <p:cNvSpPr/>
          <p:nvPr/>
        </p:nvSpPr>
        <p:spPr>
          <a:xfrm>
            <a:off x="800100" y="4381500"/>
            <a:ext cx="2486025" cy="257175"/>
          </a:xfrm>
          <a:prstGeom prst="rect">
            <a:avLst/>
          </a:prstGeom>
          <a:noFill/>
          <a:ln/>
        </p:spPr>
        <p:txBody>
          <a:bodyPr vert="horz" wrap="square" lIns="0" tIns="0" rIns="0" bIns="0" rtlCol="0" anchor="ctr"/>
          <a:lstStyle/>
          <a:p>
            <a:pPr marL="0" indent="0">
              <a:lnSpc>
                <a:spcPts val="2025"/>
              </a:lnSpc>
              <a:buNone/>
            </a:pPr>
            <a:r>
              <a:rPr lang="en-US" sz="1350" b="1" dirty="0">
                <a:solidFill>
                  <a:srgbClr val="FFFFFF"/>
                </a:solidFill>
                <a:latin typeface="Noto Sans SC" pitchFamily="34" charset="0"/>
                <a:ea typeface="Noto Sans SC" pitchFamily="34" charset="-122"/>
                <a:cs typeface="Noto Sans SC" pitchFamily="34" charset="-120"/>
              </a:rPr>
              <a:t>架构与流式通信</a:t>
            </a:r>
            <a:endParaRPr lang="en-US" sz="1350" dirty="0"/>
          </a:p>
        </p:txBody>
      </p:sp>
      <p:sp>
        <p:nvSpPr>
          <p:cNvPr id="30" name="SK-20-text-29"/>
          <p:cNvSpPr/>
          <p:nvPr/>
        </p:nvSpPr>
        <p:spPr>
          <a:xfrm>
            <a:off x="800100" y="4762500"/>
            <a:ext cx="2190750" cy="400050"/>
          </a:xfrm>
          <a:prstGeom prst="rect">
            <a:avLst/>
          </a:prstGeom>
          <a:noFill/>
          <a:ln/>
        </p:spPr>
        <p:txBody>
          <a:bodyPr vert="horz" wrap="square" lIns="0" tIns="0" rIns="0" bIns="0" rtlCol="0" anchor="ctr"/>
          <a:lstStyle/>
          <a:p>
            <a:pPr marL="0" indent="0">
              <a:lnSpc>
                <a:spcPts val="1575"/>
              </a:lnSpc>
              <a:buNone/>
            </a:pPr>
            <a:r>
              <a:rPr lang="en-US" sz="1050" dirty="0">
                <a:solidFill>
                  <a:srgbClr val="718096"/>
                </a:solidFill>
                <a:latin typeface="Noto Sans SC" pitchFamily="34" charset="0"/>
                <a:ea typeface="Noto Sans SC" pitchFamily="34" charset="-122"/>
                <a:cs typeface="Noto Sans SC" pitchFamily="34" charset="-120"/>
              </a:rPr>
              <a:t>探讨 WebFlux 与 SSE 结合的高并发、全链路流式数据管道实现。</a:t>
            </a:r>
            <a:endParaRPr lang="en-US" sz="1050" dirty="0"/>
          </a:p>
        </p:txBody>
      </p:sp>
      <p:sp>
        <p:nvSpPr>
          <p:cNvPr id="31" name="SK-20-text-30"/>
          <p:cNvSpPr/>
          <p:nvPr/>
        </p:nvSpPr>
        <p:spPr>
          <a:xfrm>
            <a:off x="3600450" y="4381500"/>
            <a:ext cx="2276475" cy="257175"/>
          </a:xfrm>
          <a:prstGeom prst="rect">
            <a:avLst/>
          </a:prstGeom>
          <a:noFill/>
          <a:ln/>
        </p:spPr>
        <p:txBody>
          <a:bodyPr vert="horz" wrap="square" lIns="0" tIns="0" rIns="0" bIns="0" rtlCol="0" anchor="ctr"/>
          <a:lstStyle/>
          <a:p>
            <a:pPr marL="0" indent="0">
              <a:lnSpc>
                <a:spcPts val="2025"/>
              </a:lnSpc>
              <a:buNone/>
            </a:pPr>
            <a:r>
              <a:rPr lang="en-US" sz="1350" b="1" dirty="0">
                <a:solidFill>
                  <a:srgbClr val="FFFFFF"/>
                </a:solidFill>
                <a:latin typeface="Noto Sans SC" pitchFamily="34" charset="0"/>
                <a:ea typeface="Noto Sans SC" pitchFamily="34" charset="-122"/>
                <a:cs typeface="Noto Sans SC" pitchFamily="34" charset="-120"/>
              </a:rPr>
              <a:t>多智能体拓扑</a:t>
            </a:r>
            <a:endParaRPr lang="en-US" sz="1350" dirty="0"/>
          </a:p>
        </p:txBody>
      </p:sp>
      <p:sp>
        <p:nvSpPr>
          <p:cNvPr id="32" name="SK-20-text-31"/>
          <p:cNvSpPr/>
          <p:nvPr/>
        </p:nvSpPr>
        <p:spPr>
          <a:xfrm>
            <a:off x="3600450" y="4762500"/>
            <a:ext cx="2190750" cy="400050"/>
          </a:xfrm>
          <a:prstGeom prst="rect">
            <a:avLst/>
          </a:prstGeom>
          <a:noFill/>
          <a:ln/>
        </p:spPr>
        <p:txBody>
          <a:bodyPr vert="horz" wrap="square" lIns="0" tIns="0" rIns="0" bIns="0" rtlCol="0" anchor="ctr"/>
          <a:lstStyle/>
          <a:p>
            <a:pPr marL="0" indent="0">
              <a:lnSpc>
                <a:spcPts val="1575"/>
              </a:lnSpc>
              <a:buNone/>
            </a:pPr>
            <a:r>
              <a:rPr lang="en-US" sz="1050" dirty="0">
                <a:solidFill>
                  <a:srgbClr val="718096"/>
                </a:solidFill>
                <a:latin typeface="Noto Sans SC" pitchFamily="34" charset="0"/>
                <a:ea typeface="Noto Sans SC" pitchFamily="34" charset="-122"/>
                <a:cs typeface="Noto Sans SC" pitchFamily="34" charset="-120"/>
              </a:rPr>
              <a:t>基于 LangGraph 的辩论仲裁机制与动态退火反思循环细节。</a:t>
            </a:r>
            <a:endParaRPr lang="en-US" sz="1050" dirty="0"/>
          </a:p>
        </p:txBody>
      </p:sp>
      <p:sp>
        <p:nvSpPr>
          <p:cNvPr id="33" name="SK-20-text-32"/>
          <p:cNvSpPr/>
          <p:nvPr/>
        </p:nvSpPr>
        <p:spPr>
          <a:xfrm>
            <a:off x="6400800" y="4381500"/>
            <a:ext cx="2280285" cy="257175"/>
          </a:xfrm>
          <a:prstGeom prst="rect">
            <a:avLst/>
          </a:prstGeom>
          <a:noFill/>
          <a:ln/>
        </p:spPr>
        <p:txBody>
          <a:bodyPr vert="horz" wrap="square" lIns="0" tIns="0" rIns="0" bIns="0" rtlCol="0" anchor="ctr"/>
          <a:lstStyle/>
          <a:p>
            <a:pPr marL="0" indent="0">
              <a:lnSpc>
                <a:spcPts val="2025"/>
              </a:lnSpc>
              <a:buNone/>
            </a:pPr>
            <a:r>
              <a:rPr lang="en-US" sz="1350" b="1" dirty="0">
                <a:solidFill>
                  <a:srgbClr val="FFFFFF"/>
                </a:solidFill>
                <a:latin typeface="Noto Sans SC" pitchFamily="34" charset="0"/>
                <a:ea typeface="Noto Sans SC" pitchFamily="34" charset="-122"/>
                <a:cs typeface="Noto Sans SC" pitchFamily="34" charset="-120"/>
              </a:rPr>
              <a:t>循证医学 RAG</a:t>
            </a:r>
            <a:endParaRPr lang="en-US" sz="1350" dirty="0"/>
          </a:p>
        </p:txBody>
      </p:sp>
      <p:sp>
        <p:nvSpPr>
          <p:cNvPr id="34" name="SK-20-text-33"/>
          <p:cNvSpPr/>
          <p:nvPr/>
        </p:nvSpPr>
        <p:spPr>
          <a:xfrm>
            <a:off x="6400800" y="4762500"/>
            <a:ext cx="2190750" cy="400050"/>
          </a:xfrm>
          <a:prstGeom prst="rect">
            <a:avLst/>
          </a:prstGeom>
          <a:noFill/>
          <a:ln/>
        </p:spPr>
        <p:txBody>
          <a:bodyPr vert="horz" wrap="square" lIns="0" tIns="0" rIns="0" bIns="0" rtlCol="0" anchor="ctr"/>
          <a:lstStyle/>
          <a:p>
            <a:pPr marL="0" indent="0">
              <a:lnSpc>
                <a:spcPts val="1575"/>
              </a:lnSpc>
              <a:buNone/>
            </a:pPr>
            <a:r>
              <a:rPr lang="en-US" sz="1050" dirty="0">
                <a:solidFill>
                  <a:srgbClr val="718096"/>
                </a:solidFill>
                <a:latin typeface="Noto Sans SC" pitchFamily="34" charset="0"/>
                <a:ea typeface="Noto Sans SC" pitchFamily="34" charset="-122"/>
                <a:cs typeface="Noto Sans SC" pitchFamily="34" charset="-120"/>
              </a:rPr>
              <a:t>混合检索、PubMed 8级证据等级排序与精准溯源标注的策略。</a:t>
            </a:r>
            <a:endParaRPr lang="en-US" sz="1050" dirty="0"/>
          </a:p>
        </p:txBody>
      </p:sp>
      <p:sp>
        <p:nvSpPr>
          <p:cNvPr id="35" name="SK-20-text-34"/>
          <p:cNvSpPr/>
          <p:nvPr/>
        </p:nvSpPr>
        <p:spPr>
          <a:xfrm>
            <a:off x="9201150" y="4381500"/>
            <a:ext cx="2276475" cy="257175"/>
          </a:xfrm>
          <a:prstGeom prst="rect">
            <a:avLst/>
          </a:prstGeom>
          <a:noFill/>
          <a:ln/>
        </p:spPr>
        <p:txBody>
          <a:bodyPr vert="horz" wrap="square" lIns="0" tIns="0" rIns="0" bIns="0" rtlCol="0" anchor="ctr"/>
          <a:lstStyle/>
          <a:p>
            <a:pPr marL="0" indent="0">
              <a:lnSpc>
                <a:spcPts val="2025"/>
              </a:lnSpc>
              <a:buNone/>
            </a:pPr>
            <a:r>
              <a:rPr lang="en-US" sz="1350" b="1" dirty="0">
                <a:solidFill>
                  <a:srgbClr val="FFFFFF"/>
                </a:solidFill>
                <a:latin typeface="Noto Sans SC" pitchFamily="34" charset="0"/>
                <a:ea typeface="Noto Sans SC" pitchFamily="34" charset="-122"/>
                <a:cs typeface="Noto Sans SC" pitchFamily="34" charset="-120"/>
              </a:rPr>
              <a:t>个性化闭环</a:t>
            </a:r>
            <a:endParaRPr lang="en-US" sz="1350" dirty="0"/>
          </a:p>
        </p:txBody>
      </p:sp>
      <p:sp>
        <p:nvSpPr>
          <p:cNvPr id="36" name="SK-20-text-35"/>
          <p:cNvSpPr/>
          <p:nvPr/>
        </p:nvSpPr>
        <p:spPr>
          <a:xfrm>
            <a:off x="9201150" y="4762500"/>
            <a:ext cx="2190750" cy="400050"/>
          </a:xfrm>
          <a:prstGeom prst="rect">
            <a:avLst/>
          </a:prstGeom>
          <a:noFill/>
          <a:ln/>
        </p:spPr>
        <p:txBody>
          <a:bodyPr vert="horz" wrap="square" lIns="0" tIns="0" rIns="0" bIns="0" rtlCol="0" anchor="ctr"/>
          <a:lstStyle/>
          <a:p>
            <a:pPr marL="0" indent="0">
              <a:lnSpc>
                <a:spcPts val="1575"/>
              </a:lnSpc>
              <a:buNone/>
            </a:pPr>
            <a:r>
              <a:rPr lang="en-US" sz="1050" dirty="0">
                <a:solidFill>
                  <a:srgbClr val="718096"/>
                </a:solidFill>
                <a:latin typeface="Noto Sans SC" pitchFamily="34" charset="0"/>
                <a:ea typeface="Noto Sans SC" pitchFamily="34" charset="-122"/>
                <a:cs typeface="Noto Sans SC" pitchFamily="34" charset="-120"/>
              </a:rPr>
              <a:t>8维度动态画像构建与评估驱动的学习路径自动更新机制。</a:t>
            </a:r>
            <a:endParaRPr lang="en-US" sz="1050" dirty="0"/>
          </a:p>
        </p:txBody>
      </p:sp>
      <p:sp>
        <p:nvSpPr>
          <p:cNvPr id="37" name="SK-20-text-36"/>
          <p:cNvSpPr/>
          <p:nvPr/>
        </p:nvSpPr>
        <p:spPr>
          <a:xfrm>
            <a:off x="814388" y="6353175"/>
            <a:ext cx="3863340" cy="200025"/>
          </a:xfrm>
          <a:prstGeom prst="rect">
            <a:avLst/>
          </a:prstGeom>
          <a:noFill/>
          <a:ln/>
        </p:spPr>
        <p:txBody>
          <a:bodyPr vert="horz" wrap="square" lIns="0" tIns="0" rIns="0" bIns="0" rtlCol="0" anchor="ctr"/>
          <a:lstStyle/>
          <a:p>
            <a:pPr marL="0" indent="0">
              <a:lnSpc>
                <a:spcPts val="1575"/>
              </a:lnSpc>
              <a:buNone/>
            </a:pPr>
            <a:r>
              <a:rPr lang="en-US" sz="1050" dirty="0">
                <a:solidFill>
                  <a:srgbClr val="718096"/>
                </a:solidFill>
              </a:rPr>
              <a:t>第十五届“中国软件杯”参赛团队</a:t>
            </a:r>
            <a:endParaRPr lang="en-US" sz="1050" dirty="0"/>
          </a:p>
        </p:txBody>
      </p:sp>
      <p:sp>
        <p:nvSpPr>
          <p:cNvPr id="38" name="SK-20-text-37"/>
          <p:cNvSpPr/>
          <p:nvPr/>
        </p:nvSpPr>
        <p:spPr>
          <a:xfrm>
            <a:off x="3171825" y="6353175"/>
            <a:ext cx="4236720" cy="200025"/>
          </a:xfrm>
          <a:prstGeom prst="rect">
            <a:avLst/>
          </a:prstGeom>
          <a:noFill/>
          <a:ln/>
        </p:spPr>
        <p:txBody>
          <a:bodyPr vert="horz" wrap="square" lIns="0" tIns="0" rIns="0" bIns="0" rtlCol="0" anchor="ctr"/>
          <a:lstStyle/>
          <a:p>
            <a:pPr marL="0" indent="0">
              <a:lnSpc>
                <a:spcPts val="1575"/>
              </a:lnSpc>
              <a:buNone/>
            </a:pPr>
            <a:r>
              <a:rPr lang="en-US" sz="1050" dirty="0">
                <a:solidFill>
                  <a:srgbClr val="718096"/>
                </a:solidFill>
              </a:rPr>
              <a:t>LearnAgent v1.0.4-Stable</a:t>
            </a:r>
            <a:endParaRPr lang="en-US" sz="1050" dirty="0"/>
          </a:p>
        </p:txBody>
      </p:sp>
      <p:sp>
        <p:nvSpPr>
          <p:cNvPr id="39" name="SK-20-text-38"/>
          <p:cNvSpPr/>
          <p:nvPr/>
        </p:nvSpPr>
        <p:spPr>
          <a:xfrm>
            <a:off x="10858500" y="6353175"/>
            <a:ext cx="1333500" cy="200025"/>
          </a:xfrm>
          <a:prstGeom prst="rect">
            <a:avLst/>
          </a:prstGeom>
          <a:noFill/>
          <a:ln/>
        </p:spPr>
        <p:txBody>
          <a:bodyPr vert="horz" wrap="square" lIns="0" tIns="0" rIns="0" bIns="0" rtlCol="0" anchor="ctr"/>
          <a:lstStyle/>
          <a:p>
            <a:pPr marL="0" indent="0">
              <a:lnSpc>
                <a:spcPts val="1575"/>
              </a:lnSpc>
              <a:buNone/>
            </a:pPr>
            <a:r>
              <a:rPr lang="en-US" sz="1050" dirty="0">
                <a:solidFill>
                  <a:srgbClr val="718096"/>
                </a:solidFill>
              </a:rPr>
              <a:t>2026-06-19</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1756</TotalTime>
  <Words>1703</Words>
  <Application>Microsoft Macintosh PowerPoint</Application>
  <PresentationFormat>宽屏</PresentationFormat>
  <Paragraphs>551</Paragraphs>
  <Slides>19</Slides>
  <Notes>19</Notes>
  <HiddenSlides>0</HiddenSlides>
  <MMClips>0</MMClips>
  <ScaleCrop>false</ScaleCrop>
  <HeadingPairs>
    <vt:vector size="6" baseType="variant">
      <vt:variant>
        <vt:lpstr>已用的字体</vt:lpstr>
      </vt:variant>
      <vt:variant>
        <vt:i4>2</vt:i4>
      </vt:variant>
      <vt:variant>
        <vt:lpstr>主题</vt:lpstr>
      </vt:variant>
      <vt:variant>
        <vt:i4>1</vt:i4>
      </vt:variant>
      <vt:variant>
        <vt:lpstr>幻灯片标题</vt:lpstr>
      </vt:variant>
      <vt:variant>
        <vt:i4>19</vt:i4>
      </vt:variant>
    </vt:vector>
  </HeadingPairs>
  <TitlesOfParts>
    <vt:vector size="22" baseType="lpstr">
      <vt:lpstr>Arial</vt:lpstr>
      <vt:lpstr>Noto Sans SC</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HY M</cp:lastModifiedBy>
  <cp:revision>6</cp:revision>
  <dcterms:created xsi:type="dcterms:W3CDTF">2026-06-19T09:31:26Z</dcterms:created>
  <dcterms:modified xsi:type="dcterms:W3CDTF">2026-06-23T06:46:54Z</dcterms:modified>
</cp:coreProperties>
</file>