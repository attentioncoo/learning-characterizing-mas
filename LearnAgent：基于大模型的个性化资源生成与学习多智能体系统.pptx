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Noto Sans SC"/>
      <p:regular r:id="rId201314"/>
      <p:bold r:id="rId3013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01314" Target="fonts/201314.fntdata" Type="http://schemas.openxmlformats.org/officeDocument/2006/relationships/font"/><Relationship Id="rId301314" Target="fonts/301314.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image" Target="../media/image-2-25.png"/><Relationship Id="rId26" Type="http://schemas.openxmlformats.org/officeDocument/2006/relationships/image" Target="../media/image-2-26.png"/><Relationship Id="rId27" Type="http://schemas.openxmlformats.org/officeDocument/2006/relationships/image" Target="../media/image-2-27.png"/><Relationship Id="rId28" Type="http://schemas.openxmlformats.org/officeDocument/2006/relationships/image" Target="../media/image-2-28.png"/><Relationship Id="rId29" Type="http://schemas.openxmlformats.org/officeDocument/2006/relationships/image" Target="../media/image-2-29.png"/><Relationship Id="rId30" Type="http://schemas.openxmlformats.org/officeDocument/2006/relationships/slideLayout" Target="../slideLayouts/slideLayout1.xml"/><Relationship Id="rId3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image" Target="../media/image-3-28.png"/><Relationship Id="rId29" Type="http://schemas.openxmlformats.org/officeDocument/2006/relationships/image" Target="../media/image-3-29.png"/><Relationship Id="rId30" Type="http://schemas.openxmlformats.org/officeDocument/2006/relationships/image" Target="../media/image-3-30.png"/><Relationship Id="rId31" Type="http://schemas.openxmlformats.org/officeDocument/2006/relationships/image" Target="../media/image-3-31.png"/><Relationship Id="rId32" Type="http://schemas.openxmlformats.org/officeDocument/2006/relationships/image" Target="../media/image-3-32.png"/><Relationship Id="rId33" Type="http://schemas.openxmlformats.org/officeDocument/2006/relationships/image" Target="../media/image-3-33.png"/><Relationship Id="rId34" Type="http://schemas.openxmlformats.org/officeDocument/2006/relationships/image" Target="../media/image-3-34.png"/><Relationship Id="rId35" Type="http://schemas.openxmlformats.org/officeDocument/2006/relationships/image" Target="../media/image-3-35.png"/><Relationship Id="rId36" Type="http://schemas.openxmlformats.org/officeDocument/2006/relationships/image" Target="../media/image-3-36.png"/><Relationship Id="rId37" Type="http://schemas.openxmlformats.org/officeDocument/2006/relationships/slideLayout" Target="../slideLayouts/slideLayout1.xml"/><Relationship Id="rId3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image" Target="../media/image-4-24.png"/><Relationship Id="rId25" Type="http://schemas.openxmlformats.org/officeDocument/2006/relationships/image" Target="../media/image-4-25.png"/><Relationship Id="rId26" Type="http://schemas.openxmlformats.org/officeDocument/2006/relationships/image" Target="../media/image-4-26.png"/><Relationship Id="rId27" Type="http://schemas.openxmlformats.org/officeDocument/2006/relationships/image" Target="../media/image-4-27.png"/><Relationship Id="rId28" Type="http://schemas.openxmlformats.org/officeDocument/2006/relationships/image" Target="../media/image-4-28.png"/><Relationship Id="rId29" Type="http://schemas.openxmlformats.org/officeDocument/2006/relationships/image" Target="../media/image-4-29.png"/><Relationship Id="rId30" Type="http://schemas.openxmlformats.org/officeDocument/2006/relationships/image" Target="../media/image-4-30.png"/><Relationship Id="rId31" Type="http://schemas.openxmlformats.org/officeDocument/2006/relationships/image" Target="../media/image-4-31.png"/><Relationship Id="rId32" Type="http://schemas.openxmlformats.org/officeDocument/2006/relationships/image" Target="../media/image-4-32.png"/><Relationship Id="rId33" Type="http://schemas.openxmlformats.org/officeDocument/2006/relationships/slideLayout" Target="../slideLayouts/slideLayout1.xml"/><Relationship Id="rId3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image" Target="../media/image-5-28.png"/><Relationship Id="rId29" Type="http://schemas.openxmlformats.org/officeDocument/2006/relationships/image" Target="../media/image-5-29.png"/><Relationship Id="rId30" Type="http://schemas.openxmlformats.org/officeDocument/2006/relationships/image" Target="../media/image-5-30.png"/><Relationship Id="rId31" Type="http://schemas.openxmlformats.org/officeDocument/2006/relationships/image" Target="../media/image-5-31.png"/><Relationship Id="rId32" Type="http://schemas.openxmlformats.org/officeDocument/2006/relationships/image" Target="../media/image-5-32.png"/><Relationship Id="rId33" Type="http://schemas.openxmlformats.org/officeDocument/2006/relationships/image" Target="../media/image-5-33.png"/><Relationship Id="rId34" Type="http://schemas.openxmlformats.org/officeDocument/2006/relationships/image" Target="../media/image-5-34.png"/><Relationship Id="rId35" Type="http://schemas.openxmlformats.org/officeDocument/2006/relationships/image" Target="../media/image-5-35.png"/><Relationship Id="rId36" Type="http://schemas.openxmlformats.org/officeDocument/2006/relationships/image" Target="../media/image-5-36.png"/><Relationship Id="rId37" Type="http://schemas.openxmlformats.org/officeDocument/2006/relationships/image" Target="../media/image-5-37.png"/><Relationship Id="rId38" Type="http://schemas.openxmlformats.org/officeDocument/2006/relationships/image" Target="../media/image-5-38.png"/><Relationship Id="rId39" Type="http://schemas.openxmlformats.org/officeDocument/2006/relationships/image" Target="../media/image-5-39.png"/><Relationship Id="rId40" Type="http://schemas.openxmlformats.org/officeDocument/2006/relationships/slideLayout" Target="../slideLayouts/slideLayout1.xml"/><Relationship Id="rId4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image" Target="../media/image-6-23.png"/><Relationship Id="rId24" Type="http://schemas.openxmlformats.org/officeDocument/2006/relationships/image" Target="../media/image-6-24.png"/><Relationship Id="rId25" Type="http://schemas.openxmlformats.org/officeDocument/2006/relationships/image" Target="../media/image-6-25.png"/><Relationship Id="rId26" Type="http://schemas.openxmlformats.org/officeDocument/2006/relationships/image" Target="../media/image-6-26.png"/><Relationship Id="rId27" Type="http://schemas.openxmlformats.org/officeDocument/2006/relationships/image" Target="../media/image-6-27.png"/><Relationship Id="rId28" Type="http://schemas.openxmlformats.org/officeDocument/2006/relationships/image" Target="../media/image-6-28.png"/><Relationship Id="rId29" Type="http://schemas.openxmlformats.org/officeDocument/2006/relationships/image" Target="../media/image-6-29.png"/><Relationship Id="rId30" Type="http://schemas.openxmlformats.org/officeDocument/2006/relationships/image" Target="../media/image-6-30.png"/><Relationship Id="rId31" Type="http://schemas.openxmlformats.org/officeDocument/2006/relationships/image" Target="../media/image-6-31.png"/><Relationship Id="rId32" Type="http://schemas.openxmlformats.org/officeDocument/2006/relationships/image" Target="../media/image-6-32.png"/><Relationship Id="rId33" Type="http://schemas.openxmlformats.org/officeDocument/2006/relationships/image" Target="../media/image-6-33.png"/><Relationship Id="rId34" Type="http://schemas.openxmlformats.org/officeDocument/2006/relationships/image" Target="../media/image-6-34.png"/><Relationship Id="rId35" Type="http://schemas.openxmlformats.org/officeDocument/2006/relationships/image" Target="../media/image-6-35.png"/><Relationship Id="rId36" Type="http://schemas.openxmlformats.org/officeDocument/2006/relationships/image" Target="../media/image-6-36.png"/><Relationship Id="rId37" Type="http://schemas.openxmlformats.org/officeDocument/2006/relationships/image" Target="../media/image-6-37.png"/><Relationship Id="rId38" Type="http://schemas.openxmlformats.org/officeDocument/2006/relationships/image" Target="../media/image-6-38.png"/><Relationship Id="rId39" Type="http://schemas.openxmlformats.org/officeDocument/2006/relationships/image" Target="../media/image-6-39.png"/><Relationship Id="rId40" Type="http://schemas.openxmlformats.org/officeDocument/2006/relationships/image" Target="../media/image-6-40.png"/><Relationship Id="rId41" Type="http://schemas.openxmlformats.org/officeDocument/2006/relationships/image" Target="../media/image-6-41.png"/><Relationship Id="rId42" Type="http://schemas.openxmlformats.org/officeDocument/2006/relationships/image" Target="../media/image-6-42.png"/><Relationship Id="rId43" Type="http://schemas.openxmlformats.org/officeDocument/2006/relationships/image" Target="../media/image-6-43.png"/><Relationship Id="rId44" Type="http://schemas.openxmlformats.org/officeDocument/2006/relationships/image" Target="../media/image-6-44.png"/><Relationship Id="rId45" Type="http://schemas.openxmlformats.org/officeDocument/2006/relationships/image" Target="../media/image-6-45.png"/><Relationship Id="rId46" Type="http://schemas.openxmlformats.org/officeDocument/2006/relationships/image" Target="../media/image-6-46.png"/><Relationship Id="rId47" Type="http://schemas.openxmlformats.org/officeDocument/2006/relationships/image" Target="../media/image-6-47.png"/><Relationship Id="rId48" Type="http://schemas.openxmlformats.org/officeDocument/2006/relationships/image" Target="../media/image-6-48.png"/><Relationship Id="rId49" Type="http://schemas.openxmlformats.org/officeDocument/2006/relationships/image" Target="../media/image-6-49.png"/><Relationship Id="rId50" Type="http://schemas.openxmlformats.org/officeDocument/2006/relationships/image" Target="../media/image-6-50.png"/><Relationship Id="rId51" Type="http://schemas.openxmlformats.org/officeDocument/2006/relationships/image" Target="../media/image-6-51.png"/><Relationship Id="rId52" Type="http://schemas.openxmlformats.org/officeDocument/2006/relationships/image" Target="../media/image-6-52.png"/><Relationship Id="rId53" Type="http://schemas.openxmlformats.org/officeDocument/2006/relationships/image" Target="../media/image-6-53.png"/><Relationship Id="rId54" Type="http://schemas.openxmlformats.org/officeDocument/2006/relationships/image" Target="../media/image-6-54.png"/><Relationship Id="rId55" Type="http://schemas.openxmlformats.org/officeDocument/2006/relationships/image" Target="../media/image-6-55.png"/><Relationship Id="rId56" Type="http://schemas.openxmlformats.org/officeDocument/2006/relationships/image" Target="../media/image-6-56.png"/><Relationship Id="rId57" Type="http://schemas.openxmlformats.org/officeDocument/2006/relationships/image" Target="../media/image-6-57.png"/><Relationship Id="rId58" Type="http://schemas.openxmlformats.org/officeDocument/2006/relationships/image" Target="../media/image-6-58.png"/><Relationship Id="rId59" Type="http://schemas.openxmlformats.org/officeDocument/2006/relationships/slideLayout" Target="../slideLayouts/slideLayout1.xml"/><Relationship Id="rId6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image" Target="../media/image-7-24.png"/><Relationship Id="rId25" Type="http://schemas.openxmlformats.org/officeDocument/2006/relationships/image" Target="../media/image-7-25.png"/><Relationship Id="rId26" Type="http://schemas.openxmlformats.org/officeDocument/2006/relationships/image" Target="../media/image-7-26.png"/><Relationship Id="rId27" Type="http://schemas.openxmlformats.org/officeDocument/2006/relationships/image" Target="../media/image-7-27.png"/><Relationship Id="rId28" Type="http://schemas.openxmlformats.org/officeDocument/2006/relationships/image" Target="../media/image-7-28.png"/><Relationship Id="rId29" Type="http://schemas.openxmlformats.org/officeDocument/2006/relationships/image" Target="../media/image-7-29.png"/><Relationship Id="rId30" Type="http://schemas.openxmlformats.org/officeDocument/2006/relationships/image" Target="../media/image-7-30.png"/><Relationship Id="rId31" Type="http://schemas.openxmlformats.org/officeDocument/2006/relationships/image" Target="../media/image-7-31.png"/><Relationship Id="rId32" Type="http://schemas.openxmlformats.org/officeDocument/2006/relationships/image" Target="../media/image-7-32.png"/><Relationship Id="rId33" Type="http://schemas.openxmlformats.org/officeDocument/2006/relationships/image" Target="../media/image-7-33.png"/><Relationship Id="rId34" Type="http://schemas.openxmlformats.org/officeDocument/2006/relationships/image" Target="../media/image-7-34.png"/><Relationship Id="rId35" Type="http://schemas.openxmlformats.org/officeDocument/2006/relationships/image" Target="../media/image-7-35.png"/><Relationship Id="rId36" Type="http://schemas.openxmlformats.org/officeDocument/2006/relationships/image" Target="../media/image-7-36.png"/><Relationship Id="rId37" Type="http://schemas.openxmlformats.org/officeDocument/2006/relationships/slideLayout" Target="../slideLayouts/slideLayout1.xml"/><Relationship Id="rId3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image" Target="../media/image-8-25.png"/><Relationship Id="rId26" Type="http://schemas.openxmlformats.org/officeDocument/2006/relationships/image" Target="../media/image-8-26.png"/><Relationship Id="rId27" Type="http://schemas.openxmlformats.org/officeDocument/2006/relationships/image" Target="../media/image-8-27.png"/><Relationship Id="rId28" Type="http://schemas.openxmlformats.org/officeDocument/2006/relationships/image" Target="../media/image-8-28.png"/><Relationship Id="rId29" Type="http://schemas.openxmlformats.org/officeDocument/2006/relationships/image" Target="../media/image-8-29.png"/><Relationship Id="rId30" Type="http://schemas.openxmlformats.org/officeDocument/2006/relationships/image" Target="../media/image-8-30.png"/><Relationship Id="rId31" Type="http://schemas.openxmlformats.org/officeDocument/2006/relationships/image" Target="../media/image-8-31.png"/><Relationship Id="rId32" Type="http://schemas.openxmlformats.org/officeDocument/2006/relationships/image" Target="../media/image-8-32.png"/><Relationship Id="rId33" Type="http://schemas.openxmlformats.org/officeDocument/2006/relationships/image" Target="../media/image-8-33.png"/><Relationship Id="rId34" Type="http://schemas.openxmlformats.org/officeDocument/2006/relationships/image" Target="../media/image-8-34.png"/><Relationship Id="rId35" Type="http://schemas.openxmlformats.org/officeDocument/2006/relationships/slideLayout" Target="../slideLayouts/slideLayout1.xml"/><Relationship Id="rId3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image" Target="../media/image-9-22.png"/><Relationship Id="rId23" Type="http://schemas.openxmlformats.org/officeDocument/2006/relationships/image" Target="../media/image-9-23.png"/><Relationship Id="rId24" Type="http://schemas.openxmlformats.org/officeDocument/2006/relationships/image" Target="../media/image-9-24.png"/><Relationship Id="rId25" Type="http://schemas.openxmlformats.org/officeDocument/2006/relationships/image" Target="../media/image-9-25.png"/><Relationship Id="rId26" Type="http://schemas.openxmlformats.org/officeDocument/2006/relationships/image" Target="../media/image-9-26.png"/><Relationship Id="rId27" Type="http://schemas.openxmlformats.org/officeDocument/2006/relationships/image" Target="../media/image-9-27.png"/><Relationship Id="rId28" Type="http://schemas.openxmlformats.org/officeDocument/2006/relationships/image" Target="../media/image-9-28.png"/><Relationship Id="rId29" Type="http://schemas.openxmlformats.org/officeDocument/2006/relationships/image" Target="../media/image-9-29.png"/><Relationship Id="rId30" Type="http://schemas.openxmlformats.org/officeDocument/2006/relationships/image" Target="../media/image-9-30.png"/><Relationship Id="rId31" Type="http://schemas.openxmlformats.org/officeDocument/2006/relationships/image" Target="../media/image-9-31.png"/><Relationship Id="rId32" Type="http://schemas.openxmlformats.org/officeDocument/2006/relationships/slideLayout" Target="../slideLayouts/slideLayout1.xml"/><Relationship Id="rId3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slideLayout" Target="../slideLayouts/slideLayout1.xml"/><Relationship Id="rId3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image" Target="../media/image-11-30.png"/><Relationship Id="rId31" Type="http://schemas.openxmlformats.org/officeDocument/2006/relationships/image" Target="../media/image-11-31.png"/><Relationship Id="rId32" Type="http://schemas.openxmlformats.org/officeDocument/2006/relationships/image" Target="../media/image-11-32.png"/><Relationship Id="rId33" Type="http://schemas.openxmlformats.org/officeDocument/2006/relationships/image" Target="../media/image-11-33.png"/><Relationship Id="rId34" Type="http://schemas.openxmlformats.org/officeDocument/2006/relationships/image" Target="../media/image-11-34.png"/><Relationship Id="rId35" Type="http://schemas.openxmlformats.org/officeDocument/2006/relationships/image" Target="../media/image-11-35.png"/><Relationship Id="rId36" Type="http://schemas.openxmlformats.org/officeDocument/2006/relationships/image" Target="../media/image-11-36.png"/><Relationship Id="rId37" Type="http://schemas.openxmlformats.org/officeDocument/2006/relationships/image" Target="../media/image-11-37.png"/><Relationship Id="rId38" Type="http://schemas.openxmlformats.org/officeDocument/2006/relationships/image" Target="../media/image-11-38.png"/><Relationship Id="rId39" Type="http://schemas.openxmlformats.org/officeDocument/2006/relationships/image" Target="../media/image-11-39.png"/><Relationship Id="rId40" Type="http://schemas.openxmlformats.org/officeDocument/2006/relationships/image" Target="../media/image-11-40.png"/><Relationship Id="rId41" Type="http://schemas.openxmlformats.org/officeDocument/2006/relationships/slideLayout" Target="../slideLayouts/slideLayout1.xml"/><Relationship Id="rId4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image" Target="../media/image-12-22.png"/><Relationship Id="rId23" Type="http://schemas.openxmlformats.org/officeDocument/2006/relationships/image" Target="../media/image-12-23.png"/><Relationship Id="rId24" Type="http://schemas.openxmlformats.org/officeDocument/2006/relationships/image" Target="../media/image-12-24.png"/><Relationship Id="rId25" Type="http://schemas.openxmlformats.org/officeDocument/2006/relationships/image" Target="../media/image-12-25.png"/><Relationship Id="rId26" Type="http://schemas.openxmlformats.org/officeDocument/2006/relationships/image" Target="../media/image-12-26.png"/><Relationship Id="rId27" Type="http://schemas.openxmlformats.org/officeDocument/2006/relationships/image" Target="../media/image-12-27.png"/><Relationship Id="rId28" Type="http://schemas.openxmlformats.org/officeDocument/2006/relationships/image" Target="../media/image-12-28.png"/><Relationship Id="rId29" Type="http://schemas.openxmlformats.org/officeDocument/2006/relationships/image" Target="../media/image-12-29.png"/><Relationship Id="rId30" Type="http://schemas.openxmlformats.org/officeDocument/2006/relationships/image" Target="../media/image-12-30.png"/><Relationship Id="rId31" Type="http://schemas.openxmlformats.org/officeDocument/2006/relationships/image" Target="../media/image-12-31.png"/><Relationship Id="rId32" Type="http://schemas.openxmlformats.org/officeDocument/2006/relationships/image" Target="../media/image-12-32.png"/><Relationship Id="rId33" Type="http://schemas.openxmlformats.org/officeDocument/2006/relationships/image" Target="../media/image-12-33.png"/><Relationship Id="rId34" Type="http://schemas.openxmlformats.org/officeDocument/2006/relationships/image" Target="../media/image-12-34.png"/><Relationship Id="rId35" Type="http://schemas.openxmlformats.org/officeDocument/2006/relationships/image" Target="../media/image-12-35.png"/><Relationship Id="rId36" Type="http://schemas.openxmlformats.org/officeDocument/2006/relationships/image" Target="../media/image-12-36.png"/><Relationship Id="rId37" Type="http://schemas.openxmlformats.org/officeDocument/2006/relationships/slideLayout" Target="../slideLayouts/slideLayout1.xml"/><Relationship Id="rId3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image" Target="../media/image-13-20.png"/><Relationship Id="rId21" Type="http://schemas.openxmlformats.org/officeDocument/2006/relationships/image" Target="../media/image-13-21.png"/><Relationship Id="rId22" Type="http://schemas.openxmlformats.org/officeDocument/2006/relationships/image" Target="../media/image-13-22.png"/><Relationship Id="rId23" Type="http://schemas.openxmlformats.org/officeDocument/2006/relationships/image" Target="../media/image-13-23.png"/><Relationship Id="rId24" Type="http://schemas.openxmlformats.org/officeDocument/2006/relationships/image" Target="../media/image-13-24.png"/><Relationship Id="rId25" Type="http://schemas.openxmlformats.org/officeDocument/2006/relationships/image" Target="../media/image-13-25.png"/><Relationship Id="rId26" Type="http://schemas.openxmlformats.org/officeDocument/2006/relationships/image" Target="../media/image-13-26.png"/><Relationship Id="rId27" Type="http://schemas.openxmlformats.org/officeDocument/2006/relationships/image" Target="../media/image-13-27.png"/><Relationship Id="rId28" Type="http://schemas.openxmlformats.org/officeDocument/2006/relationships/image" Target="../media/image-13-28.png"/><Relationship Id="rId29" Type="http://schemas.openxmlformats.org/officeDocument/2006/relationships/image" Target="../media/image-13-29.png"/><Relationship Id="rId30" Type="http://schemas.openxmlformats.org/officeDocument/2006/relationships/image" Target="../media/image-13-30.png"/><Relationship Id="rId31" Type="http://schemas.openxmlformats.org/officeDocument/2006/relationships/image" Target="../media/image-13-31.png"/><Relationship Id="rId32" Type="http://schemas.openxmlformats.org/officeDocument/2006/relationships/image" Target="../media/image-13-32.png"/><Relationship Id="rId33" Type="http://schemas.openxmlformats.org/officeDocument/2006/relationships/slideLayout" Target="../slideLayouts/slideLayout1.xml"/><Relationship Id="rId3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image" Target="../media/image-14-33.png"/><Relationship Id="rId34" Type="http://schemas.openxmlformats.org/officeDocument/2006/relationships/image" Target="../media/image-14-34.png"/><Relationship Id="rId35" Type="http://schemas.openxmlformats.org/officeDocument/2006/relationships/image" Target="../media/image-14-35.png"/><Relationship Id="rId36" Type="http://schemas.openxmlformats.org/officeDocument/2006/relationships/image" Target="../media/image-14-36.png"/><Relationship Id="rId37" Type="http://schemas.openxmlformats.org/officeDocument/2006/relationships/image" Target="../media/image-14-37.png"/><Relationship Id="rId38" Type="http://schemas.openxmlformats.org/officeDocument/2006/relationships/image" Target="../media/image-14-38.png"/><Relationship Id="rId39" Type="http://schemas.openxmlformats.org/officeDocument/2006/relationships/image" Target="../media/image-14-39.png"/><Relationship Id="rId40" Type="http://schemas.openxmlformats.org/officeDocument/2006/relationships/image" Target="../media/image-14-40.png"/><Relationship Id="rId41" Type="http://schemas.openxmlformats.org/officeDocument/2006/relationships/image" Target="../media/image-14-41.png"/><Relationship Id="rId42" Type="http://schemas.openxmlformats.org/officeDocument/2006/relationships/image" Target="../media/image-14-42.png"/><Relationship Id="rId43" Type="http://schemas.openxmlformats.org/officeDocument/2006/relationships/image" Target="../media/image-14-43.png"/><Relationship Id="rId44" Type="http://schemas.openxmlformats.org/officeDocument/2006/relationships/image" Target="../media/image-14-44.png"/><Relationship Id="rId45" Type="http://schemas.openxmlformats.org/officeDocument/2006/relationships/image" Target="../media/image-14-45.png"/><Relationship Id="rId46" Type="http://schemas.openxmlformats.org/officeDocument/2006/relationships/slideLayout" Target="../slideLayouts/slideLayout1.xml"/><Relationship Id="rId4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image" Target="../media/image-15-16.png"/><Relationship Id="rId17" Type="http://schemas.openxmlformats.org/officeDocument/2006/relationships/image" Target="../media/image-15-17.png"/><Relationship Id="rId18" Type="http://schemas.openxmlformats.org/officeDocument/2006/relationships/image" Target="../media/image-15-18.png"/><Relationship Id="rId19" Type="http://schemas.openxmlformats.org/officeDocument/2006/relationships/image" Target="../media/image-15-19.png"/><Relationship Id="rId20" Type="http://schemas.openxmlformats.org/officeDocument/2006/relationships/image" Target="../media/image-15-20.png"/><Relationship Id="rId21" Type="http://schemas.openxmlformats.org/officeDocument/2006/relationships/image" Target="../media/image-15-21.png"/><Relationship Id="rId22" Type="http://schemas.openxmlformats.org/officeDocument/2006/relationships/image" Target="../media/image-15-22.png"/><Relationship Id="rId23" Type="http://schemas.openxmlformats.org/officeDocument/2006/relationships/image" Target="../media/image-15-23.png"/><Relationship Id="rId24" Type="http://schemas.openxmlformats.org/officeDocument/2006/relationships/image" Target="../media/image-15-24.png"/><Relationship Id="rId25" Type="http://schemas.openxmlformats.org/officeDocument/2006/relationships/image" Target="../media/image-15-25.png"/><Relationship Id="rId26" Type="http://schemas.openxmlformats.org/officeDocument/2006/relationships/image" Target="../media/image-15-26.png"/><Relationship Id="rId27" Type="http://schemas.openxmlformats.org/officeDocument/2006/relationships/image" Target="../media/image-15-27.png"/><Relationship Id="rId28" Type="http://schemas.openxmlformats.org/officeDocument/2006/relationships/image" Target="../media/image-15-28.png"/><Relationship Id="rId29" Type="http://schemas.openxmlformats.org/officeDocument/2006/relationships/image" Target="../media/image-15-29.png"/><Relationship Id="rId30" Type="http://schemas.openxmlformats.org/officeDocument/2006/relationships/image" Target="../media/image-15-30.png"/><Relationship Id="rId31" Type="http://schemas.openxmlformats.org/officeDocument/2006/relationships/image" Target="../media/image-15-31.png"/><Relationship Id="rId32" Type="http://schemas.openxmlformats.org/officeDocument/2006/relationships/image" Target="../media/image-15-32.png"/><Relationship Id="rId33" Type="http://schemas.openxmlformats.org/officeDocument/2006/relationships/image" Target="../media/image-15-33.png"/><Relationship Id="rId34" Type="http://schemas.openxmlformats.org/officeDocument/2006/relationships/image" Target="../media/image-15-34.png"/><Relationship Id="rId35" Type="http://schemas.openxmlformats.org/officeDocument/2006/relationships/image" Target="../media/image-15-35.png"/><Relationship Id="rId36" Type="http://schemas.openxmlformats.org/officeDocument/2006/relationships/image" Target="../media/image-15-36.png"/><Relationship Id="rId37" Type="http://schemas.openxmlformats.org/officeDocument/2006/relationships/image" Target="../media/image-15-37.png"/><Relationship Id="rId38" Type="http://schemas.openxmlformats.org/officeDocument/2006/relationships/image" Target="../media/image-15-38.png"/><Relationship Id="rId39" Type="http://schemas.openxmlformats.org/officeDocument/2006/relationships/image" Target="../media/image-15-39.png"/><Relationship Id="rId40" Type="http://schemas.openxmlformats.org/officeDocument/2006/relationships/image" Target="../media/image-15-40.png"/><Relationship Id="rId41" Type="http://schemas.openxmlformats.org/officeDocument/2006/relationships/image" Target="../media/image-15-41.png"/><Relationship Id="rId42" Type="http://schemas.openxmlformats.org/officeDocument/2006/relationships/image" Target="../media/image-15-42.png"/><Relationship Id="rId43" Type="http://schemas.openxmlformats.org/officeDocument/2006/relationships/image" Target="../media/image-15-43.png"/><Relationship Id="rId44" Type="http://schemas.openxmlformats.org/officeDocument/2006/relationships/image" Target="../media/image-15-44.png"/><Relationship Id="rId45" Type="http://schemas.openxmlformats.org/officeDocument/2006/relationships/slideLayout" Target="../slideLayouts/slideLayout1.xml"/><Relationship Id="rId4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image" Target="../media/image-16-20.png"/><Relationship Id="rId21" Type="http://schemas.openxmlformats.org/officeDocument/2006/relationships/image" Target="../media/image-16-21.png"/><Relationship Id="rId22" Type="http://schemas.openxmlformats.org/officeDocument/2006/relationships/image" Target="../media/image-16-22.png"/><Relationship Id="rId23" Type="http://schemas.openxmlformats.org/officeDocument/2006/relationships/image" Target="../media/image-16-23.png"/><Relationship Id="rId24" Type="http://schemas.openxmlformats.org/officeDocument/2006/relationships/image" Target="../media/image-16-24.png"/><Relationship Id="rId25" Type="http://schemas.openxmlformats.org/officeDocument/2006/relationships/image" Target="../media/image-16-25.png"/><Relationship Id="rId26" Type="http://schemas.openxmlformats.org/officeDocument/2006/relationships/image" Target="../media/image-16-26.png"/><Relationship Id="rId27" Type="http://schemas.openxmlformats.org/officeDocument/2006/relationships/image" Target="../media/image-16-27.png"/><Relationship Id="rId28" Type="http://schemas.openxmlformats.org/officeDocument/2006/relationships/image" Target="../media/image-16-28.png"/><Relationship Id="rId29" Type="http://schemas.openxmlformats.org/officeDocument/2006/relationships/image" Target="../media/image-16-29.png"/><Relationship Id="rId30" Type="http://schemas.openxmlformats.org/officeDocument/2006/relationships/image" Target="../media/image-16-30.png"/><Relationship Id="rId31" Type="http://schemas.openxmlformats.org/officeDocument/2006/relationships/image" Target="../media/image-16-31.png"/><Relationship Id="rId32" Type="http://schemas.openxmlformats.org/officeDocument/2006/relationships/image" Target="../media/image-16-32.png"/><Relationship Id="rId33" Type="http://schemas.openxmlformats.org/officeDocument/2006/relationships/image" Target="../media/image-16-33.png"/><Relationship Id="rId34" Type="http://schemas.openxmlformats.org/officeDocument/2006/relationships/image" Target="../media/image-16-34.png"/><Relationship Id="rId35" Type="http://schemas.openxmlformats.org/officeDocument/2006/relationships/image" Target="../media/image-16-35.png"/><Relationship Id="rId36" Type="http://schemas.openxmlformats.org/officeDocument/2006/relationships/image" Target="../media/image-16-36.png"/><Relationship Id="rId37" Type="http://schemas.openxmlformats.org/officeDocument/2006/relationships/image" Target="../media/image-16-37.png"/><Relationship Id="rId38" Type="http://schemas.openxmlformats.org/officeDocument/2006/relationships/image" Target="../media/image-16-38.png"/><Relationship Id="rId39" Type="http://schemas.openxmlformats.org/officeDocument/2006/relationships/image" Target="../media/image-16-39.png"/><Relationship Id="rId40" Type="http://schemas.openxmlformats.org/officeDocument/2006/relationships/image" Target="../media/image-16-40.png"/><Relationship Id="rId41" Type="http://schemas.openxmlformats.org/officeDocument/2006/relationships/image" Target="../media/image-16-41.png"/><Relationship Id="rId42" Type="http://schemas.openxmlformats.org/officeDocument/2006/relationships/image" Target="../media/image-16-42.png"/><Relationship Id="rId43" Type="http://schemas.openxmlformats.org/officeDocument/2006/relationships/image" Target="../media/image-16-43.png"/><Relationship Id="rId44" Type="http://schemas.openxmlformats.org/officeDocument/2006/relationships/image" Target="../media/image-16-44.png"/><Relationship Id="rId45" Type="http://schemas.openxmlformats.org/officeDocument/2006/relationships/image" Target="../media/image-16-45.png"/><Relationship Id="rId46" Type="http://schemas.openxmlformats.org/officeDocument/2006/relationships/image" Target="../media/image-16-46.png"/><Relationship Id="rId47" Type="http://schemas.openxmlformats.org/officeDocument/2006/relationships/image" Target="../media/image-16-47.png"/><Relationship Id="rId48" Type="http://schemas.openxmlformats.org/officeDocument/2006/relationships/image" Target="../media/image-16-48.png"/><Relationship Id="rId49" Type="http://schemas.openxmlformats.org/officeDocument/2006/relationships/image" Target="../media/image-16-49.png"/><Relationship Id="rId50" Type="http://schemas.openxmlformats.org/officeDocument/2006/relationships/image" Target="../media/image-16-50.png"/><Relationship Id="rId51" Type="http://schemas.openxmlformats.org/officeDocument/2006/relationships/image" Target="../media/image-16-51.png"/><Relationship Id="rId52" Type="http://schemas.openxmlformats.org/officeDocument/2006/relationships/image" Target="../media/image-16-52.png"/><Relationship Id="rId53" Type="http://schemas.openxmlformats.org/officeDocument/2006/relationships/image" Target="../media/image-16-53.png"/><Relationship Id="rId54" Type="http://schemas.openxmlformats.org/officeDocument/2006/relationships/image" Target="../media/image-16-54.png"/><Relationship Id="rId55" Type="http://schemas.openxmlformats.org/officeDocument/2006/relationships/image" Target="../media/image-16-55.png"/><Relationship Id="rId56" Type="http://schemas.openxmlformats.org/officeDocument/2006/relationships/image" Target="../media/image-16-56.png"/><Relationship Id="rId57" Type="http://schemas.openxmlformats.org/officeDocument/2006/relationships/image" Target="../media/image-16-57.png"/><Relationship Id="rId58" Type="http://schemas.openxmlformats.org/officeDocument/2006/relationships/image" Target="../media/image-16-58.png"/><Relationship Id="rId59" Type="http://schemas.openxmlformats.org/officeDocument/2006/relationships/slideLayout" Target="../slideLayouts/slideLayout1.xml"/><Relationship Id="rId6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image" Target="../media/image-17-22.png"/><Relationship Id="rId23" Type="http://schemas.openxmlformats.org/officeDocument/2006/relationships/image" Target="../media/image-17-23.png"/><Relationship Id="rId24" Type="http://schemas.openxmlformats.org/officeDocument/2006/relationships/image" Target="../media/image-17-24.png"/><Relationship Id="rId25" Type="http://schemas.openxmlformats.org/officeDocument/2006/relationships/image" Target="../media/image-17-25.png"/><Relationship Id="rId26" Type="http://schemas.openxmlformats.org/officeDocument/2006/relationships/image" Target="../media/image-17-26.png"/><Relationship Id="rId27" Type="http://schemas.openxmlformats.org/officeDocument/2006/relationships/image" Target="../media/image-17-27.png"/><Relationship Id="rId28" Type="http://schemas.openxmlformats.org/officeDocument/2006/relationships/image" Target="../media/image-17-28.png"/><Relationship Id="rId29" Type="http://schemas.openxmlformats.org/officeDocument/2006/relationships/image" Target="../media/image-17-29.png"/><Relationship Id="rId30" Type="http://schemas.openxmlformats.org/officeDocument/2006/relationships/image" Target="../media/image-17-30.png"/><Relationship Id="rId31" Type="http://schemas.openxmlformats.org/officeDocument/2006/relationships/image" Target="../media/image-17-31.png"/><Relationship Id="rId32" Type="http://schemas.openxmlformats.org/officeDocument/2006/relationships/image" Target="../media/image-17-32.png"/><Relationship Id="rId33" Type="http://schemas.openxmlformats.org/officeDocument/2006/relationships/image" Target="../media/image-17-33.png"/><Relationship Id="rId34" Type="http://schemas.openxmlformats.org/officeDocument/2006/relationships/image" Target="../media/image-17-34.png"/><Relationship Id="rId35" Type="http://schemas.openxmlformats.org/officeDocument/2006/relationships/image" Target="../media/image-17-35.png"/><Relationship Id="rId36" Type="http://schemas.openxmlformats.org/officeDocument/2006/relationships/slideLayout" Target="../slideLayouts/slideLayout1.xml"/><Relationship Id="rId3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image" Target="../media/image-18-15.png"/><Relationship Id="rId16" Type="http://schemas.openxmlformats.org/officeDocument/2006/relationships/image" Target="../media/image-18-16.png"/><Relationship Id="rId17" Type="http://schemas.openxmlformats.org/officeDocument/2006/relationships/image" Target="../media/image-18-17.png"/><Relationship Id="rId18" Type="http://schemas.openxmlformats.org/officeDocument/2006/relationships/image" Target="../media/image-18-18.png"/><Relationship Id="rId19" Type="http://schemas.openxmlformats.org/officeDocument/2006/relationships/image" Target="../media/image-18-19.png"/><Relationship Id="rId20" Type="http://schemas.openxmlformats.org/officeDocument/2006/relationships/image" Target="../media/image-18-20.png"/><Relationship Id="rId21" Type="http://schemas.openxmlformats.org/officeDocument/2006/relationships/image" Target="../media/image-18-21.png"/><Relationship Id="rId22" Type="http://schemas.openxmlformats.org/officeDocument/2006/relationships/image" Target="../media/image-18-22.png"/><Relationship Id="rId23" Type="http://schemas.openxmlformats.org/officeDocument/2006/relationships/image" Target="../media/image-18-23.png"/><Relationship Id="rId24" Type="http://schemas.openxmlformats.org/officeDocument/2006/relationships/slideLayout" Target="../slideLayouts/slideLayout1.xml"/><Relationship Id="rId2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png"/><Relationship Id="rId16" Type="http://schemas.openxmlformats.org/officeDocument/2006/relationships/image" Target="../media/image-19-16.png"/><Relationship Id="rId17" Type="http://schemas.openxmlformats.org/officeDocument/2006/relationships/image" Target="../media/image-19-17.png"/><Relationship Id="rId18" Type="http://schemas.openxmlformats.org/officeDocument/2006/relationships/image" Target="../media/image-19-18.png"/><Relationship Id="rId19" Type="http://schemas.openxmlformats.org/officeDocument/2006/relationships/image" Target="../media/image-19-19.png"/><Relationship Id="rId20" Type="http://schemas.openxmlformats.org/officeDocument/2006/relationships/image" Target="../media/image-19-20.png"/><Relationship Id="rId21" Type="http://schemas.openxmlformats.org/officeDocument/2006/relationships/image" Target="../media/image-19-21.png"/><Relationship Id="rId22" Type="http://schemas.openxmlformats.org/officeDocument/2006/relationships/image" Target="../media/image-19-22.png"/><Relationship Id="rId23" Type="http://schemas.openxmlformats.org/officeDocument/2006/relationships/image" Target="../media/image-19-23.png"/><Relationship Id="rId24" Type="http://schemas.openxmlformats.org/officeDocument/2006/relationships/image" Target="../media/image-19-24.png"/><Relationship Id="rId25" Type="http://schemas.openxmlformats.org/officeDocument/2006/relationships/image" Target="../media/image-19-25.png"/><Relationship Id="rId26" Type="http://schemas.openxmlformats.org/officeDocument/2006/relationships/image" Target="../media/image-19-26.png"/><Relationship Id="rId27" Type="http://schemas.openxmlformats.org/officeDocument/2006/relationships/image" Target="../media/image-19-27.png"/><Relationship Id="rId28" Type="http://schemas.openxmlformats.org/officeDocument/2006/relationships/image" Target="../media/image-19-28.png"/><Relationship Id="rId29" Type="http://schemas.openxmlformats.org/officeDocument/2006/relationships/image" Target="../media/image-19-29.png"/><Relationship Id="rId30" Type="http://schemas.openxmlformats.org/officeDocument/2006/relationships/image" Target="../media/image-19-30.png"/><Relationship Id="rId31" Type="http://schemas.openxmlformats.org/officeDocument/2006/relationships/image" Target="../media/image-19-31.png"/><Relationship Id="rId32" Type="http://schemas.openxmlformats.org/officeDocument/2006/relationships/image" Target="../media/image-19-32.png"/><Relationship Id="rId33" Type="http://schemas.openxmlformats.org/officeDocument/2006/relationships/image" Target="../media/image-19-33.png"/><Relationship Id="rId34" Type="http://schemas.openxmlformats.org/officeDocument/2006/relationships/image" Target="../media/image-19-34.png"/><Relationship Id="rId35" Type="http://schemas.openxmlformats.org/officeDocument/2006/relationships/image" Target="../media/image-19-35.png"/><Relationship Id="rId36" Type="http://schemas.openxmlformats.org/officeDocument/2006/relationships/image" Target="../media/image-19-36.png"/><Relationship Id="rId37" Type="http://schemas.openxmlformats.org/officeDocument/2006/relationships/image" Target="../media/image-19-37.png"/><Relationship Id="rId38" Type="http://schemas.openxmlformats.org/officeDocument/2006/relationships/image" Target="../media/image-19-38.png"/><Relationship Id="rId39" Type="http://schemas.openxmlformats.org/officeDocument/2006/relationships/image" Target="../media/image-19-39.png"/><Relationship Id="rId40" Type="http://schemas.openxmlformats.org/officeDocument/2006/relationships/image" Target="../media/image-19-40.png"/><Relationship Id="rId41" Type="http://schemas.openxmlformats.org/officeDocument/2006/relationships/image" Target="../media/image-19-41.png"/><Relationship Id="rId42" Type="http://schemas.openxmlformats.org/officeDocument/2006/relationships/image" Target="../media/image-19-42.png"/><Relationship Id="rId43" Type="http://schemas.openxmlformats.org/officeDocument/2006/relationships/slideLayout" Target="../slideLayouts/slideLayout1.xml"/><Relationship Id="rId4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image" Target="../media/image-20-16.png"/><Relationship Id="rId17" Type="http://schemas.openxmlformats.org/officeDocument/2006/relationships/image" Target="../media/image-20-17.png"/><Relationship Id="rId18" Type="http://schemas.openxmlformats.org/officeDocument/2006/relationships/image" Target="../media/image-20-18.png"/><Relationship Id="rId19" Type="http://schemas.openxmlformats.org/officeDocument/2006/relationships/image" Target="../media/image-20-19.png"/><Relationship Id="rId20" Type="http://schemas.openxmlformats.org/officeDocument/2006/relationships/image" Target="../media/image-20-20.png"/><Relationship Id="rId21" Type="http://schemas.openxmlformats.org/officeDocument/2006/relationships/image" Target="../media/image-20-21.png"/><Relationship Id="rId22" Type="http://schemas.openxmlformats.org/officeDocument/2006/relationships/image" Target="../media/image-20-22.png"/><Relationship Id="rId23" Type="http://schemas.openxmlformats.org/officeDocument/2006/relationships/slideLayout" Target="../slideLayouts/slideLayout1.xml"/><Relationship Id="rId2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1-img-3" descr="preencoded.png">    </p:cNvPr>
          <p:cNvPicPr>
            <a:picLocks noChangeAspect="1"/>
          </p:cNvPicPr>
          <p:nvPr/>
        </p:nvPicPr>
        <p:blipFill>
          <a:blip r:embed="rId4"/>
          <a:stretch>
            <a:fillRect/>
          </a:stretch>
        </p:blipFill>
        <p:spPr>
          <a:xfrm>
            <a:off x="0" y="0"/>
            <a:ext cx="12192000" cy="6858000"/>
          </a:xfrm>
          <a:prstGeom prst="rect">
            <a:avLst/>
          </a:prstGeom>
        </p:spPr>
      </p:pic>
      <p:pic>
        <p:nvPicPr>
          <p:cNvPr id="5" name="SK-1-img-4" descr="https://agents-download.skywork.ai/image/ppt/7473623231103148033/9609c374a8439d53ce20c1a6a866f30d.png">    </p:cNvPr>
          <p:cNvPicPr>
            <a:picLocks noChangeAspect="1"/>
          </p:cNvPicPr>
          <p:nvPr/>
        </p:nvPicPr>
        <p:blipFill>
          <a:blip r:embed="rId5"/>
          <a:stretch>
            <a:fillRect/>
          </a:stretch>
        </p:blipFill>
        <p:spPr>
          <a:xfrm>
            <a:off x="0" y="0"/>
            <a:ext cx="12192000" cy="6858000"/>
          </a:xfrm>
          <a:prstGeom prst="rect">
            <a:avLst/>
          </a:prstGeom>
        </p:spPr>
      </p:pic>
      <p:pic>
        <p:nvPicPr>
          <p:cNvPr id="6" name="SK-1-img-5" descr="preencoded.png">    </p:cNvPr>
          <p:cNvPicPr>
            <a:picLocks noChangeAspect="1"/>
          </p:cNvPicPr>
          <p:nvPr/>
        </p:nvPicPr>
        <p:blipFill>
          <a:blip r:embed="rId6"/>
          <a:stretch>
            <a:fillRect/>
          </a:stretch>
        </p:blipFill>
        <p:spPr>
          <a:xfrm>
            <a:off x="0" y="0"/>
            <a:ext cx="12192000" cy="6858000"/>
          </a:xfrm>
          <a:prstGeom prst="rect">
            <a:avLst/>
          </a:prstGeom>
        </p:spPr>
      </p:pic>
      <p:pic>
        <p:nvPicPr>
          <p:cNvPr id="7" name="SK-1-img-6" descr="preencoded.png">    </p:cNvPr>
          <p:cNvPicPr>
            <a:picLocks noChangeAspect="1"/>
          </p:cNvPicPr>
          <p:nvPr/>
        </p:nvPicPr>
        <p:blipFill>
          <a:blip r:embed="rId7"/>
          <a:stretch>
            <a:fillRect/>
          </a:stretch>
        </p:blipFill>
        <p:spPr>
          <a:xfrm>
            <a:off x="4414838" y="1371600"/>
            <a:ext cx="3362325" cy="228600"/>
          </a:xfrm>
          <a:prstGeom prst="rect">
            <a:avLst/>
          </a:prstGeom>
        </p:spPr>
      </p:pic>
      <p:sp>
        <p:nvSpPr>
          <p:cNvPr id="8" name="SK-1-text-7"/>
          <p:cNvSpPr/>
          <p:nvPr/>
        </p:nvSpPr>
        <p:spPr>
          <a:xfrm>
            <a:off x="4376738" y="1371600"/>
            <a:ext cx="3209925" cy="228600"/>
          </a:xfrm>
          <a:prstGeom prst="rect">
            <a:avLst/>
          </a:prstGeom>
          <a:noFill/>
          <a:ln/>
        </p:spPr>
        <p:txBody>
          <a:bodyPr wrap="square" lIns="0" tIns="0" rIns="0" bIns="0" rtlCol="0" anchor="ctr" vert="horz"/>
          <a:lstStyle/>
          <a:p>
            <a:pPr algn="ctr" indent="0" marL="0">
              <a:lnSpc>
                <a:spcPts val="1350"/>
              </a:lnSpc>
              <a:buNone/>
            </a:pPr>
            <a:r>
              <a:rPr lang="en-US" sz="900" dirty="0">
                <a:solidFill>
                  <a:srgbClr val="718096"/>
                </a:solidFill>
              </a:rPr>
              <a:t>MULTI-AGENT SYSTEM • LARGE LANGUAGE MODEL • RAG</a:t>
            </a:r>
            <a:endParaRPr lang="en-US" sz="900" dirty="0"/>
          </a:p>
        </p:txBody>
      </p:sp>
      <p:sp>
        <p:nvSpPr>
          <p:cNvPr id="9" name="SK-1-text-8"/>
          <p:cNvSpPr/>
          <p:nvPr/>
        </p:nvSpPr>
        <p:spPr>
          <a:xfrm>
            <a:off x="600075" y="1828800"/>
            <a:ext cx="10991850" cy="712440"/>
          </a:xfrm>
          <a:prstGeom prst="rect">
            <a:avLst/>
          </a:prstGeom>
          <a:noFill/>
          <a:ln/>
        </p:spPr>
        <p:txBody>
          <a:bodyPr wrap="square" lIns="0" tIns="0" rIns="0" bIns="0" rtlCol="0" anchor="ctr" vert="horz"/>
          <a:lstStyle/>
          <a:p>
            <a:pPr algn="ctr" indent="0" marL="0">
              <a:lnSpc>
                <a:spcPts val="5610"/>
              </a:lnSpc>
              <a:buNone/>
            </a:pPr>
            <a:r>
              <a:rPr lang="en-US" sz="5100" b="1" spc="-60" kern="0" dirty="0">
                <a:solidFill>
                  <a:srgbClr val="FFFFFF"/>
                </a:solidFill>
                <a:latin typeface="Noto Sans SC" pitchFamily="34" charset="0"/>
                <a:ea typeface="Noto Sans SC" pitchFamily="34" charset="-122"/>
                <a:cs typeface="Noto Sans SC" pitchFamily="34" charset="-120"/>
              </a:rPr>
              <a:t>LearnAgent</a:t>
            </a:r>
            <a:endParaRPr lang="en-US" sz="5100" dirty="0"/>
          </a:p>
        </p:txBody>
      </p:sp>
      <p:sp>
        <p:nvSpPr>
          <p:cNvPr id="10" name="SK-1-text-9"/>
          <p:cNvSpPr/>
          <p:nvPr/>
        </p:nvSpPr>
        <p:spPr>
          <a:xfrm>
            <a:off x="3095625" y="2769840"/>
            <a:ext cx="6000750" cy="373261"/>
          </a:xfrm>
          <a:prstGeom prst="rect">
            <a:avLst/>
          </a:prstGeom>
          <a:noFill/>
          <a:ln/>
        </p:spPr>
        <p:txBody>
          <a:bodyPr wrap="square" lIns="0" tIns="0" rIns="0" bIns="0" rtlCol="0" anchor="ctr" vert="horz"/>
          <a:lstStyle/>
          <a:p>
            <a:pPr algn="ctr" indent="0" marL="0">
              <a:lnSpc>
                <a:spcPts val="2940"/>
              </a:lnSpc>
              <a:buNone/>
            </a:pPr>
            <a:r>
              <a:rPr lang="en-US" sz="2100" dirty="0">
                <a:solidFill>
                  <a:srgbClr val="7B61FF"/>
                </a:solidFill>
                <a:latin typeface="Noto Sans SC" pitchFamily="34" charset="0"/>
                <a:ea typeface="Noto Sans SC" pitchFamily="34" charset="-122"/>
                <a:cs typeface="Noto Sans SC" pitchFamily="34" charset="-120"/>
              </a:rPr>
              <a:t>基于大模型的个性化资源生成与学习多智能体系统</a:t>
            </a:r>
            <a:endParaRPr lang="en-US" sz="2100" dirty="0"/>
          </a:p>
        </p:txBody>
      </p:sp>
      <p:sp>
        <p:nvSpPr>
          <p:cNvPr id="11" name="SK-1-text-10"/>
          <p:cNvSpPr/>
          <p:nvPr/>
        </p:nvSpPr>
        <p:spPr>
          <a:xfrm>
            <a:off x="1104900" y="4819501"/>
            <a:ext cx="3251150" cy="200025"/>
          </a:xfrm>
          <a:prstGeom prst="rect">
            <a:avLst/>
          </a:prstGeom>
          <a:noFill/>
          <a:ln/>
        </p:spPr>
        <p:txBody>
          <a:bodyPr wrap="square" lIns="0" tIns="0" rIns="0" bIns="0" rtlCol="0" anchor="ctr" vert="horz"/>
          <a:lstStyle/>
          <a:p>
            <a:pPr algn="ctr" indent="0" marL="0">
              <a:lnSpc>
                <a:spcPts val="1575"/>
              </a:lnSpc>
              <a:buNone/>
            </a:pPr>
            <a:r>
              <a:rPr lang="en-US" sz="1050" spc="60" kern="0" dirty="0">
                <a:solidFill>
                  <a:srgbClr val="00F5FF"/>
                </a:solidFill>
              </a:rPr>
              <a:t>COMPETITION</a:t>
            </a:r>
            <a:endParaRPr lang="en-US" sz="1050" dirty="0"/>
          </a:p>
        </p:txBody>
      </p:sp>
      <p:sp>
        <p:nvSpPr>
          <p:cNvPr id="12" name="SK-1-text-11"/>
          <p:cNvSpPr/>
          <p:nvPr/>
        </p:nvSpPr>
        <p:spPr>
          <a:xfrm>
            <a:off x="1143000" y="5076676"/>
            <a:ext cx="3174950" cy="479822"/>
          </a:xfrm>
          <a:prstGeom prst="rect">
            <a:avLst/>
          </a:prstGeom>
          <a:noFill/>
          <a:ln/>
        </p:spPr>
        <p:txBody>
          <a:bodyPr wrap="square" lIns="0" tIns="0" rIns="0" bIns="0" rtlCol="0" anchor="ctr" vert="horz"/>
          <a:lstStyle/>
          <a:p>
            <a:pPr algn="ctr" indent="0" marL="0">
              <a:lnSpc>
                <a:spcPts val="1890"/>
              </a:lnSpc>
              <a:buNone/>
            </a:pPr>
            <a:r>
              <a:rPr lang="en-US" sz="1350" dirty="0">
                <a:solidFill>
                  <a:srgbClr val="A0AEC0"/>
                </a:solidFill>
                <a:latin typeface="Noto Sans SC" pitchFamily="34" charset="0"/>
                <a:ea typeface="Noto Sans SC" pitchFamily="34" charset="-122"/>
                <a:cs typeface="Noto Sans SC" pitchFamily="34" charset="-120"/>
              </a:rPr>
              <a:t>第十五届“中国软件杯”大学生软件设计大赛</a:t>
            </a:r>
            <a:endParaRPr lang="en-US" sz="1350" dirty="0"/>
          </a:p>
        </p:txBody>
      </p:sp>
      <p:sp>
        <p:nvSpPr>
          <p:cNvPr id="13" name="SK-1-text-12"/>
          <p:cNvSpPr/>
          <p:nvPr/>
        </p:nvSpPr>
        <p:spPr>
          <a:xfrm>
            <a:off x="4470350" y="4819501"/>
            <a:ext cx="3251150" cy="200025"/>
          </a:xfrm>
          <a:prstGeom prst="rect">
            <a:avLst/>
          </a:prstGeom>
          <a:noFill/>
          <a:ln/>
        </p:spPr>
        <p:txBody>
          <a:bodyPr wrap="square" lIns="0" tIns="0" rIns="0" bIns="0" rtlCol="0" anchor="ctr" vert="horz"/>
          <a:lstStyle/>
          <a:p>
            <a:pPr algn="ctr" indent="0" marL="0">
              <a:lnSpc>
                <a:spcPts val="1575"/>
              </a:lnSpc>
              <a:buNone/>
            </a:pPr>
            <a:r>
              <a:rPr lang="en-US" sz="1050" spc="60" kern="0" dirty="0">
                <a:solidFill>
                  <a:srgbClr val="00F5FF"/>
                </a:solidFill>
              </a:rPr>
              <a:t>PROJECT TRACK</a:t>
            </a:r>
            <a:endParaRPr lang="en-US" sz="1050" dirty="0"/>
          </a:p>
        </p:txBody>
      </p:sp>
      <p:sp>
        <p:nvSpPr>
          <p:cNvPr id="14" name="SK-1-text-13"/>
          <p:cNvSpPr/>
          <p:nvPr/>
        </p:nvSpPr>
        <p:spPr>
          <a:xfrm>
            <a:off x="4465588" y="5076676"/>
            <a:ext cx="3260675" cy="239911"/>
          </a:xfrm>
          <a:prstGeom prst="rect">
            <a:avLst/>
          </a:prstGeom>
          <a:noFill/>
          <a:ln/>
        </p:spPr>
        <p:txBody>
          <a:bodyPr wrap="square" lIns="0" tIns="0" rIns="0" bIns="0" rtlCol="0" anchor="ctr" vert="horz"/>
          <a:lstStyle/>
          <a:p>
            <a:pPr algn="ctr" indent="0" marL="0">
              <a:lnSpc>
                <a:spcPts val="1890"/>
              </a:lnSpc>
              <a:buNone/>
            </a:pPr>
            <a:r>
              <a:rPr lang="en-US" sz="1350" dirty="0">
                <a:solidFill>
                  <a:srgbClr val="A0AEC0"/>
                </a:solidFill>
                <a:latin typeface="Noto Sans SC" pitchFamily="34" charset="0"/>
                <a:ea typeface="Noto Sans SC" pitchFamily="34" charset="-122"/>
                <a:cs typeface="Noto Sans SC" pitchFamily="34" charset="-120"/>
              </a:rPr>
              <a:t>A3 赛题：医学教育智能多智能体开发</a:t>
            </a:r>
            <a:endParaRPr lang="en-US" sz="1350" dirty="0"/>
          </a:p>
        </p:txBody>
      </p:sp>
      <p:sp>
        <p:nvSpPr>
          <p:cNvPr id="15" name="SK-1-text-14"/>
          <p:cNvSpPr/>
          <p:nvPr/>
        </p:nvSpPr>
        <p:spPr>
          <a:xfrm>
            <a:off x="7835801" y="4819501"/>
            <a:ext cx="3251150" cy="200025"/>
          </a:xfrm>
          <a:prstGeom prst="rect">
            <a:avLst/>
          </a:prstGeom>
          <a:noFill/>
          <a:ln/>
        </p:spPr>
        <p:txBody>
          <a:bodyPr wrap="square" lIns="0" tIns="0" rIns="0" bIns="0" rtlCol="0" anchor="ctr" vert="horz"/>
          <a:lstStyle/>
          <a:p>
            <a:pPr algn="ctr" indent="0" marL="0">
              <a:lnSpc>
                <a:spcPts val="1575"/>
              </a:lnSpc>
              <a:buNone/>
            </a:pPr>
            <a:r>
              <a:rPr lang="en-US" sz="1050" spc="60" kern="0" dirty="0">
                <a:solidFill>
                  <a:srgbClr val="00F5FF"/>
                </a:solidFill>
              </a:rPr>
              <a:t>TECHNICAL BRIEFING</a:t>
            </a:r>
            <a:endParaRPr lang="en-US" sz="1050" dirty="0"/>
          </a:p>
        </p:txBody>
      </p:sp>
      <p:sp>
        <p:nvSpPr>
          <p:cNvPr id="16" name="SK-1-text-15"/>
          <p:cNvSpPr/>
          <p:nvPr/>
        </p:nvSpPr>
        <p:spPr>
          <a:xfrm>
            <a:off x="7831038" y="5076676"/>
            <a:ext cx="3260675" cy="239911"/>
          </a:xfrm>
          <a:prstGeom prst="rect">
            <a:avLst/>
          </a:prstGeom>
          <a:noFill/>
          <a:ln/>
        </p:spPr>
        <p:txBody>
          <a:bodyPr wrap="square" lIns="0" tIns="0" rIns="0" bIns="0" rtlCol="0" anchor="ctr" vert="horz"/>
          <a:lstStyle/>
          <a:p>
            <a:pPr algn="ctr" indent="0" marL="0">
              <a:lnSpc>
                <a:spcPts val="1890"/>
              </a:lnSpc>
              <a:buNone/>
            </a:pPr>
            <a:r>
              <a:rPr lang="en-US" sz="1350" dirty="0">
                <a:solidFill>
                  <a:srgbClr val="A0AEC0"/>
                </a:solidFill>
                <a:latin typeface="Noto Sans SC" pitchFamily="34" charset="0"/>
                <a:ea typeface="Noto Sans SC" pitchFamily="34" charset="-122"/>
                <a:cs typeface="Noto Sans SC" pitchFamily="34" charset="-120"/>
              </a:rPr>
              <a:t>科大讯飞股份有限公司 • 技术答辩汇报</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2-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2-img-2" descr="preencoded.png">    </p:cNvPr>
          <p:cNvPicPr>
            <a:picLocks noChangeAspect="1"/>
          </p:cNvPicPr>
          <p:nvPr/>
        </p:nvPicPr>
        <p:blipFill>
          <a:blip r:embed="rId3"/>
          <a:stretch>
            <a:fillRect/>
          </a:stretch>
        </p:blipFill>
        <p:spPr>
          <a:xfrm>
            <a:off x="571500" y="381000"/>
            <a:ext cx="1676400" cy="238125"/>
          </a:xfrm>
          <a:prstGeom prst="rect">
            <a:avLst/>
          </a:prstGeom>
        </p:spPr>
      </p:pic>
      <p:pic>
        <p:nvPicPr>
          <p:cNvPr id="4" name="SK-2-img-3" descr="preencoded.png">    </p:cNvPr>
          <p:cNvPicPr>
            <a:picLocks noChangeAspect="1"/>
          </p:cNvPicPr>
          <p:nvPr/>
        </p:nvPicPr>
        <p:blipFill>
          <a:blip r:embed="rId4"/>
          <a:stretch>
            <a:fillRect/>
          </a:stretch>
        </p:blipFill>
        <p:spPr>
          <a:xfrm>
            <a:off x="2362200" y="495300"/>
            <a:ext cx="9258300" cy="9525"/>
          </a:xfrm>
          <a:prstGeom prst="rect">
            <a:avLst/>
          </a:prstGeom>
        </p:spPr>
      </p:pic>
      <p:pic>
        <p:nvPicPr>
          <p:cNvPr id="5" name="SK-2-img-4" descr="preencoded.png">    </p:cNvPr>
          <p:cNvPicPr>
            <a:picLocks noChangeAspect="1"/>
          </p:cNvPicPr>
          <p:nvPr/>
        </p:nvPicPr>
        <p:blipFill>
          <a:blip r:embed="rId5"/>
          <a:stretch>
            <a:fillRect/>
          </a:stretch>
        </p:blipFill>
        <p:spPr>
          <a:xfrm>
            <a:off x="571500" y="1390650"/>
            <a:ext cx="38100" cy="38100"/>
          </a:xfrm>
          <a:prstGeom prst="rect">
            <a:avLst/>
          </a:prstGeom>
        </p:spPr>
      </p:pic>
      <p:pic>
        <p:nvPicPr>
          <p:cNvPr id="6" name="SK-2-img-5" descr="preencoded.png">    </p:cNvPr>
          <p:cNvPicPr>
            <a:picLocks noChangeAspect="1"/>
          </p:cNvPicPr>
          <p:nvPr/>
        </p:nvPicPr>
        <p:blipFill>
          <a:blip r:embed="rId6"/>
          <a:stretch>
            <a:fillRect/>
          </a:stretch>
        </p:blipFill>
        <p:spPr>
          <a:xfrm>
            <a:off x="571500" y="1714500"/>
            <a:ext cx="5410200" cy="1485900"/>
          </a:xfrm>
          <a:prstGeom prst="rect">
            <a:avLst/>
          </a:prstGeom>
        </p:spPr>
      </p:pic>
      <p:pic>
        <p:nvPicPr>
          <p:cNvPr id="7" name="SK-2-img-6" descr="preencoded.png">    </p:cNvPr>
          <p:cNvPicPr>
            <a:picLocks noChangeAspect="1"/>
          </p:cNvPicPr>
          <p:nvPr/>
        </p:nvPicPr>
        <p:blipFill>
          <a:blip r:embed="rId7"/>
          <a:stretch>
            <a:fillRect/>
          </a:stretch>
        </p:blipFill>
        <p:spPr>
          <a:xfrm>
            <a:off x="762000" y="1890713"/>
            <a:ext cx="266700" cy="238125"/>
          </a:xfrm>
          <a:prstGeom prst="rect">
            <a:avLst/>
          </a:prstGeom>
        </p:spPr>
      </p:pic>
      <p:pic>
        <p:nvPicPr>
          <p:cNvPr id="8" name="SK-2-img-7" descr="preencoded.png">    </p:cNvPr>
          <p:cNvPicPr>
            <a:picLocks noChangeAspect="1"/>
          </p:cNvPicPr>
          <p:nvPr/>
        </p:nvPicPr>
        <p:blipFill>
          <a:blip r:embed="rId8"/>
          <a:stretch>
            <a:fillRect/>
          </a:stretch>
        </p:blipFill>
        <p:spPr>
          <a:xfrm>
            <a:off x="5505450" y="1895475"/>
            <a:ext cx="285750" cy="228600"/>
          </a:xfrm>
          <a:prstGeom prst="rect">
            <a:avLst/>
          </a:prstGeom>
        </p:spPr>
      </p:pic>
      <p:pic>
        <p:nvPicPr>
          <p:cNvPr id="9" name="SK-2-img-8" descr="preencoded.png">    </p:cNvPr>
          <p:cNvPicPr>
            <a:picLocks noChangeAspect="1"/>
          </p:cNvPicPr>
          <p:nvPr/>
        </p:nvPicPr>
        <p:blipFill>
          <a:blip r:embed="rId9"/>
          <a:stretch>
            <a:fillRect/>
          </a:stretch>
        </p:blipFill>
        <p:spPr>
          <a:xfrm>
            <a:off x="571500" y="3352800"/>
            <a:ext cx="5410200" cy="1485900"/>
          </a:xfrm>
          <a:prstGeom prst="rect">
            <a:avLst/>
          </a:prstGeom>
        </p:spPr>
      </p:pic>
      <p:pic>
        <p:nvPicPr>
          <p:cNvPr id="10" name="SK-2-img-9" descr="preencoded.png">    </p:cNvPr>
          <p:cNvPicPr>
            <a:picLocks noChangeAspect="1"/>
          </p:cNvPicPr>
          <p:nvPr/>
        </p:nvPicPr>
        <p:blipFill>
          <a:blip r:embed="rId10"/>
          <a:stretch>
            <a:fillRect/>
          </a:stretch>
        </p:blipFill>
        <p:spPr>
          <a:xfrm>
            <a:off x="762000" y="3529013"/>
            <a:ext cx="266700" cy="238125"/>
          </a:xfrm>
          <a:prstGeom prst="rect">
            <a:avLst/>
          </a:prstGeom>
        </p:spPr>
      </p:pic>
      <p:pic>
        <p:nvPicPr>
          <p:cNvPr id="11" name="SK-2-img-10" descr="preencoded.png">    </p:cNvPr>
          <p:cNvPicPr>
            <a:picLocks noChangeAspect="1"/>
          </p:cNvPicPr>
          <p:nvPr/>
        </p:nvPicPr>
        <p:blipFill>
          <a:blip r:embed="rId11"/>
          <a:stretch>
            <a:fillRect/>
          </a:stretch>
        </p:blipFill>
        <p:spPr>
          <a:xfrm>
            <a:off x="5505450" y="3533775"/>
            <a:ext cx="285750" cy="228600"/>
          </a:xfrm>
          <a:prstGeom prst="rect">
            <a:avLst/>
          </a:prstGeom>
        </p:spPr>
      </p:pic>
      <p:pic>
        <p:nvPicPr>
          <p:cNvPr id="12" name="SK-2-img-11" descr="preencoded.png">    </p:cNvPr>
          <p:cNvPicPr>
            <a:picLocks noChangeAspect="1"/>
          </p:cNvPicPr>
          <p:nvPr/>
        </p:nvPicPr>
        <p:blipFill>
          <a:blip r:embed="rId12"/>
          <a:stretch>
            <a:fillRect/>
          </a:stretch>
        </p:blipFill>
        <p:spPr>
          <a:xfrm>
            <a:off x="762000" y="4181475"/>
            <a:ext cx="609600" cy="198090"/>
          </a:xfrm>
          <a:prstGeom prst="rect">
            <a:avLst/>
          </a:prstGeom>
        </p:spPr>
      </p:pic>
      <p:pic>
        <p:nvPicPr>
          <p:cNvPr id="13" name="SK-2-img-12" descr="preencoded.png">    </p:cNvPr>
          <p:cNvPicPr>
            <a:picLocks noChangeAspect="1"/>
          </p:cNvPicPr>
          <p:nvPr/>
        </p:nvPicPr>
        <p:blipFill>
          <a:blip r:embed="rId13"/>
          <a:stretch>
            <a:fillRect/>
          </a:stretch>
        </p:blipFill>
        <p:spPr>
          <a:xfrm>
            <a:off x="1447800" y="4181475"/>
            <a:ext cx="609600" cy="198090"/>
          </a:xfrm>
          <a:prstGeom prst="rect">
            <a:avLst/>
          </a:prstGeom>
        </p:spPr>
      </p:pic>
      <p:pic>
        <p:nvPicPr>
          <p:cNvPr id="14" name="SK-2-img-13" descr="preencoded.png">    </p:cNvPr>
          <p:cNvPicPr>
            <a:picLocks noChangeAspect="1"/>
          </p:cNvPicPr>
          <p:nvPr/>
        </p:nvPicPr>
        <p:blipFill>
          <a:blip r:embed="rId14"/>
          <a:stretch>
            <a:fillRect/>
          </a:stretch>
        </p:blipFill>
        <p:spPr>
          <a:xfrm>
            <a:off x="2133600" y="4181475"/>
            <a:ext cx="609600" cy="198090"/>
          </a:xfrm>
          <a:prstGeom prst="rect">
            <a:avLst/>
          </a:prstGeom>
        </p:spPr>
      </p:pic>
      <p:pic>
        <p:nvPicPr>
          <p:cNvPr id="15" name="SK-2-img-14" descr="preencoded.png">    </p:cNvPr>
          <p:cNvPicPr>
            <a:picLocks noChangeAspect="1"/>
          </p:cNvPicPr>
          <p:nvPr/>
        </p:nvPicPr>
        <p:blipFill>
          <a:blip r:embed="rId15"/>
          <a:stretch>
            <a:fillRect/>
          </a:stretch>
        </p:blipFill>
        <p:spPr>
          <a:xfrm>
            <a:off x="2819400" y="4181475"/>
            <a:ext cx="609600" cy="198090"/>
          </a:xfrm>
          <a:prstGeom prst="rect">
            <a:avLst/>
          </a:prstGeom>
        </p:spPr>
      </p:pic>
      <p:pic>
        <p:nvPicPr>
          <p:cNvPr id="16" name="SK-2-img-15" descr="preencoded.png">    </p:cNvPr>
          <p:cNvPicPr>
            <a:picLocks noChangeAspect="1"/>
          </p:cNvPicPr>
          <p:nvPr/>
        </p:nvPicPr>
        <p:blipFill>
          <a:blip r:embed="rId16"/>
          <a:stretch>
            <a:fillRect/>
          </a:stretch>
        </p:blipFill>
        <p:spPr>
          <a:xfrm>
            <a:off x="3505200" y="4181475"/>
            <a:ext cx="723900" cy="198090"/>
          </a:xfrm>
          <a:prstGeom prst="rect">
            <a:avLst/>
          </a:prstGeom>
        </p:spPr>
      </p:pic>
      <p:pic>
        <p:nvPicPr>
          <p:cNvPr id="17" name="SK-2-img-16" descr="preencoded.png">    </p:cNvPr>
          <p:cNvPicPr>
            <a:picLocks noChangeAspect="1"/>
          </p:cNvPicPr>
          <p:nvPr/>
        </p:nvPicPr>
        <p:blipFill>
          <a:blip r:embed="rId17"/>
          <a:stretch>
            <a:fillRect/>
          </a:stretch>
        </p:blipFill>
        <p:spPr>
          <a:xfrm>
            <a:off x="4305300" y="4181475"/>
            <a:ext cx="828675" cy="198090"/>
          </a:xfrm>
          <a:prstGeom prst="rect">
            <a:avLst/>
          </a:prstGeom>
        </p:spPr>
      </p:pic>
      <p:pic>
        <p:nvPicPr>
          <p:cNvPr id="18" name="SK-2-img-17" descr="preencoded.png">    </p:cNvPr>
          <p:cNvPicPr>
            <a:picLocks noChangeAspect="1"/>
          </p:cNvPicPr>
          <p:nvPr/>
        </p:nvPicPr>
        <p:blipFill>
          <a:blip r:embed="rId18"/>
          <a:stretch>
            <a:fillRect/>
          </a:stretch>
        </p:blipFill>
        <p:spPr>
          <a:xfrm>
            <a:off x="571500" y="4991100"/>
            <a:ext cx="5410200" cy="1485900"/>
          </a:xfrm>
          <a:prstGeom prst="rect">
            <a:avLst/>
          </a:prstGeom>
        </p:spPr>
      </p:pic>
      <p:pic>
        <p:nvPicPr>
          <p:cNvPr id="19" name="SK-2-img-18" descr="preencoded.png">    </p:cNvPr>
          <p:cNvPicPr>
            <a:picLocks noChangeAspect="1"/>
          </p:cNvPicPr>
          <p:nvPr/>
        </p:nvPicPr>
        <p:blipFill>
          <a:blip r:embed="rId19"/>
          <a:stretch>
            <a:fillRect/>
          </a:stretch>
        </p:blipFill>
        <p:spPr>
          <a:xfrm>
            <a:off x="762000" y="5167313"/>
            <a:ext cx="266700" cy="238125"/>
          </a:xfrm>
          <a:prstGeom prst="rect">
            <a:avLst/>
          </a:prstGeom>
        </p:spPr>
      </p:pic>
      <p:pic>
        <p:nvPicPr>
          <p:cNvPr id="20" name="SK-2-img-19" descr="preencoded.png">    </p:cNvPr>
          <p:cNvPicPr>
            <a:picLocks noChangeAspect="1"/>
          </p:cNvPicPr>
          <p:nvPr/>
        </p:nvPicPr>
        <p:blipFill>
          <a:blip r:embed="rId20"/>
          <a:stretch>
            <a:fillRect/>
          </a:stretch>
        </p:blipFill>
        <p:spPr>
          <a:xfrm>
            <a:off x="5505450" y="5172075"/>
            <a:ext cx="285750" cy="228600"/>
          </a:xfrm>
          <a:prstGeom prst="rect">
            <a:avLst/>
          </a:prstGeom>
        </p:spPr>
      </p:pic>
      <p:pic>
        <p:nvPicPr>
          <p:cNvPr id="21" name="SK-2-img-20" descr="preencoded.png">    </p:cNvPr>
          <p:cNvPicPr>
            <a:picLocks noChangeAspect="1"/>
          </p:cNvPicPr>
          <p:nvPr/>
        </p:nvPicPr>
        <p:blipFill>
          <a:blip r:embed="rId21"/>
          <a:stretch>
            <a:fillRect/>
          </a:stretch>
        </p:blipFill>
        <p:spPr>
          <a:xfrm>
            <a:off x="6210300" y="1714500"/>
            <a:ext cx="5410200" cy="1485900"/>
          </a:xfrm>
          <a:prstGeom prst="rect">
            <a:avLst/>
          </a:prstGeom>
        </p:spPr>
      </p:pic>
      <p:pic>
        <p:nvPicPr>
          <p:cNvPr id="22" name="SK-2-img-21" descr="preencoded.png">    </p:cNvPr>
          <p:cNvPicPr>
            <a:picLocks noChangeAspect="1"/>
          </p:cNvPicPr>
          <p:nvPr/>
        </p:nvPicPr>
        <p:blipFill>
          <a:blip r:embed="rId22"/>
          <a:stretch>
            <a:fillRect/>
          </a:stretch>
        </p:blipFill>
        <p:spPr>
          <a:xfrm>
            <a:off x="6400800" y="1890713"/>
            <a:ext cx="266700" cy="238125"/>
          </a:xfrm>
          <a:prstGeom prst="rect">
            <a:avLst/>
          </a:prstGeom>
        </p:spPr>
      </p:pic>
      <p:pic>
        <p:nvPicPr>
          <p:cNvPr id="23" name="SK-2-img-22" descr="preencoded.png">    </p:cNvPr>
          <p:cNvPicPr>
            <a:picLocks noChangeAspect="1"/>
          </p:cNvPicPr>
          <p:nvPr/>
        </p:nvPicPr>
        <p:blipFill>
          <a:blip r:embed="rId23"/>
          <a:stretch>
            <a:fillRect/>
          </a:stretch>
        </p:blipFill>
        <p:spPr>
          <a:xfrm>
            <a:off x="11144250" y="1895475"/>
            <a:ext cx="285750" cy="228600"/>
          </a:xfrm>
          <a:prstGeom prst="rect">
            <a:avLst/>
          </a:prstGeom>
        </p:spPr>
      </p:pic>
      <p:pic>
        <p:nvPicPr>
          <p:cNvPr id="24" name="SK-2-img-23" descr="preencoded.png">    </p:cNvPr>
          <p:cNvPicPr>
            <a:picLocks noChangeAspect="1"/>
          </p:cNvPicPr>
          <p:nvPr/>
        </p:nvPicPr>
        <p:blipFill>
          <a:blip r:embed="rId24"/>
          <a:stretch>
            <a:fillRect/>
          </a:stretch>
        </p:blipFill>
        <p:spPr>
          <a:xfrm>
            <a:off x="6210300" y="3352800"/>
            <a:ext cx="5410200" cy="1485900"/>
          </a:xfrm>
          <a:prstGeom prst="rect">
            <a:avLst/>
          </a:prstGeom>
        </p:spPr>
      </p:pic>
      <p:pic>
        <p:nvPicPr>
          <p:cNvPr id="25" name="SK-2-img-24" descr="preencoded.png">    </p:cNvPr>
          <p:cNvPicPr>
            <a:picLocks noChangeAspect="1"/>
          </p:cNvPicPr>
          <p:nvPr/>
        </p:nvPicPr>
        <p:blipFill>
          <a:blip r:embed="rId25"/>
          <a:stretch>
            <a:fillRect/>
          </a:stretch>
        </p:blipFill>
        <p:spPr>
          <a:xfrm>
            <a:off x="6400800" y="3529013"/>
            <a:ext cx="266700" cy="238125"/>
          </a:xfrm>
          <a:prstGeom prst="rect">
            <a:avLst/>
          </a:prstGeom>
        </p:spPr>
      </p:pic>
      <p:pic>
        <p:nvPicPr>
          <p:cNvPr id="26" name="SK-2-img-25" descr="preencoded.png">    </p:cNvPr>
          <p:cNvPicPr>
            <a:picLocks noChangeAspect="1"/>
          </p:cNvPicPr>
          <p:nvPr/>
        </p:nvPicPr>
        <p:blipFill>
          <a:blip r:embed="rId26"/>
          <a:stretch>
            <a:fillRect/>
          </a:stretch>
        </p:blipFill>
        <p:spPr>
          <a:xfrm>
            <a:off x="11144250" y="3533775"/>
            <a:ext cx="285750" cy="228600"/>
          </a:xfrm>
          <a:prstGeom prst="rect">
            <a:avLst/>
          </a:prstGeom>
        </p:spPr>
      </p:pic>
      <p:pic>
        <p:nvPicPr>
          <p:cNvPr id="27" name="SK-2-img-26" descr="preencoded.png">    </p:cNvPr>
          <p:cNvPicPr>
            <a:picLocks noChangeAspect="1"/>
          </p:cNvPicPr>
          <p:nvPr/>
        </p:nvPicPr>
        <p:blipFill>
          <a:blip r:embed="rId27"/>
          <a:stretch>
            <a:fillRect/>
          </a:stretch>
        </p:blipFill>
        <p:spPr>
          <a:xfrm>
            <a:off x="6210300" y="4991100"/>
            <a:ext cx="5410200" cy="1485900"/>
          </a:xfrm>
          <a:prstGeom prst="rect">
            <a:avLst/>
          </a:prstGeom>
        </p:spPr>
      </p:pic>
      <p:pic>
        <p:nvPicPr>
          <p:cNvPr id="28" name="SK-2-img-27" descr="preencoded.png">    </p:cNvPr>
          <p:cNvPicPr>
            <a:picLocks noChangeAspect="1"/>
          </p:cNvPicPr>
          <p:nvPr/>
        </p:nvPicPr>
        <p:blipFill>
          <a:blip r:embed="rId28"/>
          <a:stretch>
            <a:fillRect/>
          </a:stretch>
        </p:blipFill>
        <p:spPr>
          <a:xfrm>
            <a:off x="6400800" y="5167313"/>
            <a:ext cx="266700" cy="238125"/>
          </a:xfrm>
          <a:prstGeom prst="rect">
            <a:avLst/>
          </a:prstGeom>
        </p:spPr>
      </p:pic>
      <p:pic>
        <p:nvPicPr>
          <p:cNvPr id="29" name="SK-2-img-28" descr="preencoded.png">    </p:cNvPr>
          <p:cNvPicPr>
            <a:picLocks noChangeAspect="1"/>
          </p:cNvPicPr>
          <p:nvPr/>
        </p:nvPicPr>
        <p:blipFill>
          <a:blip r:embed="rId29"/>
          <a:stretch>
            <a:fillRect/>
          </a:stretch>
        </p:blipFill>
        <p:spPr>
          <a:xfrm>
            <a:off x="11144250" y="5172075"/>
            <a:ext cx="285750" cy="228600"/>
          </a:xfrm>
          <a:prstGeom prst="rect">
            <a:avLst/>
          </a:prstGeom>
        </p:spPr>
      </p:pic>
      <p:sp>
        <p:nvSpPr>
          <p:cNvPr id="30" name="SK-2-text-29"/>
          <p:cNvSpPr/>
          <p:nvPr/>
        </p:nvSpPr>
        <p:spPr>
          <a:xfrm>
            <a:off x="647700" y="381000"/>
            <a:ext cx="2403764"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a:t>
            </a:r>
            <a:endParaRPr lang="en-US" sz="1050" dirty="0"/>
          </a:p>
        </p:txBody>
      </p:sp>
      <p:sp>
        <p:nvSpPr>
          <p:cNvPr id="31" name="SK-2-text-30"/>
          <p:cNvSpPr/>
          <p:nvPr/>
        </p:nvSpPr>
        <p:spPr>
          <a:xfrm>
            <a:off x="571500" y="6953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汇报目录</a:t>
            </a:r>
            <a:endParaRPr lang="en-US" sz="2550" dirty="0"/>
          </a:p>
        </p:txBody>
      </p:sp>
      <p:sp>
        <p:nvSpPr>
          <p:cNvPr id="32" name="SK-2-text-31"/>
          <p:cNvSpPr/>
          <p:nvPr/>
        </p:nvSpPr>
        <p:spPr>
          <a:xfrm>
            <a:off x="685800" y="1295400"/>
            <a:ext cx="110490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项目定位、八大功能、架构详解、核心技术与亮点展示</a:t>
            </a:r>
            <a:endParaRPr lang="en-US" sz="1200" dirty="0"/>
          </a:p>
        </p:txBody>
      </p:sp>
      <p:sp>
        <p:nvSpPr>
          <p:cNvPr id="33" name="SK-2-text-32"/>
          <p:cNvSpPr/>
          <p:nvPr/>
        </p:nvSpPr>
        <p:spPr>
          <a:xfrm>
            <a:off x="819150" y="1890713"/>
            <a:ext cx="381000" cy="238125"/>
          </a:xfrm>
          <a:prstGeom prst="rect">
            <a:avLst/>
          </a:prstGeom>
          <a:noFill/>
          <a:ln/>
        </p:spPr>
        <p:txBody>
          <a:bodyPr wrap="square" lIns="0" tIns="0" rIns="0" bIns="0" rtlCol="0" anchor="ctr" vert="horz"/>
          <a:lstStyle/>
          <a:p>
            <a:pPr indent="0" marL="0">
              <a:lnSpc>
                <a:spcPts val="1575"/>
              </a:lnSpc>
              <a:buNone/>
            </a:pPr>
            <a:r>
              <a:rPr lang="en-US" sz="1050" dirty="0">
                <a:solidFill>
                  <a:srgbClr val="00F5FF"/>
                </a:solidFill>
              </a:rPr>
              <a:t>01</a:t>
            </a:r>
            <a:endParaRPr lang="en-US" sz="1050" dirty="0"/>
          </a:p>
        </p:txBody>
      </p:sp>
      <p:sp>
        <p:nvSpPr>
          <p:cNvPr id="34" name="SK-2-text-33"/>
          <p:cNvSpPr/>
          <p:nvPr/>
        </p:nvSpPr>
        <p:spPr>
          <a:xfrm>
            <a:off x="1143000" y="1866900"/>
            <a:ext cx="3524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项目定位与总体简介</a:t>
            </a:r>
            <a:endParaRPr lang="en-US" sz="1500" dirty="0"/>
          </a:p>
        </p:txBody>
      </p:sp>
      <p:sp>
        <p:nvSpPr>
          <p:cNvPr id="35" name="SK-2-text-34"/>
          <p:cNvSpPr/>
          <p:nvPr/>
        </p:nvSpPr>
        <p:spPr>
          <a:xfrm>
            <a:off x="762000" y="2228850"/>
            <a:ext cx="5029200" cy="400050"/>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以脑卒中医学教育为示范，构建证据先行、过程可解释、结果可验证的个性化学习闭环系统。</a:t>
            </a:r>
            <a:endParaRPr lang="en-US" sz="1125" dirty="0"/>
          </a:p>
        </p:txBody>
      </p:sp>
      <p:sp>
        <p:nvSpPr>
          <p:cNvPr id="36" name="SK-2-text-35"/>
          <p:cNvSpPr/>
          <p:nvPr/>
        </p:nvSpPr>
        <p:spPr>
          <a:xfrm>
            <a:off x="819150" y="3529013"/>
            <a:ext cx="381000" cy="238125"/>
          </a:xfrm>
          <a:prstGeom prst="rect">
            <a:avLst/>
          </a:prstGeom>
          <a:noFill/>
          <a:ln/>
        </p:spPr>
        <p:txBody>
          <a:bodyPr wrap="square" lIns="0" tIns="0" rIns="0" bIns="0" rtlCol="0" anchor="ctr" vert="horz"/>
          <a:lstStyle/>
          <a:p>
            <a:pPr indent="0" marL="0">
              <a:lnSpc>
                <a:spcPts val="1575"/>
              </a:lnSpc>
              <a:buNone/>
            </a:pPr>
            <a:r>
              <a:rPr lang="en-US" sz="1050" dirty="0">
                <a:solidFill>
                  <a:srgbClr val="00F5FF"/>
                </a:solidFill>
              </a:rPr>
              <a:t>02</a:t>
            </a:r>
            <a:endParaRPr lang="en-US" sz="1050" dirty="0"/>
          </a:p>
        </p:txBody>
      </p:sp>
      <p:sp>
        <p:nvSpPr>
          <p:cNvPr id="37" name="SK-2-text-36"/>
          <p:cNvSpPr/>
          <p:nvPr/>
        </p:nvSpPr>
        <p:spPr>
          <a:xfrm>
            <a:off x="1143000" y="3505200"/>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八大核心功能模块</a:t>
            </a:r>
            <a:endParaRPr lang="en-US" sz="1500" dirty="0"/>
          </a:p>
        </p:txBody>
      </p:sp>
      <p:sp>
        <p:nvSpPr>
          <p:cNvPr id="38" name="SK-2-text-37"/>
          <p:cNvSpPr/>
          <p:nvPr/>
        </p:nvSpPr>
        <p:spPr>
          <a:xfrm>
            <a:off x="762000" y="3867150"/>
            <a:ext cx="5029200" cy="51241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涵盖从画像构建到效果评估的完整教育全生命周期。</a:t>
            </a:r>
            <a:endParaRPr lang="en-US" sz="1125" dirty="0"/>
          </a:p>
        </p:txBody>
      </p:sp>
      <p:sp>
        <p:nvSpPr>
          <p:cNvPr id="39" name="SK-2-text-38"/>
          <p:cNvSpPr/>
          <p:nvPr/>
        </p:nvSpPr>
        <p:spPr>
          <a:xfrm>
            <a:off x="819150" y="5167313"/>
            <a:ext cx="381000" cy="238125"/>
          </a:xfrm>
          <a:prstGeom prst="rect">
            <a:avLst/>
          </a:prstGeom>
          <a:noFill/>
          <a:ln/>
        </p:spPr>
        <p:txBody>
          <a:bodyPr wrap="square" lIns="0" tIns="0" rIns="0" bIns="0" rtlCol="0" anchor="ctr" vert="horz"/>
          <a:lstStyle/>
          <a:p>
            <a:pPr indent="0" marL="0">
              <a:lnSpc>
                <a:spcPts val="1575"/>
              </a:lnSpc>
              <a:buNone/>
            </a:pPr>
            <a:r>
              <a:rPr lang="en-US" sz="1050" dirty="0">
                <a:solidFill>
                  <a:srgbClr val="00F5FF"/>
                </a:solidFill>
              </a:rPr>
              <a:t>03</a:t>
            </a:r>
            <a:endParaRPr lang="en-US" sz="1050" dirty="0"/>
          </a:p>
        </p:txBody>
      </p:sp>
      <p:sp>
        <p:nvSpPr>
          <p:cNvPr id="40" name="SK-2-text-39"/>
          <p:cNvSpPr/>
          <p:nvPr/>
        </p:nvSpPr>
        <p:spPr>
          <a:xfrm>
            <a:off x="1143000" y="5143500"/>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系统三层解耦架构</a:t>
            </a:r>
            <a:endParaRPr lang="en-US" sz="1500" dirty="0"/>
          </a:p>
        </p:txBody>
      </p:sp>
      <p:sp>
        <p:nvSpPr>
          <p:cNvPr id="41" name="SK-2-text-40"/>
          <p:cNvSpPr/>
          <p:nvPr/>
        </p:nvSpPr>
        <p:spPr>
          <a:xfrm>
            <a:off x="762000" y="5505450"/>
            <a:ext cx="5029200" cy="400050"/>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Vue 3.5 前端 / Spring Boot 后端 / FastAPI 模型层，全链路 SSE 流式数据管道。</a:t>
            </a:r>
            <a:endParaRPr lang="en-US" sz="1125" dirty="0"/>
          </a:p>
        </p:txBody>
      </p:sp>
      <p:sp>
        <p:nvSpPr>
          <p:cNvPr id="42" name="SK-2-text-41"/>
          <p:cNvSpPr/>
          <p:nvPr/>
        </p:nvSpPr>
        <p:spPr>
          <a:xfrm>
            <a:off x="6457950" y="1890713"/>
            <a:ext cx="381000" cy="238125"/>
          </a:xfrm>
          <a:prstGeom prst="rect">
            <a:avLst/>
          </a:prstGeom>
          <a:noFill/>
          <a:ln/>
        </p:spPr>
        <p:txBody>
          <a:bodyPr wrap="square" lIns="0" tIns="0" rIns="0" bIns="0" rtlCol="0" anchor="ctr" vert="horz"/>
          <a:lstStyle/>
          <a:p>
            <a:pPr indent="0" marL="0">
              <a:lnSpc>
                <a:spcPts val="1575"/>
              </a:lnSpc>
              <a:buNone/>
            </a:pPr>
            <a:r>
              <a:rPr lang="en-US" sz="1050" dirty="0">
                <a:solidFill>
                  <a:srgbClr val="00F5FF"/>
                </a:solidFill>
              </a:rPr>
              <a:t>04</a:t>
            </a:r>
            <a:endParaRPr lang="en-US" sz="1050" dirty="0"/>
          </a:p>
        </p:txBody>
      </p:sp>
      <p:sp>
        <p:nvSpPr>
          <p:cNvPr id="43" name="SK-2-text-42"/>
          <p:cNvSpPr/>
          <p:nvPr/>
        </p:nvSpPr>
        <p:spPr>
          <a:xfrm>
            <a:off x="6781800" y="1866900"/>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核心硬核技术解析</a:t>
            </a:r>
            <a:endParaRPr lang="en-US" sz="1500" dirty="0"/>
          </a:p>
        </p:txBody>
      </p:sp>
      <p:sp>
        <p:nvSpPr>
          <p:cNvPr id="44" name="SK-2-text-43"/>
          <p:cNvSpPr/>
          <p:nvPr/>
        </p:nvSpPr>
        <p:spPr>
          <a:xfrm>
            <a:off x="6400800" y="2228850"/>
            <a:ext cx="5791200"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混合检索 RAG、LangGraph 智能体编排、辩论仲裁机制与动态退火反思循环。</a:t>
            </a:r>
            <a:endParaRPr lang="en-US" sz="1125" dirty="0"/>
          </a:p>
        </p:txBody>
      </p:sp>
      <p:sp>
        <p:nvSpPr>
          <p:cNvPr id="45" name="SK-2-text-44"/>
          <p:cNvSpPr/>
          <p:nvPr/>
        </p:nvSpPr>
        <p:spPr>
          <a:xfrm>
            <a:off x="6457950" y="3529013"/>
            <a:ext cx="381000" cy="238125"/>
          </a:xfrm>
          <a:prstGeom prst="rect">
            <a:avLst/>
          </a:prstGeom>
          <a:noFill/>
          <a:ln/>
        </p:spPr>
        <p:txBody>
          <a:bodyPr wrap="square" lIns="0" tIns="0" rIns="0" bIns="0" rtlCol="0" anchor="ctr" vert="horz"/>
          <a:lstStyle/>
          <a:p>
            <a:pPr indent="0" marL="0">
              <a:lnSpc>
                <a:spcPts val="1575"/>
              </a:lnSpc>
              <a:buNone/>
            </a:pPr>
            <a:r>
              <a:rPr lang="en-US" sz="1050" dirty="0">
                <a:solidFill>
                  <a:srgbClr val="00F5FF"/>
                </a:solidFill>
              </a:rPr>
              <a:t>05</a:t>
            </a:r>
            <a:endParaRPr lang="en-US" sz="1050" dirty="0"/>
          </a:p>
        </p:txBody>
      </p:sp>
      <p:sp>
        <p:nvSpPr>
          <p:cNvPr id="46" name="SK-2-text-45"/>
          <p:cNvSpPr/>
          <p:nvPr/>
        </p:nvSpPr>
        <p:spPr>
          <a:xfrm>
            <a:off x="6781800" y="3505200"/>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九大特色创新亮点</a:t>
            </a:r>
            <a:endParaRPr lang="en-US" sz="1500" dirty="0"/>
          </a:p>
        </p:txBody>
      </p:sp>
      <p:sp>
        <p:nvSpPr>
          <p:cNvPr id="47" name="SK-2-text-46"/>
          <p:cNvSpPr/>
          <p:nvPr/>
        </p:nvSpPr>
        <p:spPr>
          <a:xfrm>
            <a:off x="6400800" y="3867150"/>
            <a:ext cx="5791200"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证据驱动范式、8维度动态画像、情感陪伴机制及全配置化高可扩展工程架构。</a:t>
            </a:r>
            <a:endParaRPr lang="en-US" sz="1125" dirty="0"/>
          </a:p>
        </p:txBody>
      </p:sp>
      <p:sp>
        <p:nvSpPr>
          <p:cNvPr id="48" name="SK-2-text-47"/>
          <p:cNvSpPr/>
          <p:nvPr/>
        </p:nvSpPr>
        <p:spPr>
          <a:xfrm>
            <a:off x="6457950" y="5167313"/>
            <a:ext cx="381000" cy="238125"/>
          </a:xfrm>
          <a:prstGeom prst="rect">
            <a:avLst/>
          </a:prstGeom>
          <a:noFill/>
          <a:ln/>
        </p:spPr>
        <p:txBody>
          <a:bodyPr wrap="square" lIns="0" tIns="0" rIns="0" bIns="0" rtlCol="0" anchor="ctr" vert="horz"/>
          <a:lstStyle/>
          <a:p>
            <a:pPr indent="0" marL="0">
              <a:lnSpc>
                <a:spcPts val="1575"/>
              </a:lnSpc>
              <a:buNone/>
            </a:pPr>
            <a:r>
              <a:rPr lang="en-US" sz="1050" dirty="0">
                <a:solidFill>
                  <a:srgbClr val="00F5FF"/>
                </a:solidFill>
              </a:rPr>
              <a:t>06</a:t>
            </a:r>
            <a:endParaRPr lang="en-US" sz="1050" dirty="0"/>
          </a:p>
        </p:txBody>
      </p:sp>
      <p:sp>
        <p:nvSpPr>
          <p:cNvPr id="49" name="SK-2-text-48"/>
          <p:cNvSpPr/>
          <p:nvPr/>
        </p:nvSpPr>
        <p:spPr>
          <a:xfrm>
            <a:off x="6781800" y="5143500"/>
            <a:ext cx="3524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赛题达成与落地前景</a:t>
            </a:r>
            <a:endParaRPr lang="en-US" sz="1500" dirty="0"/>
          </a:p>
        </p:txBody>
      </p:sp>
      <p:sp>
        <p:nvSpPr>
          <p:cNvPr id="50" name="SK-2-text-49"/>
          <p:cNvSpPr/>
          <p:nvPr/>
        </p:nvSpPr>
        <p:spPr>
          <a:xfrm>
            <a:off x="6400800" y="5505450"/>
            <a:ext cx="5791200"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全面超额完成赛题指标，具备极高的跨学科迁移价值与医学教育实战前景。</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3-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3-img-2" descr="preencoded.png">    </p:cNvPr>
          <p:cNvPicPr>
            <a:picLocks noChangeAspect="1"/>
          </p:cNvPicPr>
          <p:nvPr/>
        </p:nvPicPr>
        <p:blipFill>
          <a:blip r:embed="rId3"/>
          <a:stretch>
            <a:fillRect/>
          </a:stretch>
        </p:blipFill>
        <p:spPr>
          <a:xfrm>
            <a:off x="571500" y="304800"/>
            <a:ext cx="1962150" cy="238125"/>
          </a:xfrm>
          <a:prstGeom prst="rect">
            <a:avLst/>
          </a:prstGeom>
        </p:spPr>
      </p:pic>
      <p:pic>
        <p:nvPicPr>
          <p:cNvPr id="4" name="SK-3-img-3" descr="preencoded.png">    </p:cNvPr>
          <p:cNvPicPr>
            <a:picLocks noChangeAspect="1"/>
          </p:cNvPicPr>
          <p:nvPr/>
        </p:nvPicPr>
        <p:blipFill>
          <a:blip r:embed="rId4"/>
          <a:stretch>
            <a:fillRect/>
          </a:stretch>
        </p:blipFill>
        <p:spPr>
          <a:xfrm>
            <a:off x="2647950" y="419100"/>
            <a:ext cx="8972550" cy="9525"/>
          </a:xfrm>
          <a:prstGeom prst="rect">
            <a:avLst/>
          </a:prstGeom>
        </p:spPr>
      </p:pic>
      <p:pic>
        <p:nvPicPr>
          <p:cNvPr id="5" name="SK-3-img-4" descr="preencoded.png">    </p:cNvPr>
          <p:cNvPicPr>
            <a:picLocks noChangeAspect="1"/>
          </p:cNvPicPr>
          <p:nvPr/>
        </p:nvPicPr>
        <p:blipFill>
          <a:blip r:embed="rId5"/>
          <a:stretch>
            <a:fillRect/>
          </a:stretch>
        </p:blipFill>
        <p:spPr>
          <a:xfrm>
            <a:off x="571500" y="1314450"/>
            <a:ext cx="38100" cy="38100"/>
          </a:xfrm>
          <a:prstGeom prst="rect">
            <a:avLst/>
          </a:prstGeom>
        </p:spPr>
      </p:pic>
      <p:pic>
        <p:nvPicPr>
          <p:cNvPr id="6" name="SK-3-img-5" descr="preencoded.png">    </p:cNvPr>
          <p:cNvPicPr>
            <a:picLocks noChangeAspect="1"/>
          </p:cNvPicPr>
          <p:nvPr/>
        </p:nvPicPr>
        <p:blipFill>
          <a:blip r:embed="rId6"/>
          <a:stretch>
            <a:fillRect/>
          </a:stretch>
        </p:blipFill>
        <p:spPr>
          <a:xfrm>
            <a:off x="571500" y="1600200"/>
            <a:ext cx="4328220" cy="1990725"/>
          </a:xfrm>
          <a:prstGeom prst="rect">
            <a:avLst/>
          </a:prstGeom>
        </p:spPr>
      </p:pic>
      <p:pic>
        <p:nvPicPr>
          <p:cNvPr id="7" name="SK-3-img-6" descr="preencoded.png">    </p:cNvPr>
          <p:cNvPicPr>
            <a:picLocks noChangeAspect="1"/>
          </p:cNvPicPr>
          <p:nvPr/>
        </p:nvPicPr>
        <p:blipFill>
          <a:blip r:embed="rId7"/>
          <a:stretch>
            <a:fillRect/>
          </a:stretch>
        </p:blipFill>
        <p:spPr>
          <a:xfrm>
            <a:off x="571500" y="1600200"/>
            <a:ext cx="4328220" cy="1990725"/>
          </a:xfrm>
          <a:prstGeom prst="rect">
            <a:avLst/>
          </a:prstGeom>
        </p:spPr>
      </p:pic>
      <p:pic>
        <p:nvPicPr>
          <p:cNvPr id="8" name="SK-3-img-7" descr="preencoded.png">    </p:cNvPr>
          <p:cNvPicPr>
            <a:picLocks noChangeAspect="1"/>
          </p:cNvPicPr>
          <p:nvPr/>
        </p:nvPicPr>
        <p:blipFill>
          <a:blip r:embed="rId8"/>
          <a:stretch>
            <a:fillRect/>
          </a:stretch>
        </p:blipFill>
        <p:spPr>
          <a:xfrm>
            <a:off x="571500" y="3743325"/>
            <a:ext cx="4328220" cy="2809875"/>
          </a:xfrm>
          <a:prstGeom prst="rect">
            <a:avLst/>
          </a:prstGeom>
        </p:spPr>
      </p:pic>
      <p:pic>
        <p:nvPicPr>
          <p:cNvPr id="9" name="SK-3-img-8" descr="preencoded.png">    </p:cNvPr>
          <p:cNvPicPr>
            <a:picLocks noChangeAspect="1"/>
          </p:cNvPicPr>
          <p:nvPr/>
        </p:nvPicPr>
        <p:blipFill>
          <a:blip r:embed="rId9"/>
          <a:stretch>
            <a:fillRect/>
          </a:stretch>
        </p:blipFill>
        <p:spPr>
          <a:xfrm>
            <a:off x="762000" y="3895725"/>
            <a:ext cx="381000" cy="381000"/>
          </a:xfrm>
          <a:prstGeom prst="rect">
            <a:avLst/>
          </a:prstGeom>
        </p:spPr>
      </p:pic>
      <p:pic>
        <p:nvPicPr>
          <p:cNvPr id="10" name="SK-3-img-9" descr="preencoded.png">    </p:cNvPr>
          <p:cNvPicPr>
            <a:picLocks noChangeAspect="1"/>
          </p:cNvPicPr>
          <p:nvPr/>
        </p:nvPicPr>
        <p:blipFill>
          <a:blip r:embed="rId10"/>
          <a:stretch>
            <a:fillRect/>
          </a:stretch>
        </p:blipFill>
        <p:spPr>
          <a:xfrm>
            <a:off x="833438" y="3990975"/>
            <a:ext cx="238125" cy="190500"/>
          </a:xfrm>
          <a:prstGeom prst="rect">
            <a:avLst/>
          </a:prstGeom>
        </p:spPr>
      </p:pic>
      <p:pic>
        <p:nvPicPr>
          <p:cNvPr id="11" name="SK-3-img-10" descr="preencoded.png">    </p:cNvPr>
          <p:cNvPicPr>
            <a:picLocks noChangeAspect="1"/>
          </p:cNvPicPr>
          <p:nvPr/>
        </p:nvPicPr>
        <p:blipFill>
          <a:blip r:embed="rId11"/>
          <a:stretch>
            <a:fillRect/>
          </a:stretch>
        </p:blipFill>
        <p:spPr>
          <a:xfrm>
            <a:off x="762000" y="4429125"/>
            <a:ext cx="1916460" cy="779859"/>
          </a:xfrm>
          <a:prstGeom prst="rect">
            <a:avLst/>
          </a:prstGeom>
        </p:spPr>
      </p:pic>
      <p:pic>
        <p:nvPicPr>
          <p:cNvPr id="12" name="SK-3-img-11" descr="preencoded.png">    </p:cNvPr>
          <p:cNvPicPr>
            <a:picLocks noChangeAspect="1"/>
          </p:cNvPicPr>
          <p:nvPr/>
        </p:nvPicPr>
        <p:blipFill>
          <a:blip r:embed="rId12"/>
          <a:stretch>
            <a:fillRect/>
          </a:stretch>
        </p:blipFill>
        <p:spPr>
          <a:xfrm>
            <a:off x="2792760" y="4429125"/>
            <a:ext cx="1916460" cy="779859"/>
          </a:xfrm>
          <a:prstGeom prst="rect">
            <a:avLst/>
          </a:prstGeom>
        </p:spPr>
      </p:pic>
      <p:pic>
        <p:nvPicPr>
          <p:cNvPr id="13" name="SK-3-img-12" descr="preencoded.png">    </p:cNvPr>
          <p:cNvPicPr>
            <a:picLocks noChangeAspect="1"/>
          </p:cNvPicPr>
          <p:nvPr/>
        </p:nvPicPr>
        <p:blipFill>
          <a:blip r:embed="rId13"/>
          <a:stretch>
            <a:fillRect/>
          </a:stretch>
        </p:blipFill>
        <p:spPr>
          <a:xfrm>
            <a:off x="762000" y="5304234"/>
            <a:ext cx="1916460" cy="779859"/>
          </a:xfrm>
          <a:prstGeom prst="rect">
            <a:avLst/>
          </a:prstGeom>
        </p:spPr>
      </p:pic>
      <p:pic>
        <p:nvPicPr>
          <p:cNvPr id="14" name="SK-3-img-13" descr="preencoded.png">    </p:cNvPr>
          <p:cNvPicPr>
            <a:picLocks noChangeAspect="1"/>
          </p:cNvPicPr>
          <p:nvPr/>
        </p:nvPicPr>
        <p:blipFill>
          <a:blip r:embed="rId14"/>
          <a:stretch>
            <a:fillRect/>
          </a:stretch>
        </p:blipFill>
        <p:spPr>
          <a:xfrm>
            <a:off x="2792760" y="5304234"/>
            <a:ext cx="1916460" cy="779859"/>
          </a:xfrm>
          <a:prstGeom prst="rect">
            <a:avLst/>
          </a:prstGeom>
        </p:spPr>
      </p:pic>
      <p:pic>
        <p:nvPicPr>
          <p:cNvPr id="15" name="SK-3-img-14" descr="preencoded.png">    </p:cNvPr>
          <p:cNvPicPr>
            <a:picLocks noChangeAspect="1"/>
          </p:cNvPicPr>
          <p:nvPr/>
        </p:nvPicPr>
        <p:blipFill>
          <a:blip r:embed="rId15"/>
          <a:stretch>
            <a:fillRect/>
          </a:stretch>
        </p:blipFill>
        <p:spPr>
          <a:xfrm>
            <a:off x="5128320" y="1600200"/>
            <a:ext cx="6492180" cy="2819400"/>
          </a:xfrm>
          <a:prstGeom prst="rect">
            <a:avLst/>
          </a:prstGeom>
        </p:spPr>
      </p:pic>
      <p:pic>
        <p:nvPicPr>
          <p:cNvPr id="16" name="SK-3-img-15" descr="preencoded.png">    </p:cNvPr>
          <p:cNvPicPr>
            <a:picLocks noChangeAspect="1"/>
          </p:cNvPicPr>
          <p:nvPr/>
        </p:nvPicPr>
        <p:blipFill>
          <a:blip r:embed="rId16"/>
          <a:stretch>
            <a:fillRect/>
          </a:stretch>
        </p:blipFill>
        <p:spPr>
          <a:xfrm>
            <a:off x="5318820" y="1752600"/>
            <a:ext cx="381000" cy="381000"/>
          </a:xfrm>
          <a:prstGeom prst="rect">
            <a:avLst/>
          </a:prstGeom>
        </p:spPr>
      </p:pic>
      <p:pic>
        <p:nvPicPr>
          <p:cNvPr id="17" name="SK-3-img-16" descr="preencoded.png">    </p:cNvPr>
          <p:cNvPicPr>
            <a:picLocks noChangeAspect="1"/>
          </p:cNvPicPr>
          <p:nvPr/>
        </p:nvPicPr>
        <p:blipFill>
          <a:blip r:embed="rId17"/>
          <a:stretch>
            <a:fillRect/>
          </a:stretch>
        </p:blipFill>
        <p:spPr>
          <a:xfrm>
            <a:off x="5390257" y="1847850"/>
            <a:ext cx="238125" cy="190500"/>
          </a:xfrm>
          <a:prstGeom prst="rect">
            <a:avLst/>
          </a:prstGeom>
        </p:spPr>
      </p:pic>
      <p:pic>
        <p:nvPicPr>
          <p:cNvPr id="18" name="SK-3-img-17" descr="preencoded.png">    </p:cNvPr>
          <p:cNvPicPr>
            <a:picLocks noChangeAspect="1"/>
          </p:cNvPicPr>
          <p:nvPr/>
        </p:nvPicPr>
        <p:blipFill>
          <a:blip r:embed="rId18"/>
          <a:stretch>
            <a:fillRect/>
          </a:stretch>
        </p:blipFill>
        <p:spPr>
          <a:xfrm>
            <a:off x="5318820" y="2286000"/>
            <a:ext cx="6111180" cy="323850"/>
          </a:xfrm>
          <a:prstGeom prst="rect">
            <a:avLst/>
          </a:prstGeom>
        </p:spPr>
      </p:pic>
      <p:pic>
        <p:nvPicPr>
          <p:cNvPr id="19" name="SK-3-img-18" descr="preencoded.png">    </p:cNvPr>
          <p:cNvPicPr>
            <a:picLocks noChangeAspect="1"/>
          </p:cNvPicPr>
          <p:nvPr/>
        </p:nvPicPr>
        <p:blipFill>
          <a:blip r:embed="rId19"/>
          <a:stretch>
            <a:fillRect/>
          </a:stretch>
        </p:blipFill>
        <p:spPr>
          <a:xfrm>
            <a:off x="5433120" y="2343150"/>
            <a:ext cx="581025" cy="209550"/>
          </a:xfrm>
          <a:prstGeom prst="rect">
            <a:avLst/>
          </a:prstGeom>
        </p:spPr>
      </p:pic>
      <p:pic>
        <p:nvPicPr>
          <p:cNvPr id="20" name="SK-3-img-19" descr="preencoded.png">    </p:cNvPr>
          <p:cNvPicPr>
            <a:picLocks noChangeAspect="1"/>
          </p:cNvPicPr>
          <p:nvPr/>
        </p:nvPicPr>
        <p:blipFill>
          <a:blip r:embed="rId20"/>
          <a:stretch>
            <a:fillRect/>
          </a:stretch>
        </p:blipFill>
        <p:spPr>
          <a:xfrm>
            <a:off x="5318820" y="2686050"/>
            <a:ext cx="6111180" cy="323850"/>
          </a:xfrm>
          <a:prstGeom prst="rect">
            <a:avLst/>
          </a:prstGeom>
        </p:spPr>
      </p:pic>
      <p:pic>
        <p:nvPicPr>
          <p:cNvPr id="21" name="SK-3-img-20" descr="preencoded.png">    </p:cNvPr>
          <p:cNvPicPr>
            <a:picLocks noChangeAspect="1"/>
          </p:cNvPicPr>
          <p:nvPr/>
        </p:nvPicPr>
        <p:blipFill>
          <a:blip r:embed="rId21"/>
          <a:stretch>
            <a:fillRect/>
          </a:stretch>
        </p:blipFill>
        <p:spPr>
          <a:xfrm>
            <a:off x="5433120" y="2743200"/>
            <a:ext cx="847725" cy="209550"/>
          </a:xfrm>
          <a:prstGeom prst="rect">
            <a:avLst/>
          </a:prstGeom>
        </p:spPr>
      </p:pic>
      <p:pic>
        <p:nvPicPr>
          <p:cNvPr id="22" name="SK-3-img-21" descr="preencoded.png">    </p:cNvPr>
          <p:cNvPicPr>
            <a:picLocks noChangeAspect="1"/>
          </p:cNvPicPr>
          <p:nvPr/>
        </p:nvPicPr>
        <p:blipFill>
          <a:blip r:embed="rId22"/>
          <a:stretch>
            <a:fillRect/>
          </a:stretch>
        </p:blipFill>
        <p:spPr>
          <a:xfrm>
            <a:off x="5318820" y="3086100"/>
            <a:ext cx="6111180" cy="323850"/>
          </a:xfrm>
          <a:prstGeom prst="rect">
            <a:avLst/>
          </a:prstGeom>
        </p:spPr>
      </p:pic>
      <p:pic>
        <p:nvPicPr>
          <p:cNvPr id="23" name="SK-3-img-22" descr="preencoded.png">    </p:cNvPr>
          <p:cNvPicPr>
            <a:picLocks noChangeAspect="1"/>
          </p:cNvPicPr>
          <p:nvPr/>
        </p:nvPicPr>
        <p:blipFill>
          <a:blip r:embed="rId23"/>
          <a:stretch>
            <a:fillRect/>
          </a:stretch>
        </p:blipFill>
        <p:spPr>
          <a:xfrm>
            <a:off x="5433120" y="3143250"/>
            <a:ext cx="1114425" cy="209550"/>
          </a:xfrm>
          <a:prstGeom prst="rect">
            <a:avLst/>
          </a:prstGeom>
        </p:spPr>
      </p:pic>
      <p:pic>
        <p:nvPicPr>
          <p:cNvPr id="24" name="SK-3-img-23" descr="preencoded.png">    </p:cNvPr>
          <p:cNvPicPr>
            <a:picLocks noChangeAspect="1"/>
          </p:cNvPicPr>
          <p:nvPr/>
        </p:nvPicPr>
        <p:blipFill>
          <a:blip r:embed="rId24"/>
          <a:stretch>
            <a:fillRect/>
          </a:stretch>
        </p:blipFill>
        <p:spPr>
          <a:xfrm>
            <a:off x="5318820" y="3486150"/>
            <a:ext cx="6111180" cy="323850"/>
          </a:xfrm>
          <a:prstGeom prst="rect">
            <a:avLst/>
          </a:prstGeom>
        </p:spPr>
      </p:pic>
      <p:pic>
        <p:nvPicPr>
          <p:cNvPr id="25" name="SK-3-img-24" descr="preencoded.png">    </p:cNvPr>
          <p:cNvPicPr>
            <a:picLocks noChangeAspect="1"/>
          </p:cNvPicPr>
          <p:nvPr/>
        </p:nvPicPr>
        <p:blipFill>
          <a:blip r:embed="rId25"/>
          <a:stretch>
            <a:fillRect/>
          </a:stretch>
        </p:blipFill>
        <p:spPr>
          <a:xfrm>
            <a:off x="5433120" y="3543300"/>
            <a:ext cx="781050" cy="209550"/>
          </a:xfrm>
          <a:prstGeom prst="rect">
            <a:avLst/>
          </a:prstGeom>
        </p:spPr>
      </p:pic>
      <p:pic>
        <p:nvPicPr>
          <p:cNvPr id="26" name="SK-3-img-25" descr="preencoded.png">    </p:cNvPr>
          <p:cNvPicPr>
            <a:picLocks noChangeAspect="1"/>
          </p:cNvPicPr>
          <p:nvPr/>
        </p:nvPicPr>
        <p:blipFill>
          <a:blip r:embed="rId26"/>
          <a:stretch>
            <a:fillRect/>
          </a:stretch>
        </p:blipFill>
        <p:spPr>
          <a:xfrm>
            <a:off x="5318820" y="3886200"/>
            <a:ext cx="6111180" cy="323850"/>
          </a:xfrm>
          <a:prstGeom prst="rect">
            <a:avLst/>
          </a:prstGeom>
        </p:spPr>
      </p:pic>
      <p:pic>
        <p:nvPicPr>
          <p:cNvPr id="27" name="SK-3-img-26" descr="preencoded.png">    </p:cNvPr>
          <p:cNvPicPr>
            <a:picLocks noChangeAspect="1"/>
          </p:cNvPicPr>
          <p:nvPr/>
        </p:nvPicPr>
        <p:blipFill>
          <a:blip r:embed="rId27"/>
          <a:stretch>
            <a:fillRect/>
          </a:stretch>
        </p:blipFill>
        <p:spPr>
          <a:xfrm>
            <a:off x="5433120" y="3943350"/>
            <a:ext cx="647700" cy="209550"/>
          </a:xfrm>
          <a:prstGeom prst="rect">
            <a:avLst/>
          </a:prstGeom>
        </p:spPr>
      </p:pic>
      <p:pic>
        <p:nvPicPr>
          <p:cNvPr id="28" name="SK-3-img-27" descr="preencoded.png">    </p:cNvPr>
          <p:cNvPicPr>
            <a:picLocks noChangeAspect="1"/>
          </p:cNvPicPr>
          <p:nvPr/>
        </p:nvPicPr>
        <p:blipFill>
          <a:blip r:embed="rId28"/>
          <a:stretch>
            <a:fillRect/>
          </a:stretch>
        </p:blipFill>
        <p:spPr>
          <a:xfrm>
            <a:off x="5128320" y="4572000"/>
            <a:ext cx="6492180" cy="1981200"/>
          </a:xfrm>
          <a:prstGeom prst="rect">
            <a:avLst/>
          </a:prstGeom>
        </p:spPr>
      </p:pic>
      <p:pic>
        <p:nvPicPr>
          <p:cNvPr id="29" name="SK-3-img-28" descr="preencoded.png">    </p:cNvPr>
          <p:cNvPicPr>
            <a:picLocks noChangeAspect="1"/>
          </p:cNvPicPr>
          <p:nvPr/>
        </p:nvPicPr>
        <p:blipFill>
          <a:blip r:embed="rId29"/>
          <a:stretch>
            <a:fillRect/>
          </a:stretch>
        </p:blipFill>
        <p:spPr>
          <a:xfrm>
            <a:off x="5318820" y="4724400"/>
            <a:ext cx="381000" cy="381000"/>
          </a:xfrm>
          <a:prstGeom prst="rect">
            <a:avLst/>
          </a:prstGeom>
        </p:spPr>
      </p:pic>
      <p:pic>
        <p:nvPicPr>
          <p:cNvPr id="30" name="SK-3-img-29" descr="preencoded.png">    </p:cNvPr>
          <p:cNvPicPr>
            <a:picLocks noChangeAspect="1"/>
          </p:cNvPicPr>
          <p:nvPr/>
        </p:nvPicPr>
        <p:blipFill>
          <a:blip r:embed="rId30"/>
          <a:stretch>
            <a:fillRect/>
          </a:stretch>
        </p:blipFill>
        <p:spPr>
          <a:xfrm>
            <a:off x="5390257" y="4819650"/>
            <a:ext cx="238125" cy="190500"/>
          </a:xfrm>
          <a:prstGeom prst="rect">
            <a:avLst/>
          </a:prstGeom>
        </p:spPr>
      </p:pic>
      <p:pic>
        <p:nvPicPr>
          <p:cNvPr id="31" name="SK-3-img-30" descr="preencoded.png">    </p:cNvPr>
          <p:cNvPicPr>
            <a:picLocks noChangeAspect="1"/>
          </p:cNvPicPr>
          <p:nvPr/>
        </p:nvPicPr>
        <p:blipFill>
          <a:blip r:embed="rId31"/>
          <a:stretch>
            <a:fillRect/>
          </a:stretch>
        </p:blipFill>
        <p:spPr>
          <a:xfrm>
            <a:off x="5318820" y="5257800"/>
            <a:ext cx="1935361" cy="904875"/>
          </a:xfrm>
          <a:prstGeom prst="rect">
            <a:avLst/>
          </a:prstGeom>
        </p:spPr>
      </p:pic>
      <p:pic>
        <p:nvPicPr>
          <p:cNvPr id="32" name="SK-3-img-31" descr="preencoded.png">    </p:cNvPr>
          <p:cNvPicPr>
            <a:picLocks noChangeAspect="1"/>
          </p:cNvPicPr>
          <p:nvPr/>
        </p:nvPicPr>
        <p:blipFill>
          <a:blip r:embed="rId32"/>
          <a:stretch>
            <a:fillRect/>
          </a:stretch>
        </p:blipFill>
        <p:spPr>
          <a:xfrm>
            <a:off x="6143625" y="5353050"/>
            <a:ext cx="285750" cy="228600"/>
          </a:xfrm>
          <a:prstGeom prst="rect">
            <a:avLst/>
          </a:prstGeom>
        </p:spPr>
      </p:pic>
      <p:pic>
        <p:nvPicPr>
          <p:cNvPr id="33" name="SK-3-img-32" descr="preencoded.png">    </p:cNvPr>
          <p:cNvPicPr>
            <a:picLocks noChangeAspect="1"/>
          </p:cNvPicPr>
          <p:nvPr/>
        </p:nvPicPr>
        <p:blipFill>
          <a:blip r:embed="rId33"/>
          <a:stretch>
            <a:fillRect/>
          </a:stretch>
        </p:blipFill>
        <p:spPr>
          <a:xfrm>
            <a:off x="7406580" y="5257800"/>
            <a:ext cx="1935510" cy="904875"/>
          </a:xfrm>
          <a:prstGeom prst="rect">
            <a:avLst/>
          </a:prstGeom>
        </p:spPr>
      </p:pic>
      <p:pic>
        <p:nvPicPr>
          <p:cNvPr id="34" name="SK-3-img-33" descr="preencoded.png">    </p:cNvPr>
          <p:cNvPicPr>
            <a:picLocks noChangeAspect="1"/>
          </p:cNvPicPr>
          <p:nvPr/>
        </p:nvPicPr>
        <p:blipFill>
          <a:blip r:embed="rId34"/>
          <a:stretch>
            <a:fillRect/>
          </a:stretch>
        </p:blipFill>
        <p:spPr>
          <a:xfrm>
            <a:off x="8231386" y="5353050"/>
            <a:ext cx="285750" cy="228600"/>
          </a:xfrm>
          <a:prstGeom prst="rect">
            <a:avLst/>
          </a:prstGeom>
        </p:spPr>
      </p:pic>
      <p:pic>
        <p:nvPicPr>
          <p:cNvPr id="35" name="SK-3-img-34" descr="preencoded.png">    </p:cNvPr>
          <p:cNvPicPr>
            <a:picLocks noChangeAspect="1"/>
          </p:cNvPicPr>
          <p:nvPr/>
        </p:nvPicPr>
        <p:blipFill>
          <a:blip r:embed="rId35"/>
          <a:stretch>
            <a:fillRect/>
          </a:stretch>
        </p:blipFill>
        <p:spPr>
          <a:xfrm>
            <a:off x="9494490" y="5257800"/>
            <a:ext cx="1935510" cy="904875"/>
          </a:xfrm>
          <a:prstGeom prst="rect">
            <a:avLst/>
          </a:prstGeom>
        </p:spPr>
      </p:pic>
      <p:pic>
        <p:nvPicPr>
          <p:cNvPr id="36" name="SK-3-img-35" descr="preencoded.png">    </p:cNvPr>
          <p:cNvPicPr>
            <a:picLocks noChangeAspect="1"/>
          </p:cNvPicPr>
          <p:nvPr/>
        </p:nvPicPr>
        <p:blipFill>
          <a:blip r:embed="rId36"/>
          <a:stretch>
            <a:fillRect/>
          </a:stretch>
        </p:blipFill>
        <p:spPr>
          <a:xfrm>
            <a:off x="10319296" y="5353050"/>
            <a:ext cx="285750" cy="228600"/>
          </a:xfrm>
          <a:prstGeom prst="rect">
            <a:avLst/>
          </a:prstGeom>
        </p:spPr>
      </p:pic>
      <p:sp>
        <p:nvSpPr>
          <p:cNvPr id="37" name="SK-3-text-36"/>
          <p:cNvSpPr/>
          <p:nvPr/>
        </p:nvSpPr>
        <p:spPr>
          <a:xfrm>
            <a:off x="647700" y="30480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01</a:t>
            </a:r>
            <a:endParaRPr lang="en-US" sz="1050" dirty="0"/>
          </a:p>
        </p:txBody>
      </p:sp>
      <p:sp>
        <p:nvSpPr>
          <p:cNvPr id="38" name="SK-3-text-37"/>
          <p:cNvSpPr/>
          <p:nvPr/>
        </p:nvSpPr>
        <p:spPr>
          <a:xfrm>
            <a:off x="571500" y="6191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项目定位与总体简介</a:t>
            </a:r>
            <a:endParaRPr lang="en-US" sz="2550" dirty="0"/>
          </a:p>
        </p:txBody>
      </p:sp>
      <p:sp>
        <p:nvSpPr>
          <p:cNvPr id="39" name="SK-3-text-38"/>
          <p:cNvSpPr/>
          <p:nvPr/>
        </p:nvSpPr>
        <p:spPr>
          <a:xfrm>
            <a:off x="685800" y="12192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以脑卒中医学教育为示范，融合RAG与多智能体技术，构建证据先行、过程可解释的个性化学习闭环</a:t>
            </a:r>
            <a:endParaRPr lang="en-US" sz="1200" dirty="0"/>
          </a:p>
        </p:txBody>
      </p:sp>
      <p:sp>
        <p:nvSpPr>
          <p:cNvPr id="40" name="SK-3-text-39"/>
          <p:cNvSpPr/>
          <p:nvPr/>
        </p:nvSpPr>
        <p:spPr>
          <a:xfrm>
            <a:off x="1257300" y="3929063"/>
            <a:ext cx="2619375" cy="314325"/>
          </a:xfrm>
          <a:prstGeom prst="rect">
            <a:avLst/>
          </a:prstGeom>
          <a:noFill/>
          <a:ln/>
        </p:spPr>
        <p:txBody>
          <a:bodyPr wrap="square" lIns="0" tIns="0" rIns="0" bIns="0" rtlCol="0" anchor="ctr" vert="horz"/>
          <a:lstStyle/>
          <a:p>
            <a:pPr indent="0" marL="0">
              <a:lnSpc>
                <a:spcPts val="2475"/>
              </a:lnSpc>
              <a:buNone/>
            </a:pPr>
            <a:r>
              <a:rPr lang="en-US" sz="1650" b="1" dirty="0">
                <a:solidFill>
                  <a:srgbClr val="FFFFFF"/>
                </a:solidFill>
                <a:latin typeface="Noto Sans SC" pitchFamily="34" charset="0"/>
                <a:ea typeface="Noto Sans SC" pitchFamily="34" charset="-122"/>
                <a:cs typeface="Noto Sans SC" pitchFamily="34" charset="-120"/>
              </a:rPr>
              <a:t>核心价值主张</a:t>
            </a:r>
            <a:endParaRPr lang="en-US" sz="1650" dirty="0"/>
          </a:p>
        </p:txBody>
      </p:sp>
      <p:sp>
        <p:nvSpPr>
          <p:cNvPr id="41" name="SK-3-text-40"/>
          <p:cNvSpPr/>
          <p:nvPr/>
        </p:nvSpPr>
        <p:spPr>
          <a:xfrm>
            <a:off x="876300" y="4524375"/>
            <a:ext cx="176406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证据先行</a:t>
            </a:r>
            <a:endParaRPr lang="en-US" sz="1125" dirty="0"/>
          </a:p>
        </p:txBody>
      </p:sp>
      <p:sp>
        <p:nvSpPr>
          <p:cNvPr id="42" name="SK-3-text-41"/>
          <p:cNvSpPr/>
          <p:nvPr/>
        </p:nvSpPr>
        <p:spPr>
          <a:xfrm>
            <a:off x="876300" y="4767263"/>
            <a:ext cx="1687860" cy="346472"/>
          </a:xfrm>
          <a:prstGeom prst="rect">
            <a:avLst/>
          </a:prstGeom>
          <a:noFill/>
          <a:ln/>
        </p:spPr>
        <p:txBody>
          <a:bodyPr wrap="square" lIns="0" tIns="0" rIns="0" bIns="0" rtlCol="0" anchor="ctr" vert="horz"/>
          <a:lstStyle/>
          <a:p>
            <a:pPr indent="0" marL="0">
              <a:lnSpc>
                <a:spcPts val="1365"/>
              </a:lnSpc>
              <a:buNone/>
            </a:pPr>
            <a:r>
              <a:rPr lang="en-US" sz="975" dirty="0">
                <a:solidFill>
                  <a:srgbClr val="A0AEC0"/>
                </a:solidFill>
                <a:latin typeface="Noto Sans SC" pitchFamily="34" charset="0"/>
                <a:ea typeface="Noto Sans SC" pitchFamily="34" charset="-122"/>
                <a:cs typeface="Noto Sans SC" pitchFamily="34" charset="-120"/>
              </a:rPr>
              <a:t>打破知识幻觉，生成内容必须依赖权威医学库检索。</a:t>
            </a:r>
            <a:endParaRPr lang="en-US" sz="975" dirty="0"/>
          </a:p>
        </p:txBody>
      </p:sp>
      <p:sp>
        <p:nvSpPr>
          <p:cNvPr id="43" name="SK-3-text-42"/>
          <p:cNvSpPr/>
          <p:nvPr/>
        </p:nvSpPr>
        <p:spPr>
          <a:xfrm>
            <a:off x="2907060" y="4524375"/>
            <a:ext cx="176406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过程可解释</a:t>
            </a:r>
            <a:endParaRPr lang="en-US" sz="1125" dirty="0"/>
          </a:p>
        </p:txBody>
      </p:sp>
      <p:sp>
        <p:nvSpPr>
          <p:cNvPr id="44" name="SK-3-text-43"/>
          <p:cNvSpPr/>
          <p:nvPr/>
        </p:nvSpPr>
        <p:spPr>
          <a:xfrm>
            <a:off x="2907060" y="4767263"/>
            <a:ext cx="1687860" cy="346472"/>
          </a:xfrm>
          <a:prstGeom prst="rect">
            <a:avLst/>
          </a:prstGeom>
          <a:noFill/>
          <a:ln/>
        </p:spPr>
        <p:txBody>
          <a:bodyPr wrap="square" lIns="0" tIns="0" rIns="0" bIns="0" rtlCol="0" anchor="ctr" vert="horz"/>
          <a:lstStyle/>
          <a:p>
            <a:pPr indent="0" marL="0">
              <a:lnSpc>
                <a:spcPts val="1365"/>
              </a:lnSpc>
              <a:buNone/>
            </a:pPr>
            <a:r>
              <a:rPr lang="en-US" sz="975" dirty="0">
                <a:solidFill>
                  <a:srgbClr val="A0AEC0"/>
                </a:solidFill>
                <a:latin typeface="Noto Sans SC" pitchFamily="34" charset="0"/>
                <a:ea typeface="Noto Sans SC" pitchFamily="34" charset="-122"/>
                <a:cs typeface="Noto Sans SC" pitchFamily="34" charset="-120"/>
              </a:rPr>
              <a:t>实时展示推理思考步骤，培养学生批判性思维。</a:t>
            </a:r>
            <a:endParaRPr lang="en-US" sz="975" dirty="0"/>
          </a:p>
        </p:txBody>
      </p:sp>
      <p:sp>
        <p:nvSpPr>
          <p:cNvPr id="45" name="SK-3-text-44"/>
          <p:cNvSpPr/>
          <p:nvPr/>
        </p:nvSpPr>
        <p:spPr>
          <a:xfrm>
            <a:off x="876300" y="5399484"/>
            <a:ext cx="176406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结果可验证</a:t>
            </a:r>
            <a:endParaRPr lang="en-US" sz="1125" dirty="0"/>
          </a:p>
        </p:txBody>
      </p:sp>
      <p:sp>
        <p:nvSpPr>
          <p:cNvPr id="46" name="SK-3-text-45"/>
          <p:cNvSpPr/>
          <p:nvPr/>
        </p:nvSpPr>
        <p:spPr>
          <a:xfrm>
            <a:off x="876300" y="5642372"/>
            <a:ext cx="1687860" cy="346472"/>
          </a:xfrm>
          <a:prstGeom prst="rect">
            <a:avLst/>
          </a:prstGeom>
          <a:noFill/>
          <a:ln/>
        </p:spPr>
        <p:txBody>
          <a:bodyPr wrap="square" lIns="0" tIns="0" rIns="0" bIns="0" rtlCol="0" anchor="ctr" vert="horz"/>
          <a:lstStyle/>
          <a:p>
            <a:pPr indent="0" marL="0">
              <a:lnSpc>
                <a:spcPts val="1365"/>
              </a:lnSpc>
              <a:buNone/>
            </a:pPr>
            <a:r>
              <a:rPr lang="en-US" sz="975" dirty="0">
                <a:solidFill>
                  <a:srgbClr val="A0AEC0"/>
                </a:solidFill>
                <a:latin typeface="Noto Sans SC" pitchFamily="34" charset="0"/>
                <a:ea typeface="Noto Sans SC" pitchFamily="34" charset="-122"/>
                <a:cs typeface="Noto Sans SC" pitchFamily="34" charset="-120"/>
              </a:rPr>
              <a:t>所有知识点附带文献溯源及页码，支持精准查证。</a:t>
            </a:r>
            <a:endParaRPr lang="en-US" sz="975" dirty="0"/>
          </a:p>
        </p:txBody>
      </p:sp>
      <p:sp>
        <p:nvSpPr>
          <p:cNvPr id="47" name="SK-3-text-46"/>
          <p:cNvSpPr/>
          <p:nvPr/>
        </p:nvSpPr>
        <p:spPr>
          <a:xfrm>
            <a:off x="2907060" y="5399484"/>
            <a:ext cx="176406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质量可管控</a:t>
            </a:r>
            <a:endParaRPr lang="en-US" sz="1125" dirty="0"/>
          </a:p>
        </p:txBody>
      </p:sp>
      <p:sp>
        <p:nvSpPr>
          <p:cNvPr id="48" name="SK-3-text-47"/>
          <p:cNvSpPr/>
          <p:nvPr/>
        </p:nvSpPr>
        <p:spPr>
          <a:xfrm>
            <a:off x="2907060" y="5642372"/>
            <a:ext cx="1687860" cy="346472"/>
          </a:xfrm>
          <a:prstGeom prst="rect">
            <a:avLst/>
          </a:prstGeom>
          <a:noFill/>
          <a:ln/>
        </p:spPr>
        <p:txBody>
          <a:bodyPr wrap="square" lIns="0" tIns="0" rIns="0" bIns="0" rtlCol="0" anchor="ctr" vert="horz"/>
          <a:lstStyle/>
          <a:p>
            <a:pPr indent="0" marL="0">
              <a:lnSpc>
                <a:spcPts val="1365"/>
              </a:lnSpc>
              <a:buNone/>
            </a:pPr>
            <a:r>
              <a:rPr lang="en-US" sz="975" dirty="0">
                <a:solidFill>
                  <a:srgbClr val="A0AEC0"/>
                </a:solidFill>
                <a:latin typeface="Noto Sans SC" pitchFamily="34" charset="0"/>
                <a:ea typeface="Noto Sans SC" pitchFamily="34" charset="-122"/>
                <a:cs typeface="Noto Sans SC" pitchFamily="34" charset="-120"/>
              </a:rPr>
              <a:t>多智能体辩论与仲裁，确保医学专业性与有效性。</a:t>
            </a:r>
            <a:endParaRPr lang="en-US" sz="975" dirty="0"/>
          </a:p>
        </p:txBody>
      </p:sp>
      <p:sp>
        <p:nvSpPr>
          <p:cNvPr id="49" name="SK-3-text-48"/>
          <p:cNvSpPr/>
          <p:nvPr/>
        </p:nvSpPr>
        <p:spPr>
          <a:xfrm>
            <a:off x="5814120" y="1785938"/>
            <a:ext cx="2619375" cy="314325"/>
          </a:xfrm>
          <a:prstGeom prst="rect">
            <a:avLst/>
          </a:prstGeom>
          <a:noFill/>
          <a:ln/>
        </p:spPr>
        <p:txBody>
          <a:bodyPr wrap="square" lIns="0" tIns="0" rIns="0" bIns="0" rtlCol="0" anchor="ctr" vert="horz"/>
          <a:lstStyle/>
          <a:p>
            <a:pPr indent="0" marL="0">
              <a:lnSpc>
                <a:spcPts val="2475"/>
              </a:lnSpc>
              <a:buNone/>
            </a:pPr>
            <a:r>
              <a:rPr lang="en-US" sz="1650" b="1" dirty="0">
                <a:solidFill>
                  <a:srgbClr val="FFFFFF"/>
                </a:solidFill>
                <a:latin typeface="Noto Sans SC" pitchFamily="34" charset="0"/>
                <a:ea typeface="Noto Sans SC" pitchFamily="34" charset="-122"/>
                <a:cs typeface="Noto Sans SC" pitchFamily="34" charset="-120"/>
              </a:rPr>
              <a:t>核心技术融合</a:t>
            </a:r>
            <a:endParaRPr lang="en-US" sz="1650" dirty="0"/>
          </a:p>
        </p:txBody>
      </p:sp>
      <p:sp>
        <p:nvSpPr>
          <p:cNvPr id="50" name="SK-3-text-49"/>
          <p:cNvSpPr/>
          <p:nvPr/>
        </p:nvSpPr>
        <p:spPr>
          <a:xfrm>
            <a:off x="5490270" y="2343150"/>
            <a:ext cx="994348" cy="209550"/>
          </a:xfrm>
          <a:prstGeom prst="rect">
            <a:avLst/>
          </a:prstGeom>
          <a:noFill/>
          <a:ln/>
        </p:spPr>
        <p:txBody>
          <a:bodyPr wrap="none" lIns="0" tIns="0" rIns="0" bIns="0" rtlCol="0" anchor="ctr" vert="horz"/>
          <a:lstStyle/>
          <a:p>
            <a:pPr indent="0" marL="0">
              <a:lnSpc>
                <a:spcPts val="1350"/>
              </a:lnSpc>
              <a:buNone/>
            </a:pPr>
            <a:r>
              <a:rPr lang="en-US" sz="900" dirty="0">
                <a:solidFill>
                  <a:srgbClr val="7B61FF"/>
                </a:solidFill>
              </a:rPr>
              <a:t>RAG 2.0</a:t>
            </a:r>
            <a:endParaRPr lang="en-US" sz="900" dirty="0"/>
          </a:p>
        </p:txBody>
      </p:sp>
      <p:sp>
        <p:nvSpPr>
          <p:cNvPr id="51" name="SK-3-text-50"/>
          <p:cNvSpPr/>
          <p:nvPr/>
        </p:nvSpPr>
        <p:spPr>
          <a:xfrm>
            <a:off x="6128445" y="2343150"/>
            <a:ext cx="6063555"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混合检索 (BM25 + ChromaDB) + gte-rerank 重排 + QA 自动衍生引擎</a:t>
            </a:r>
            <a:endParaRPr lang="en-US" sz="1125" dirty="0"/>
          </a:p>
        </p:txBody>
      </p:sp>
      <p:sp>
        <p:nvSpPr>
          <p:cNvPr id="52" name="SK-3-text-51"/>
          <p:cNvSpPr/>
          <p:nvPr/>
        </p:nvSpPr>
        <p:spPr>
          <a:xfrm>
            <a:off x="5490270" y="2743200"/>
            <a:ext cx="1381532" cy="209550"/>
          </a:xfrm>
          <a:prstGeom prst="rect">
            <a:avLst/>
          </a:prstGeom>
          <a:noFill/>
          <a:ln/>
        </p:spPr>
        <p:txBody>
          <a:bodyPr wrap="none" lIns="0" tIns="0" rIns="0" bIns="0" rtlCol="0" anchor="ctr" vert="horz"/>
          <a:lstStyle/>
          <a:p>
            <a:pPr indent="0" marL="0">
              <a:lnSpc>
                <a:spcPts val="1350"/>
              </a:lnSpc>
              <a:buNone/>
            </a:pPr>
            <a:r>
              <a:rPr lang="en-US" sz="900" dirty="0">
                <a:solidFill>
                  <a:srgbClr val="7B61FF"/>
                </a:solidFill>
              </a:rPr>
              <a:t>Multi-Agent</a:t>
            </a:r>
            <a:endParaRPr lang="en-US" sz="900" dirty="0"/>
          </a:p>
        </p:txBody>
      </p:sp>
      <p:sp>
        <p:nvSpPr>
          <p:cNvPr id="53" name="SK-3-text-52"/>
          <p:cNvSpPr/>
          <p:nvPr/>
        </p:nvSpPr>
        <p:spPr>
          <a:xfrm>
            <a:off x="6395145" y="2743200"/>
            <a:ext cx="5796855"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基于 LangGraph 编排 8 个专业智能体，实现意图分流与自愈式反思</a:t>
            </a:r>
            <a:endParaRPr lang="en-US" sz="1125" dirty="0"/>
          </a:p>
        </p:txBody>
      </p:sp>
      <p:sp>
        <p:nvSpPr>
          <p:cNvPr id="54" name="SK-3-text-53"/>
          <p:cNvSpPr/>
          <p:nvPr/>
        </p:nvSpPr>
        <p:spPr>
          <a:xfrm>
            <a:off x="5490270" y="3143250"/>
            <a:ext cx="1922585" cy="209550"/>
          </a:xfrm>
          <a:prstGeom prst="rect">
            <a:avLst/>
          </a:prstGeom>
          <a:noFill/>
          <a:ln/>
        </p:spPr>
        <p:txBody>
          <a:bodyPr wrap="none" lIns="0" tIns="0" rIns="0" bIns="0" rtlCol="0" anchor="ctr" vert="horz"/>
          <a:lstStyle/>
          <a:p>
            <a:pPr indent="0" marL="0">
              <a:lnSpc>
                <a:spcPts val="1350"/>
              </a:lnSpc>
              <a:buNone/>
            </a:pPr>
            <a:r>
              <a:rPr lang="en-US" sz="900" dirty="0">
                <a:solidFill>
                  <a:srgbClr val="7B61FF"/>
                </a:solidFill>
              </a:rPr>
              <a:t>Dynamic Profile</a:t>
            </a:r>
            <a:endParaRPr lang="en-US" sz="900" dirty="0"/>
          </a:p>
        </p:txBody>
      </p:sp>
      <p:sp>
        <p:nvSpPr>
          <p:cNvPr id="55" name="SK-3-text-54"/>
          <p:cNvSpPr/>
          <p:nvPr/>
        </p:nvSpPr>
        <p:spPr>
          <a:xfrm>
            <a:off x="6661845" y="3143250"/>
            <a:ext cx="5530155"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8 维度动态画像（知识、风格、目标、易错点等），随学随新</a:t>
            </a:r>
            <a:endParaRPr lang="en-US" sz="1125" dirty="0"/>
          </a:p>
        </p:txBody>
      </p:sp>
      <p:sp>
        <p:nvSpPr>
          <p:cNvPr id="56" name="SK-3-text-55"/>
          <p:cNvSpPr/>
          <p:nvPr/>
        </p:nvSpPr>
        <p:spPr>
          <a:xfrm>
            <a:off x="5490270" y="3543300"/>
            <a:ext cx="1247078" cy="209550"/>
          </a:xfrm>
          <a:prstGeom prst="rect">
            <a:avLst/>
          </a:prstGeom>
          <a:noFill/>
          <a:ln/>
        </p:spPr>
        <p:txBody>
          <a:bodyPr wrap="none" lIns="0" tIns="0" rIns="0" bIns="0" rtlCol="0" anchor="ctr" vert="horz"/>
          <a:lstStyle/>
          <a:p>
            <a:pPr indent="0" marL="0">
              <a:lnSpc>
                <a:spcPts val="1350"/>
              </a:lnSpc>
              <a:buNone/>
            </a:pPr>
            <a:r>
              <a:rPr lang="en-US" sz="900" dirty="0">
                <a:solidFill>
                  <a:srgbClr val="7B61FF"/>
                </a:solidFill>
              </a:rPr>
              <a:t>Multimodal</a:t>
            </a:r>
            <a:endParaRPr lang="en-US" sz="900" dirty="0"/>
          </a:p>
        </p:txBody>
      </p:sp>
      <p:sp>
        <p:nvSpPr>
          <p:cNvPr id="57" name="SK-3-text-56"/>
          <p:cNvSpPr/>
          <p:nvPr/>
        </p:nvSpPr>
        <p:spPr>
          <a:xfrm>
            <a:off x="6328470" y="3543300"/>
            <a:ext cx="5863530"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qwen-vl-max 深度分析医学影像（CT、检验报告）及 ASPECTS 评分</a:t>
            </a:r>
            <a:endParaRPr lang="en-US" sz="1125" dirty="0"/>
          </a:p>
        </p:txBody>
      </p:sp>
      <p:sp>
        <p:nvSpPr>
          <p:cNvPr id="58" name="SK-3-text-57"/>
          <p:cNvSpPr/>
          <p:nvPr/>
        </p:nvSpPr>
        <p:spPr>
          <a:xfrm>
            <a:off x="5490270" y="3943350"/>
            <a:ext cx="979842" cy="209550"/>
          </a:xfrm>
          <a:prstGeom prst="rect">
            <a:avLst/>
          </a:prstGeom>
          <a:noFill/>
          <a:ln/>
        </p:spPr>
        <p:txBody>
          <a:bodyPr wrap="none" lIns="0" tIns="0" rIns="0" bIns="0" rtlCol="0" anchor="ctr" vert="horz"/>
          <a:lstStyle/>
          <a:p>
            <a:pPr indent="0" marL="0">
              <a:lnSpc>
                <a:spcPts val="1350"/>
              </a:lnSpc>
              <a:buNone/>
            </a:pPr>
            <a:r>
              <a:rPr lang="en-US" sz="900" dirty="0">
                <a:solidFill>
                  <a:srgbClr val="7B61FF"/>
                </a:solidFill>
              </a:rPr>
              <a:t>Evidence</a:t>
            </a:r>
            <a:endParaRPr lang="en-US" sz="900" dirty="0"/>
          </a:p>
        </p:txBody>
      </p:sp>
      <p:sp>
        <p:nvSpPr>
          <p:cNvPr id="59" name="SK-3-text-58"/>
          <p:cNvSpPr/>
          <p:nvPr/>
        </p:nvSpPr>
        <p:spPr>
          <a:xfrm>
            <a:off x="6195120" y="3943350"/>
            <a:ext cx="5996880"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PubMed 国际文献检索，支持 8 级证据等级排序与权威指南溯源</a:t>
            </a:r>
            <a:endParaRPr lang="en-US" sz="1125" dirty="0"/>
          </a:p>
        </p:txBody>
      </p:sp>
      <p:sp>
        <p:nvSpPr>
          <p:cNvPr id="60" name="SK-3-text-59"/>
          <p:cNvSpPr/>
          <p:nvPr/>
        </p:nvSpPr>
        <p:spPr>
          <a:xfrm>
            <a:off x="5814120" y="4757738"/>
            <a:ext cx="2619375" cy="314325"/>
          </a:xfrm>
          <a:prstGeom prst="rect">
            <a:avLst/>
          </a:prstGeom>
          <a:noFill/>
          <a:ln/>
        </p:spPr>
        <p:txBody>
          <a:bodyPr wrap="square" lIns="0" tIns="0" rIns="0" bIns="0" rtlCol="0" anchor="ctr" vert="horz"/>
          <a:lstStyle/>
          <a:p>
            <a:pPr indent="0" marL="0">
              <a:lnSpc>
                <a:spcPts val="2475"/>
              </a:lnSpc>
              <a:buNone/>
            </a:pPr>
            <a:r>
              <a:rPr lang="en-US" sz="1650" b="1" dirty="0">
                <a:solidFill>
                  <a:srgbClr val="FFFFFF"/>
                </a:solidFill>
                <a:latin typeface="Noto Sans SC" pitchFamily="34" charset="0"/>
                <a:ea typeface="Noto Sans SC" pitchFamily="34" charset="-122"/>
                <a:cs typeface="Noto Sans SC" pitchFamily="34" charset="-120"/>
              </a:rPr>
              <a:t>目标用户群体</a:t>
            </a:r>
            <a:endParaRPr lang="en-US" sz="1650" dirty="0"/>
          </a:p>
        </p:txBody>
      </p:sp>
      <p:sp>
        <p:nvSpPr>
          <p:cNvPr id="61" name="SK-3-text-60"/>
          <p:cNvSpPr/>
          <p:nvPr/>
        </p:nvSpPr>
        <p:spPr>
          <a:xfrm>
            <a:off x="5395020" y="5638800"/>
            <a:ext cx="1782961" cy="228600"/>
          </a:xfrm>
          <a:prstGeom prst="rect">
            <a:avLst/>
          </a:prstGeom>
          <a:noFill/>
          <a:ln/>
        </p:spPr>
        <p:txBody>
          <a:bodyPr wrap="square" lIns="0" tIns="0" rIns="0" bIns="0" rtlCol="0" anchor="ctr" vert="horz"/>
          <a:lstStyle/>
          <a:p>
            <a:pPr algn="ctr" indent="0" marL="0">
              <a:lnSpc>
                <a:spcPts val="1800"/>
              </a:lnSpc>
              <a:buNone/>
            </a:pPr>
            <a:r>
              <a:rPr lang="en-US" sz="1200" b="1" dirty="0">
                <a:solidFill>
                  <a:srgbClr val="FFFFFF"/>
                </a:solidFill>
                <a:latin typeface="Noto Sans SC" pitchFamily="34" charset="0"/>
                <a:ea typeface="Noto Sans SC" pitchFamily="34" charset="-122"/>
                <a:cs typeface="Noto Sans SC" pitchFamily="34" charset="-120"/>
              </a:rPr>
              <a:t>高校学生</a:t>
            </a:r>
            <a:endParaRPr lang="en-US" sz="1200" dirty="0"/>
          </a:p>
        </p:txBody>
      </p:sp>
      <p:sp>
        <p:nvSpPr>
          <p:cNvPr id="62" name="SK-3-text-61"/>
          <p:cNvSpPr/>
          <p:nvPr/>
        </p:nvSpPr>
        <p:spPr>
          <a:xfrm>
            <a:off x="5395020" y="5895975"/>
            <a:ext cx="1782961" cy="171450"/>
          </a:xfrm>
          <a:prstGeom prst="rect">
            <a:avLst/>
          </a:prstGeom>
          <a:noFill/>
          <a:ln/>
        </p:spPr>
        <p:txBody>
          <a:bodyPr wrap="square" lIns="0" tIns="0" rIns="0" bIns="0" rtlCol="0" anchor="ctr" vert="horz"/>
          <a:lstStyle/>
          <a:p>
            <a:pPr algn="ctr" indent="0" marL="0">
              <a:lnSpc>
                <a:spcPts val="1350"/>
              </a:lnSpc>
              <a:buNone/>
            </a:pPr>
            <a:r>
              <a:rPr lang="en-US" sz="900" dirty="0">
                <a:solidFill>
                  <a:srgbClr val="718096"/>
                </a:solidFill>
                <a:latin typeface="Noto Sans SC" pitchFamily="34" charset="0"/>
                <a:ea typeface="Noto Sans SC" pitchFamily="34" charset="-122"/>
                <a:cs typeface="Noto Sans SC" pitchFamily="34" charset="-120"/>
              </a:rPr>
              <a:t>千人千面学习体验</a:t>
            </a:r>
            <a:endParaRPr lang="en-US" sz="900" dirty="0"/>
          </a:p>
        </p:txBody>
      </p:sp>
      <p:sp>
        <p:nvSpPr>
          <p:cNvPr id="63" name="SK-3-text-62"/>
          <p:cNvSpPr/>
          <p:nvPr/>
        </p:nvSpPr>
        <p:spPr>
          <a:xfrm>
            <a:off x="7482780" y="5638800"/>
            <a:ext cx="1783110" cy="228600"/>
          </a:xfrm>
          <a:prstGeom prst="rect">
            <a:avLst/>
          </a:prstGeom>
          <a:noFill/>
          <a:ln/>
        </p:spPr>
        <p:txBody>
          <a:bodyPr wrap="square" lIns="0" tIns="0" rIns="0" bIns="0" rtlCol="0" anchor="ctr" vert="horz"/>
          <a:lstStyle/>
          <a:p>
            <a:pPr algn="ctr" indent="0" marL="0">
              <a:lnSpc>
                <a:spcPts val="1800"/>
              </a:lnSpc>
              <a:buNone/>
            </a:pPr>
            <a:r>
              <a:rPr lang="en-US" sz="1200" b="1" dirty="0">
                <a:solidFill>
                  <a:srgbClr val="FFFFFF"/>
                </a:solidFill>
                <a:latin typeface="Noto Sans SC" pitchFamily="34" charset="0"/>
                <a:ea typeface="Noto Sans SC" pitchFamily="34" charset="-122"/>
                <a:cs typeface="Noto Sans SC" pitchFamily="34" charset="-120"/>
              </a:rPr>
              <a:t>高校教师</a:t>
            </a:r>
            <a:endParaRPr lang="en-US" sz="1200" dirty="0"/>
          </a:p>
        </p:txBody>
      </p:sp>
      <p:sp>
        <p:nvSpPr>
          <p:cNvPr id="64" name="SK-3-text-63"/>
          <p:cNvSpPr/>
          <p:nvPr/>
        </p:nvSpPr>
        <p:spPr>
          <a:xfrm>
            <a:off x="7482780" y="5895975"/>
            <a:ext cx="1783110" cy="171450"/>
          </a:xfrm>
          <a:prstGeom prst="rect">
            <a:avLst/>
          </a:prstGeom>
          <a:noFill/>
          <a:ln/>
        </p:spPr>
        <p:txBody>
          <a:bodyPr wrap="square" lIns="0" tIns="0" rIns="0" bIns="0" rtlCol="0" anchor="ctr" vert="horz"/>
          <a:lstStyle/>
          <a:p>
            <a:pPr algn="ctr" indent="0" marL="0">
              <a:lnSpc>
                <a:spcPts val="1350"/>
              </a:lnSpc>
              <a:buNone/>
            </a:pPr>
            <a:r>
              <a:rPr lang="en-US" sz="900" dirty="0">
                <a:solidFill>
                  <a:srgbClr val="718096"/>
                </a:solidFill>
                <a:latin typeface="Noto Sans SC" pitchFamily="34" charset="0"/>
                <a:ea typeface="Noto Sans SC" pitchFamily="34" charset="-122"/>
                <a:cs typeface="Noto Sans SC" pitchFamily="34" charset="-120"/>
              </a:rPr>
              <a:t>快速生成适配资源</a:t>
            </a:r>
            <a:endParaRPr lang="en-US" sz="900" dirty="0"/>
          </a:p>
        </p:txBody>
      </p:sp>
      <p:sp>
        <p:nvSpPr>
          <p:cNvPr id="65" name="SK-3-text-64"/>
          <p:cNvSpPr/>
          <p:nvPr/>
        </p:nvSpPr>
        <p:spPr>
          <a:xfrm>
            <a:off x="9570690" y="5638800"/>
            <a:ext cx="1783110" cy="228600"/>
          </a:xfrm>
          <a:prstGeom prst="rect">
            <a:avLst/>
          </a:prstGeom>
          <a:noFill/>
          <a:ln/>
        </p:spPr>
        <p:txBody>
          <a:bodyPr wrap="square" lIns="0" tIns="0" rIns="0" bIns="0" rtlCol="0" anchor="ctr" vert="horz"/>
          <a:lstStyle/>
          <a:p>
            <a:pPr algn="ctr" indent="0" marL="0">
              <a:lnSpc>
                <a:spcPts val="1800"/>
              </a:lnSpc>
              <a:buNone/>
            </a:pPr>
            <a:r>
              <a:rPr lang="en-US" sz="1200" b="1" dirty="0">
                <a:solidFill>
                  <a:srgbClr val="FFFFFF"/>
                </a:solidFill>
                <a:latin typeface="Noto Sans SC" pitchFamily="34" charset="0"/>
                <a:ea typeface="Noto Sans SC" pitchFamily="34" charset="-122"/>
                <a:cs typeface="Noto Sans SC" pitchFamily="34" charset="-120"/>
              </a:rPr>
              <a:t>医学生</a:t>
            </a:r>
            <a:endParaRPr lang="en-US" sz="1200" dirty="0"/>
          </a:p>
        </p:txBody>
      </p:sp>
      <p:sp>
        <p:nvSpPr>
          <p:cNvPr id="66" name="SK-3-text-65"/>
          <p:cNvSpPr/>
          <p:nvPr/>
        </p:nvSpPr>
        <p:spPr>
          <a:xfrm>
            <a:off x="9570690" y="5895975"/>
            <a:ext cx="1783110" cy="171450"/>
          </a:xfrm>
          <a:prstGeom prst="rect">
            <a:avLst/>
          </a:prstGeom>
          <a:noFill/>
          <a:ln/>
        </p:spPr>
        <p:txBody>
          <a:bodyPr wrap="square" lIns="0" tIns="0" rIns="0" bIns="0" rtlCol="0" anchor="ctr" vert="horz"/>
          <a:lstStyle/>
          <a:p>
            <a:pPr algn="ctr" indent="0" marL="0">
              <a:lnSpc>
                <a:spcPts val="1350"/>
              </a:lnSpc>
              <a:buNone/>
            </a:pPr>
            <a:r>
              <a:rPr lang="en-US" sz="900" dirty="0">
                <a:solidFill>
                  <a:srgbClr val="718096"/>
                </a:solidFill>
                <a:latin typeface="Noto Sans SC" pitchFamily="34" charset="0"/>
                <a:ea typeface="Noto Sans SC" pitchFamily="34" charset="-122"/>
                <a:cs typeface="Noto Sans SC" pitchFamily="34" charset="-120"/>
              </a:rPr>
              <a:t>多模态与循证支持</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4-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4-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4-img-3" descr="preencoded.png">    </p:cNvPr>
          <p:cNvPicPr>
            <a:picLocks noChangeAspect="1"/>
          </p:cNvPicPr>
          <p:nvPr/>
        </p:nvPicPr>
        <p:blipFill>
          <a:blip r:embed="rId4"/>
          <a:stretch>
            <a:fillRect/>
          </a:stretch>
        </p:blipFill>
        <p:spPr>
          <a:xfrm>
            <a:off x="571500" y="133350"/>
            <a:ext cx="1962150" cy="238125"/>
          </a:xfrm>
          <a:prstGeom prst="rect">
            <a:avLst/>
          </a:prstGeom>
        </p:spPr>
      </p:pic>
      <p:pic>
        <p:nvPicPr>
          <p:cNvPr id="5" name="SK-4-img-4" descr="preencoded.png">    </p:cNvPr>
          <p:cNvPicPr>
            <a:picLocks noChangeAspect="1"/>
          </p:cNvPicPr>
          <p:nvPr/>
        </p:nvPicPr>
        <p:blipFill>
          <a:blip r:embed="rId5"/>
          <a:stretch>
            <a:fillRect/>
          </a:stretch>
        </p:blipFill>
        <p:spPr>
          <a:xfrm>
            <a:off x="2647950" y="247650"/>
            <a:ext cx="8972550" cy="9525"/>
          </a:xfrm>
          <a:prstGeom prst="rect">
            <a:avLst/>
          </a:prstGeom>
        </p:spPr>
      </p:pic>
      <p:pic>
        <p:nvPicPr>
          <p:cNvPr id="6" name="SK-4-img-5" descr="preencoded.png">    </p:cNvPr>
          <p:cNvPicPr>
            <a:picLocks noChangeAspect="1"/>
          </p:cNvPicPr>
          <p:nvPr/>
        </p:nvPicPr>
        <p:blipFill>
          <a:blip r:embed="rId6"/>
          <a:stretch>
            <a:fillRect/>
          </a:stretch>
        </p:blipFill>
        <p:spPr>
          <a:xfrm>
            <a:off x="571500" y="1143000"/>
            <a:ext cx="38100" cy="38100"/>
          </a:xfrm>
          <a:prstGeom prst="rect">
            <a:avLst/>
          </a:prstGeom>
        </p:spPr>
      </p:pic>
      <p:pic>
        <p:nvPicPr>
          <p:cNvPr id="7" name="SK-4-img-6" descr="preencoded.png">    </p:cNvPr>
          <p:cNvPicPr>
            <a:picLocks noChangeAspect="1"/>
          </p:cNvPicPr>
          <p:nvPr/>
        </p:nvPicPr>
        <p:blipFill>
          <a:blip r:embed="rId7"/>
          <a:stretch>
            <a:fillRect/>
          </a:stretch>
        </p:blipFill>
        <p:spPr>
          <a:xfrm>
            <a:off x="4686300" y="1914525"/>
            <a:ext cx="3352800" cy="857250"/>
          </a:xfrm>
          <a:prstGeom prst="rect">
            <a:avLst/>
          </a:prstGeom>
        </p:spPr>
      </p:pic>
      <p:pic>
        <p:nvPicPr>
          <p:cNvPr id="8" name="SK-4-img-7" descr="preencoded.png">    </p:cNvPr>
          <p:cNvPicPr>
            <a:picLocks noChangeAspect="1"/>
          </p:cNvPicPr>
          <p:nvPr/>
        </p:nvPicPr>
        <p:blipFill>
          <a:blip r:embed="rId8"/>
          <a:stretch>
            <a:fillRect/>
          </a:stretch>
        </p:blipFill>
        <p:spPr>
          <a:xfrm>
            <a:off x="4800600" y="1971675"/>
            <a:ext cx="342900" cy="342900"/>
          </a:xfrm>
          <a:prstGeom prst="rect">
            <a:avLst/>
          </a:prstGeom>
        </p:spPr>
      </p:pic>
      <p:pic>
        <p:nvPicPr>
          <p:cNvPr id="9" name="SK-4-img-8" descr="preencoded.png">    </p:cNvPr>
          <p:cNvPicPr>
            <a:picLocks noChangeAspect="1"/>
          </p:cNvPicPr>
          <p:nvPr/>
        </p:nvPicPr>
        <p:blipFill>
          <a:blip r:embed="rId9"/>
          <a:stretch>
            <a:fillRect/>
          </a:stretch>
        </p:blipFill>
        <p:spPr>
          <a:xfrm>
            <a:off x="4870847" y="2061270"/>
            <a:ext cx="202406" cy="163711"/>
          </a:xfrm>
          <a:prstGeom prst="rect">
            <a:avLst/>
          </a:prstGeom>
        </p:spPr>
      </p:pic>
      <p:pic>
        <p:nvPicPr>
          <p:cNvPr id="10" name="SK-4-img-9" descr="preencoded.png">    </p:cNvPr>
          <p:cNvPicPr>
            <a:picLocks noChangeAspect="1"/>
          </p:cNvPicPr>
          <p:nvPr/>
        </p:nvPicPr>
        <p:blipFill>
          <a:blip r:embed="rId10"/>
          <a:stretch>
            <a:fillRect/>
          </a:stretch>
        </p:blipFill>
        <p:spPr>
          <a:xfrm>
            <a:off x="8267700" y="1914525"/>
            <a:ext cx="3352800" cy="857250"/>
          </a:xfrm>
          <a:prstGeom prst="rect">
            <a:avLst/>
          </a:prstGeom>
        </p:spPr>
      </p:pic>
      <p:pic>
        <p:nvPicPr>
          <p:cNvPr id="11" name="SK-4-img-10" descr="preencoded.png">    </p:cNvPr>
          <p:cNvPicPr>
            <a:picLocks noChangeAspect="1"/>
          </p:cNvPicPr>
          <p:nvPr/>
        </p:nvPicPr>
        <p:blipFill>
          <a:blip r:embed="rId11"/>
          <a:stretch>
            <a:fillRect/>
          </a:stretch>
        </p:blipFill>
        <p:spPr>
          <a:xfrm>
            <a:off x="11163300" y="1971675"/>
            <a:ext cx="342900" cy="342900"/>
          </a:xfrm>
          <a:prstGeom prst="rect">
            <a:avLst/>
          </a:prstGeom>
        </p:spPr>
      </p:pic>
      <p:pic>
        <p:nvPicPr>
          <p:cNvPr id="12" name="SK-4-img-11" descr="preencoded.png">    </p:cNvPr>
          <p:cNvPicPr>
            <a:picLocks noChangeAspect="1"/>
          </p:cNvPicPr>
          <p:nvPr/>
        </p:nvPicPr>
        <p:blipFill>
          <a:blip r:embed="rId12"/>
          <a:stretch>
            <a:fillRect/>
          </a:stretch>
        </p:blipFill>
        <p:spPr>
          <a:xfrm>
            <a:off x="11233547" y="2061270"/>
            <a:ext cx="202406" cy="163711"/>
          </a:xfrm>
          <a:prstGeom prst="rect">
            <a:avLst/>
          </a:prstGeom>
        </p:spPr>
      </p:pic>
      <p:pic>
        <p:nvPicPr>
          <p:cNvPr id="13" name="SK-4-img-12" descr="preencoded.png">    </p:cNvPr>
          <p:cNvPicPr>
            <a:picLocks noChangeAspect="1"/>
          </p:cNvPicPr>
          <p:nvPr/>
        </p:nvPicPr>
        <p:blipFill>
          <a:blip r:embed="rId13"/>
          <a:stretch>
            <a:fillRect/>
          </a:stretch>
        </p:blipFill>
        <p:spPr>
          <a:xfrm>
            <a:off x="4686300" y="2886075"/>
            <a:ext cx="3352800" cy="857250"/>
          </a:xfrm>
          <a:prstGeom prst="rect">
            <a:avLst/>
          </a:prstGeom>
        </p:spPr>
      </p:pic>
      <p:pic>
        <p:nvPicPr>
          <p:cNvPr id="14" name="SK-4-img-13" descr="preencoded.png">    </p:cNvPr>
          <p:cNvPicPr>
            <a:picLocks noChangeAspect="1"/>
          </p:cNvPicPr>
          <p:nvPr/>
        </p:nvPicPr>
        <p:blipFill>
          <a:blip r:embed="rId14"/>
          <a:stretch>
            <a:fillRect/>
          </a:stretch>
        </p:blipFill>
        <p:spPr>
          <a:xfrm>
            <a:off x="4800600" y="2943225"/>
            <a:ext cx="342900" cy="342900"/>
          </a:xfrm>
          <a:prstGeom prst="rect">
            <a:avLst/>
          </a:prstGeom>
        </p:spPr>
      </p:pic>
      <p:pic>
        <p:nvPicPr>
          <p:cNvPr id="15" name="SK-4-img-14" descr="preencoded.png">    </p:cNvPr>
          <p:cNvPicPr>
            <a:picLocks noChangeAspect="1"/>
          </p:cNvPicPr>
          <p:nvPr/>
        </p:nvPicPr>
        <p:blipFill>
          <a:blip r:embed="rId15"/>
          <a:stretch>
            <a:fillRect/>
          </a:stretch>
        </p:blipFill>
        <p:spPr>
          <a:xfrm>
            <a:off x="4870847" y="3032820"/>
            <a:ext cx="202406" cy="163711"/>
          </a:xfrm>
          <a:prstGeom prst="rect">
            <a:avLst/>
          </a:prstGeom>
        </p:spPr>
      </p:pic>
      <p:pic>
        <p:nvPicPr>
          <p:cNvPr id="16" name="SK-4-img-15" descr="preencoded.png">    </p:cNvPr>
          <p:cNvPicPr>
            <a:picLocks noChangeAspect="1"/>
          </p:cNvPicPr>
          <p:nvPr/>
        </p:nvPicPr>
        <p:blipFill>
          <a:blip r:embed="rId16"/>
          <a:stretch>
            <a:fillRect/>
          </a:stretch>
        </p:blipFill>
        <p:spPr>
          <a:xfrm>
            <a:off x="8267700" y="2886075"/>
            <a:ext cx="3352800" cy="857250"/>
          </a:xfrm>
          <a:prstGeom prst="rect">
            <a:avLst/>
          </a:prstGeom>
        </p:spPr>
      </p:pic>
      <p:pic>
        <p:nvPicPr>
          <p:cNvPr id="17" name="SK-4-img-16" descr="preencoded.png">    </p:cNvPr>
          <p:cNvPicPr>
            <a:picLocks noChangeAspect="1"/>
          </p:cNvPicPr>
          <p:nvPr/>
        </p:nvPicPr>
        <p:blipFill>
          <a:blip r:embed="rId17"/>
          <a:stretch>
            <a:fillRect/>
          </a:stretch>
        </p:blipFill>
        <p:spPr>
          <a:xfrm>
            <a:off x="11163300" y="2943225"/>
            <a:ext cx="342900" cy="342900"/>
          </a:xfrm>
          <a:prstGeom prst="rect">
            <a:avLst/>
          </a:prstGeom>
        </p:spPr>
      </p:pic>
      <p:pic>
        <p:nvPicPr>
          <p:cNvPr id="18" name="SK-4-img-17" descr="preencoded.png">    </p:cNvPr>
          <p:cNvPicPr>
            <a:picLocks noChangeAspect="1"/>
          </p:cNvPicPr>
          <p:nvPr/>
        </p:nvPicPr>
        <p:blipFill>
          <a:blip r:embed="rId18"/>
          <a:stretch>
            <a:fillRect/>
          </a:stretch>
        </p:blipFill>
        <p:spPr>
          <a:xfrm>
            <a:off x="11233547" y="3032820"/>
            <a:ext cx="202406" cy="163711"/>
          </a:xfrm>
          <a:prstGeom prst="rect">
            <a:avLst/>
          </a:prstGeom>
        </p:spPr>
      </p:pic>
      <p:pic>
        <p:nvPicPr>
          <p:cNvPr id="19" name="SK-4-img-18" descr="preencoded.png">    </p:cNvPr>
          <p:cNvPicPr>
            <a:picLocks noChangeAspect="1"/>
          </p:cNvPicPr>
          <p:nvPr/>
        </p:nvPicPr>
        <p:blipFill>
          <a:blip r:embed="rId19"/>
          <a:stretch>
            <a:fillRect/>
          </a:stretch>
        </p:blipFill>
        <p:spPr>
          <a:xfrm>
            <a:off x="4686300" y="3857625"/>
            <a:ext cx="3352800" cy="857250"/>
          </a:xfrm>
          <a:prstGeom prst="rect">
            <a:avLst/>
          </a:prstGeom>
        </p:spPr>
      </p:pic>
      <p:pic>
        <p:nvPicPr>
          <p:cNvPr id="20" name="SK-4-img-19" descr="preencoded.png">    </p:cNvPr>
          <p:cNvPicPr>
            <a:picLocks noChangeAspect="1"/>
          </p:cNvPicPr>
          <p:nvPr/>
        </p:nvPicPr>
        <p:blipFill>
          <a:blip r:embed="rId20"/>
          <a:stretch>
            <a:fillRect/>
          </a:stretch>
        </p:blipFill>
        <p:spPr>
          <a:xfrm>
            <a:off x="4800600" y="3914775"/>
            <a:ext cx="342900" cy="342900"/>
          </a:xfrm>
          <a:prstGeom prst="rect">
            <a:avLst/>
          </a:prstGeom>
        </p:spPr>
      </p:pic>
      <p:pic>
        <p:nvPicPr>
          <p:cNvPr id="21" name="SK-4-img-20" descr="preencoded.png">    </p:cNvPr>
          <p:cNvPicPr>
            <a:picLocks noChangeAspect="1"/>
          </p:cNvPicPr>
          <p:nvPr/>
        </p:nvPicPr>
        <p:blipFill>
          <a:blip r:embed="rId21"/>
          <a:stretch>
            <a:fillRect/>
          </a:stretch>
        </p:blipFill>
        <p:spPr>
          <a:xfrm>
            <a:off x="4870847" y="4004370"/>
            <a:ext cx="202406" cy="163711"/>
          </a:xfrm>
          <a:prstGeom prst="rect">
            <a:avLst/>
          </a:prstGeom>
        </p:spPr>
      </p:pic>
      <p:pic>
        <p:nvPicPr>
          <p:cNvPr id="22" name="SK-4-img-21" descr="preencoded.png">    </p:cNvPr>
          <p:cNvPicPr>
            <a:picLocks noChangeAspect="1"/>
          </p:cNvPicPr>
          <p:nvPr/>
        </p:nvPicPr>
        <p:blipFill>
          <a:blip r:embed="rId22"/>
          <a:stretch>
            <a:fillRect/>
          </a:stretch>
        </p:blipFill>
        <p:spPr>
          <a:xfrm>
            <a:off x="8267700" y="3857625"/>
            <a:ext cx="3352800" cy="857250"/>
          </a:xfrm>
          <a:prstGeom prst="rect">
            <a:avLst/>
          </a:prstGeom>
        </p:spPr>
      </p:pic>
      <p:pic>
        <p:nvPicPr>
          <p:cNvPr id="23" name="SK-4-img-22" descr="preencoded.png">    </p:cNvPr>
          <p:cNvPicPr>
            <a:picLocks noChangeAspect="1"/>
          </p:cNvPicPr>
          <p:nvPr/>
        </p:nvPicPr>
        <p:blipFill>
          <a:blip r:embed="rId23"/>
          <a:stretch>
            <a:fillRect/>
          </a:stretch>
        </p:blipFill>
        <p:spPr>
          <a:xfrm>
            <a:off x="11163300" y="3914775"/>
            <a:ext cx="342900" cy="342900"/>
          </a:xfrm>
          <a:prstGeom prst="rect">
            <a:avLst/>
          </a:prstGeom>
        </p:spPr>
      </p:pic>
      <p:pic>
        <p:nvPicPr>
          <p:cNvPr id="24" name="SK-4-img-23" descr="preencoded.png">    </p:cNvPr>
          <p:cNvPicPr>
            <a:picLocks noChangeAspect="1"/>
          </p:cNvPicPr>
          <p:nvPr/>
        </p:nvPicPr>
        <p:blipFill>
          <a:blip r:embed="rId24"/>
          <a:stretch>
            <a:fillRect/>
          </a:stretch>
        </p:blipFill>
        <p:spPr>
          <a:xfrm>
            <a:off x="11233547" y="4004370"/>
            <a:ext cx="202406" cy="163711"/>
          </a:xfrm>
          <a:prstGeom prst="rect">
            <a:avLst/>
          </a:prstGeom>
        </p:spPr>
      </p:pic>
      <p:pic>
        <p:nvPicPr>
          <p:cNvPr id="25" name="SK-4-img-24" descr="preencoded.png">    </p:cNvPr>
          <p:cNvPicPr>
            <a:picLocks noChangeAspect="1"/>
          </p:cNvPicPr>
          <p:nvPr/>
        </p:nvPicPr>
        <p:blipFill>
          <a:blip r:embed="rId25"/>
          <a:stretch>
            <a:fillRect/>
          </a:stretch>
        </p:blipFill>
        <p:spPr>
          <a:xfrm>
            <a:off x="4686300" y="4829175"/>
            <a:ext cx="3352800" cy="857250"/>
          </a:xfrm>
          <a:prstGeom prst="rect">
            <a:avLst/>
          </a:prstGeom>
        </p:spPr>
      </p:pic>
      <p:pic>
        <p:nvPicPr>
          <p:cNvPr id="26" name="SK-4-img-25" descr="preencoded.png">    </p:cNvPr>
          <p:cNvPicPr>
            <a:picLocks noChangeAspect="1"/>
          </p:cNvPicPr>
          <p:nvPr/>
        </p:nvPicPr>
        <p:blipFill>
          <a:blip r:embed="rId26"/>
          <a:stretch>
            <a:fillRect/>
          </a:stretch>
        </p:blipFill>
        <p:spPr>
          <a:xfrm>
            <a:off x="4800600" y="4886325"/>
            <a:ext cx="342900" cy="342900"/>
          </a:xfrm>
          <a:prstGeom prst="rect">
            <a:avLst/>
          </a:prstGeom>
        </p:spPr>
      </p:pic>
      <p:pic>
        <p:nvPicPr>
          <p:cNvPr id="27" name="SK-4-img-26" descr="preencoded.png">    </p:cNvPr>
          <p:cNvPicPr>
            <a:picLocks noChangeAspect="1"/>
          </p:cNvPicPr>
          <p:nvPr/>
        </p:nvPicPr>
        <p:blipFill>
          <a:blip r:embed="rId27"/>
          <a:stretch>
            <a:fillRect/>
          </a:stretch>
        </p:blipFill>
        <p:spPr>
          <a:xfrm>
            <a:off x="4870847" y="4975920"/>
            <a:ext cx="202406" cy="163711"/>
          </a:xfrm>
          <a:prstGeom prst="rect">
            <a:avLst/>
          </a:prstGeom>
        </p:spPr>
      </p:pic>
      <p:pic>
        <p:nvPicPr>
          <p:cNvPr id="28" name="SK-4-img-27" descr="preencoded.png">    </p:cNvPr>
          <p:cNvPicPr>
            <a:picLocks noChangeAspect="1"/>
          </p:cNvPicPr>
          <p:nvPr/>
        </p:nvPicPr>
        <p:blipFill>
          <a:blip r:embed="rId28"/>
          <a:stretch>
            <a:fillRect/>
          </a:stretch>
        </p:blipFill>
        <p:spPr>
          <a:xfrm>
            <a:off x="8267700" y="4829175"/>
            <a:ext cx="3352800" cy="857250"/>
          </a:xfrm>
          <a:prstGeom prst="rect">
            <a:avLst/>
          </a:prstGeom>
        </p:spPr>
      </p:pic>
      <p:pic>
        <p:nvPicPr>
          <p:cNvPr id="29" name="SK-4-img-28" descr="preencoded.png">    </p:cNvPr>
          <p:cNvPicPr>
            <a:picLocks noChangeAspect="1"/>
          </p:cNvPicPr>
          <p:nvPr/>
        </p:nvPicPr>
        <p:blipFill>
          <a:blip r:embed="rId29"/>
          <a:stretch>
            <a:fillRect/>
          </a:stretch>
        </p:blipFill>
        <p:spPr>
          <a:xfrm>
            <a:off x="11163300" y="4886325"/>
            <a:ext cx="342900" cy="342900"/>
          </a:xfrm>
          <a:prstGeom prst="rect">
            <a:avLst/>
          </a:prstGeom>
        </p:spPr>
      </p:pic>
      <p:pic>
        <p:nvPicPr>
          <p:cNvPr id="30" name="SK-4-img-29" descr="preencoded.png">    </p:cNvPr>
          <p:cNvPicPr>
            <a:picLocks noChangeAspect="1"/>
          </p:cNvPicPr>
          <p:nvPr/>
        </p:nvPicPr>
        <p:blipFill>
          <a:blip r:embed="rId30"/>
          <a:stretch>
            <a:fillRect/>
          </a:stretch>
        </p:blipFill>
        <p:spPr>
          <a:xfrm>
            <a:off x="11233547" y="4975920"/>
            <a:ext cx="202406" cy="163711"/>
          </a:xfrm>
          <a:prstGeom prst="rect">
            <a:avLst/>
          </a:prstGeom>
        </p:spPr>
      </p:pic>
      <p:pic>
        <p:nvPicPr>
          <p:cNvPr id="31" name="SK-4-img-30" descr="preencoded.png">    </p:cNvPr>
          <p:cNvPicPr>
            <a:picLocks noChangeAspect="1"/>
          </p:cNvPicPr>
          <p:nvPr/>
        </p:nvPicPr>
        <p:blipFill>
          <a:blip r:embed="rId31"/>
          <a:stretch>
            <a:fillRect/>
          </a:stretch>
        </p:blipFill>
        <p:spPr>
          <a:xfrm>
            <a:off x="571500" y="6457950"/>
            <a:ext cx="11049000" cy="376238"/>
          </a:xfrm>
          <a:prstGeom prst="rect">
            <a:avLst/>
          </a:prstGeom>
        </p:spPr>
      </p:pic>
      <p:pic>
        <p:nvPicPr>
          <p:cNvPr id="32" name="SK-4-img-31" descr="preencoded.png">    </p:cNvPr>
          <p:cNvPicPr>
            <a:picLocks noChangeAspect="1"/>
          </p:cNvPicPr>
          <p:nvPr/>
        </p:nvPicPr>
        <p:blipFill>
          <a:blip r:embed="rId32"/>
          <a:stretch>
            <a:fillRect/>
          </a:stretch>
        </p:blipFill>
        <p:spPr>
          <a:xfrm>
            <a:off x="7362825" y="6496050"/>
            <a:ext cx="2533650" cy="300038"/>
          </a:xfrm>
          <a:prstGeom prst="rect">
            <a:avLst/>
          </a:prstGeom>
        </p:spPr>
      </p:pic>
      <p:sp>
        <p:nvSpPr>
          <p:cNvPr id="33" name="SK-4-text-32"/>
          <p:cNvSpPr/>
          <p:nvPr/>
        </p:nvSpPr>
        <p:spPr>
          <a:xfrm>
            <a:off x="647700" y="13335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04</a:t>
            </a:r>
            <a:endParaRPr lang="en-US" sz="1050" dirty="0"/>
          </a:p>
        </p:txBody>
      </p:sp>
      <p:sp>
        <p:nvSpPr>
          <p:cNvPr id="34" name="SK-4-text-33"/>
          <p:cNvSpPr/>
          <p:nvPr/>
        </p:nvSpPr>
        <p:spPr>
          <a:xfrm>
            <a:off x="571500" y="44767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系统八大功能模块全景图</a:t>
            </a:r>
            <a:endParaRPr lang="en-US" sz="2550" dirty="0"/>
          </a:p>
        </p:txBody>
      </p:sp>
      <p:sp>
        <p:nvSpPr>
          <p:cNvPr id="35" name="SK-4-text-34"/>
          <p:cNvSpPr/>
          <p:nvPr/>
        </p:nvSpPr>
        <p:spPr>
          <a:xfrm>
            <a:off x="685800" y="1047750"/>
            <a:ext cx="110490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画像、资源、辅导、路径、评估、多模态、循证、代码八维闭环体系</a:t>
            </a:r>
            <a:endParaRPr lang="en-US" sz="1200" dirty="0"/>
          </a:p>
        </p:txBody>
      </p:sp>
      <p:sp>
        <p:nvSpPr>
          <p:cNvPr id="36" name="SK-4-text-35"/>
          <p:cNvSpPr/>
          <p:nvPr/>
        </p:nvSpPr>
        <p:spPr>
          <a:xfrm>
            <a:off x="876300" y="1333500"/>
            <a:ext cx="10325100" cy="4933950"/>
          </a:xfrm>
          <a:prstGeom prst="rect">
            <a:avLst/>
          </a:prstGeom>
          <a:noFill/>
          <a:ln/>
        </p:spPr>
        <p:txBody>
          <a:bodyPr wrap="square" lIns="0" tIns="0" rIns="0" bIns="0" rtlCol="0" anchor="ctr" vert="horz"/>
          <a:lstStyle/>
          <a:p>
            <a:pPr indent="0" marL="0">
              <a:lnSpc>
                <a:spcPts val="38850"/>
              </a:lnSpc>
              <a:buNone/>
            </a:pPr>
            <a:r>
              <a:rPr lang="en-US" sz="38850" b="1" dirty="0">
                <a:solidFill>
                  <a:srgbClr val="7B61FF">
                    <a:alpha val="8000"/>
                  </a:srgbClr>
                </a:solidFill>
                <a:latin typeface="Noto Sans SC" pitchFamily="34" charset="0"/>
                <a:ea typeface="Noto Sans SC" pitchFamily="34" charset="-122"/>
                <a:cs typeface="Noto Sans SC" pitchFamily="34" charset="-120"/>
              </a:rPr>
              <a:t>8</a:t>
            </a:r>
            <a:endParaRPr lang="en-US" sz="38850" dirty="0"/>
          </a:p>
        </p:txBody>
      </p:sp>
      <p:sp>
        <p:nvSpPr>
          <p:cNvPr id="37" name="SK-4-text-36"/>
          <p:cNvSpPr/>
          <p:nvPr/>
        </p:nvSpPr>
        <p:spPr>
          <a:xfrm>
            <a:off x="5257800" y="2000250"/>
            <a:ext cx="1619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学习画像</a:t>
            </a:r>
            <a:endParaRPr lang="en-US" sz="1500" dirty="0"/>
          </a:p>
        </p:txBody>
      </p:sp>
      <p:sp>
        <p:nvSpPr>
          <p:cNvPr id="38" name="SK-4-text-37"/>
          <p:cNvSpPr/>
          <p:nvPr/>
        </p:nvSpPr>
        <p:spPr>
          <a:xfrm>
            <a:off x="4800600" y="2343150"/>
            <a:ext cx="3124200" cy="371475"/>
          </a:xfrm>
          <a:prstGeom prst="rect">
            <a:avLst/>
          </a:prstGeom>
          <a:noFill/>
          <a:ln/>
        </p:spPr>
        <p:txBody>
          <a:bodyPr wrap="square" lIns="0" tIns="0" rIns="0" bIns="0" rtlCol="0" anchor="ctr" vert="horz"/>
          <a:lstStyle/>
          <a:p>
            <a:pP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8维度动态画像，自然语言对话自主构建，随学随新实时更新。</a:t>
            </a:r>
            <a:endParaRPr lang="en-US" sz="975" dirty="0"/>
          </a:p>
        </p:txBody>
      </p:sp>
      <p:sp>
        <p:nvSpPr>
          <p:cNvPr id="39" name="SK-4-text-38"/>
          <p:cNvSpPr/>
          <p:nvPr/>
        </p:nvSpPr>
        <p:spPr>
          <a:xfrm>
            <a:off x="10191750" y="2000250"/>
            <a:ext cx="857250" cy="285750"/>
          </a:xfrm>
          <a:prstGeom prst="rect">
            <a:avLst/>
          </a:prstGeom>
          <a:noFill/>
          <a:ln/>
        </p:spPr>
        <p:txBody>
          <a:bodyPr wrap="square" lIns="0" tIns="0" rIns="0" bIns="0" rtlCol="0" anchor="ctr" vert="horz"/>
          <a:lstStyle/>
          <a:p>
            <a:pPr algn="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资源生成</a:t>
            </a:r>
            <a:endParaRPr lang="en-US" sz="1500" dirty="0"/>
          </a:p>
        </p:txBody>
      </p:sp>
      <p:sp>
        <p:nvSpPr>
          <p:cNvPr id="40" name="SK-4-text-39"/>
          <p:cNvSpPr/>
          <p:nvPr/>
        </p:nvSpPr>
        <p:spPr>
          <a:xfrm>
            <a:off x="8382000" y="2343150"/>
            <a:ext cx="3124200" cy="371475"/>
          </a:xfrm>
          <a:prstGeom prst="rect">
            <a:avLst/>
          </a:prstGeom>
          <a:noFill/>
          <a:ln/>
        </p:spPr>
        <p:txBody>
          <a:bodyPr wrap="square" lIns="0" tIns="0" rIns="0" bIns="0" rtlCol="0" anchor="ctr" vert="horz"/>
          <a:lstStyle/>
          <a:p>
            <a:pPr algn="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7类学习资源生成，8智能体辩论-仲裁机制，确保专业度与个性化。</a:t>
            </a:r>
            <a:endParaRPr lang="en-US" sz="975" dirty="0"/>
          </a:p>
        </p:txBody>
      </p:sp>
      <p:sp>
        <p:nvSpPr>
          <p:cNvPr id="41" name="SK-4-text-40"/>
          <p:cNvSpPr/>
          <p:nvPr/>
        </p:nvSpPr>
        <p:spPr>
          <a:xfrm>
            <a:off x="5257800" y="2971800"/>
            <a:ext cx="1619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智能辅导</a:t>
            </a:r>
            <a:endParaRPr lang="en-US" sz="1500" dirty="0"/>
          </a:p>
        </p:txBody>
      </p:sp>
      <p:sp>
        <p:nvSpPr>
          <p:cNvPr id="42" name="SK-4-text-41"/>
          <p:cNvSpPr/>
          <p:nvPr/>
        </p:nvSpPr>
        <p:spPr>
          <a:xfrm>
            <a:off x="4800600" y="3314700"/>
            <a:ext cx="3124200" cy="371475"/>
          </a:xfrm>
          <a:prstGeom prst="rect">
            <a:avLst/>
          </a:prstGeom>
          <a:noFill/>
          <a:ln/>
        </p:spPr>
        <p:txBody>
          <a:bodyPr wrap="square" lIns="0" tIns="0" rIns="0" bIns="0" rtlCol="0" anchor="ctr" vert="horz"/>
          <a:lstStyle/>
          <a:p>
            <a:pP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流式Thinking推理展示，多模态影像解析，透明化批判性思维引导。</a:t>
            </a:r>
            <a:endParaRPr lang="en-US" sz="975" dirty="0"/>
          </a:p>
        </p:txBody>
      </p:sp>
      <p:sp>
        <p:nvSpPr>
          <p:cNvPr id="43" name="SK-4-text-42"/>
          <p:cNvSpPr/>
          <p:nvPr/>
        </p:nvSpPr>
        <p:spPr>
          <a:xfrm>
            <a:off x="10191750" y="2971800"/>
            <a:ext cx="857250" cy="285750"/>
          </a:xfrm>
          <a:prstGeom prst="rect">
            <a:avLst/>
          </a:prstGeom>
          <a:noFill/>
          <a:ln/>
        </p:spPr>
        <p:txBody>
          <a:bodyPr wrap="square" lIns="0" tIns="0" rIns="0" bIns="0" rtlCol="0" anchor="ctr" vert="horz"/>
          <a:lstStyle/>
          <a:p>
            <a:pPr algn="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路径规划</a:t>
            </a:r>
            <a:endParaRPr lang="en-US" sz="1500" dirty="0"/>
          </a:p>
        </p:txBody>
      </p:sp>
      <p:sp>
        <p:nvSpPr>
          <p:cNvPr id="44" name="SK-4-text-43"/>
          <p:cNvSpPr/>
          <p:nvPr/>
        </p:nvSpPr>
        <p:spPr>
          <a:xfrm>
            <a:off x="8382000" y="3314700"/>
            <a:ext cx="3124200" cy="371475"/>
          </a:xfrm>
          <a:prstGeom prst="rect">
            <a:avLst/>
          </a:prstGeom>
          <a:noFill/>
          <a:ln/>
        </p:spPr>
        <p:txBody>
          <a:bodyPr wrap="square" lIns="0" tIns="0" rIns="0" bIns="0" rtlCol="0" anchor="ctr" vert="horz"/>
          <a:lstStyle/>
          <a:p>
            <a:pPr algn="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5-15步梯度式学习路径，前置依赖校验，支持3种类型动态调整。</a:t>
            </a:r>
            <a:endParaRPr lang="en-US" sz="975" dirty="0"/>
          </a:p>
        </p:txBody>
      </p:sp>
      <p:sp>
        <p:nvSpPr>
          <p:cNvPr id="45" name="SK-4-text-44"/>
          <p:cNvSpPr/>
          <p:nvPr/>
        </p:nvSpPr>
        <p:spPr>
          <a:xfrm>
            <a:off x="5257800" y="3943350"/>
            <a:ext cx="1619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效果评估</a:t>
            </a:r>
            <a:endParaRPr lang="en-US" sz="1500" dirty="0"/>
          </a:p>
        </p:txBody>
      </p:sp>
      <p:sp>
        <p:nvSpPr>
          <p:cNvPr id="46" name="SK-4-text-45"/>
          <p:cNvSpPr/>
          <p:nvPr/>
        </p:nvSpPr>
        <p:spPr>
          <a:xfrm>
            <a:off x="4800600" y="4286250"/>
            <a:ext cx="3124200" cy="371475"/>
          </a:xfrm>
          <a:prstGeom prst="rect">
            <a:avLst/>
          </a:prstGeom>
          <a:noFill/>
          <a:ln/>
        </p:spPr>
        <p:txBody>
          <a:bodyPr wrap="square" lIns="0" tIns="0" rIns="0" bIns="0" rtlCol="0" anchor="ctr" vert="horz"/>
          <a:lstStyle/>
          <a:p>
            <a:pP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5维度量化评估，知识点树状热力图，反馈驱动画像与路径迭代。</a:t>
            </a:r>
            <a:endParaRPr lang="en-US" sz="975" dirty="0"/>
          </a:p>
        </p:txBody>
      </p:sp>
      <p:sp>
        <p:nvSpPr>
          <p:cNvPr id="47" name="SK-4-text-46"/>
          <p:cNvSpPr/>
          <p:nvPr/>
        </p:nvSpPr>
        <p:spPr>
          <a:xfrm>
            <a:off x="10001250" y="3943350"/>
            <a:ext cx="1047750" cy="285750"/>
          </a:xfrm>
          <a:prstGeom prst="rect">
            <a:avLst/>
          </a:prstGeom>
          <a:noFill/>
          <a:ln/>
        </p:spPr>
        <p:txBody>
          <a:bodyPr wrap="square" lIns="0" tIns="0" rIns="0" bIns="0" rtlCol="0" anchor="ctr" vert="horz"/>
          <a:lstStyle/>
          <a:p>
            <a:pPr algn="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多模态分析</a:t>
            </a:r>
            <a:endParaRPr lang="en-US" sz="1500" dirty="0"/>
          </a:p>
        </p:txBody>
      </p:sp>
      <p:sp>
        <p:nvSpPr>
          <p:cNvPr id="48" name="SK-4-text-47"/>
          <p:cNvSpPr/>
          <p:nvPr/>
        </p:nvSpPr>
        <p:spPr>
          <a:xfrm>
            <a:off x="8382000" y="4286250"/>
            <a:ext cx="3124200" cy="371475"/>
          </a:xfrm>
          <a:prstGeom prst="rect">
            <a:avLst/>
          </a:prstGeom>
          <a:noFill/>
          <a:ln/>
        </p:spPr>
        <p:txBody>
          <a:bodyPr wrap="square" lIns="0" tIns="0" rIns="0" bIns="0" rtlCol="0" anchor="ctr" vert="horz"/>
          <a:lstStyle/>
          <a:p>
            <a:pPr algn="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qwen-vl-max 驱动，医学影像与检验报告自动识别，多图联合深度分析。</a:t>
            </a:r>
            <a:endParaRPr lang="en-US" sz="975" dirty="0"/>
          </a:p>
        </p:txBody>
      </p:sp>
      <p:sp>
        <p:nvSpPr>
          <p:cNvPr id="49" name="SK-4-text-48"/>
          <p:cNvSpPr/>
          <p:nvPr/>
        </p:nvSpPr>
        <p:spPr>
          <a:xfrm>
            <a:off x="5257800" y="4914900"/>
            <a:ext cx="1619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循证扩展</a:t>
            </a:r>
            <a:endParaRPr lang="en-US" sz="1500" dirty="0"/>
          </a:p>
        </p:txBody>
      </p:sp>
      <p:sp>
        <p:nvSpPr>
          <p:cNvPr id="50" name="SK-4-text-49"/>
          <p:cNvSpPr/>
          <p:nvPr/>
        </p:nvSpPr>
        <p:spPr>
          <a:xfrm>
            <a:off x="4800600" y="5257800"/>
            <a:ext cx="3124200" cy="371475"/>
          </a:xfrm>
          <a:prstGeom prst="rect">
            <a:avLst/>
          </a:prstGeom>
          <a:noFill/>
          <a:ln/>
        </p:spPr>
        <p:txBody>
          <a:bodyPr wrap="square" lIns="0" tIns="0" rIns="0" bIns="0" rtlCol="0" anchor="ctr" vert="horz"/>
          <a:lstStyle/>
          <a:p>
            <a:pP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PubMed 国际文献检索，8级证据等级排序，与本地权威 RAG 互补。</a:t>
            </a:r>
            <a:endParaRPr lang="en-US" sz="975" dirty="0"/>
          </a:p>
        </p:txBody>
      </p:sp>
      <p:sp>
        <p:nvSpPr>
          <p:cNvPr id="51" name="SK-4-text-50"/>
          <p:cNvSpPr/>
          <p:nvPr/>
        </p:nvSpPr>
        <p:spPr>
          <a:xfrm>
            <a:off x="10191750" y="4914900"/>
            <a:ext cx="857250" cy="285750"/>
          </a:xfrm>
          <a:prstGeom prst="rect">
            <a:avLst/>
          </a:prstGeom>
          <a:noFill/>
          <a:ln/>
        </p:spPr>
        <p:txBody>
          <a:bodyPr wrap="square" lIns="0" tIns="0" rIns="0" bIns="0" rtlCol="0" anchor="ctr" vert="horz"/>
          <a:lstStyle/>
          <a:p>
            <a:pPr algn="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代码辅助</a:t>
            </a:r>
            <a:endParaRPr lang="en-US" sz="1500" dirty="0"/>
          </a:p>
        </p:txBody>
      </p:sp>
      <p:sp>
        <p:nvSpPr>
          <p:cNvPr id="52" name="SK-4-text-51"/>
          <p:cNvSpPr/>
          <p:nvPr/>
        </p:nvSpPr>
        <p:spPr>
          <a:xfrm>
            <a:off x="8382000" y="5257800"/>
            <a:ext cx="3124200" cy="371475"/>
          </a:xfrm>
          <a:prstGeom prst="rect">
            <a:avLst/>
          </a:prstGeom>
          <a:noFill/>
          <a:ln/>
        </p:spPr>
        <p:txBody>
          <a:bodyPr wrap="square" lIns="0" tIns="0" rIns="0" bIns="0" rtlCol="0" anchor="ctr" vert="horz"/>
          <a:lstStyle/>
          <a:p>
            <a:pPr algn="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医学编程实操案例，内置代码执行沙箱，实现理论与实操深度融合。</a:t>
            </a:r>
            <a:endParaRPr lang="en-US" sz="975" dirty="0"/>
          </a:p>
        </p:txBody>
      </p:sp>
      <p:sp>
        <p:nvSpPr>
          <p:cNvPr id="53" name="SK-4-text-52"/>
          <p:cNvSpPr/>
          <p:nvPr/>
        </p:nvSpPr>
        <p:spPr>
          <a:xfrm>
            <a:off x="2295525" y="6496050"/>
            <a:ext cx="900113" cy="300038"/>
          </a:xfrm>
          <a:prstGeom prst="rect">
            <a:avLst/>
          </a:prstGeom>
          <a:noFill/>
          <a:ln/>
        </p:spPr>
        <p:txBody>
          <a:bodyPr wrap="square" lIns="0" tIns="0" rIns="0" bIns="0" rtlCol="0" anchor="ctr" vert="horz"/>
          <a:lstStyle/>
          <a:p>
            <a:pPr indent="0" marL="0">
              <a:lnSpc>
                <a:spcPts val="2363"/>
              </a:lnSpc>
              <a:buNone/>
            </a:pPr>
            <a:r>
              <a:rPr lang="en-US" sz="1575" b="1" dirty="0">
                <a:solidFill>
                  <a:srgbClr val="00F5FF"/>
                </a:solidFill>
              </a:rPr>
              <a:t>08</a:t>
            </a:r>
            <a:endParaRPr lang="en-US" sz="1575" dirty="0"/>
          </a:p>
        </p:txBody>
      </p:sp>
      <p:sp>
        <p:nvSpPr>
          <p:cNvPr id="54" name="SK-4-text-53"/>
          <p:cNvSpPr/>
          <p:nvPr/>
        </p:nvSpPr>
        <p:spPr>
          <a:xfrm>
            <a:off x="2619375" y="6567488"/>
            <a:ext cx="1459230" cy="157163"/>
          </a:xfrm>
          <a:prstGeom prst="rect">
            <a:avLst/>
          </a:prstGeom>
          <a:noFill/>
          <a:ln/>
        </p:spPr>
        <p:txBody>
          <a:bodyPr wrap="square" lIns="0" tIns="0" rIns="0" bIns="0" rtlCol="0" anchor="ctr" vert="horz"/>
          <a:lstStyle/>
          <a:p>
            <a:pPr indent="0" marL="0">
              <a:lnSpc>
                <a:spcPts val="1238"/>
              </a:lnSpc>
              <a:buNone/>
            </a:pPr>
            <a:r>
              <a:rPr lang="en-US" sz="825" spc="60" kern="0" dirty="0">
                <a:solidFill>
                  <a:srgbClr val="718096"/>
                </a:solidFill>
                <a:latin typeface="Noto Sans SC" pitchFamily="34" charset="0"/>
                <a:ea typeface="Noto Sans SC" pitchFamily="34" charset="-122"/>
                <a:cs typeface="Noto Sans SC" pitchFamily="34" charset="-120"/>
              </a:rPr>
              <a:t>CORE AGENTS</a:t>
            </a:r>
            <a:endParaRPr lang="en-US" sz="825" dirty="0"/>
          </a:p>
        </p:txBody>
      </p:sp>
      <p:sp>
        <p:nvSpPr>
          <p:cNvPr id="55" name="SK-4-text-54"/>
          <p:cNvSpPr/>
          <p:nvPr/>
        </p:nvSpPr>
        <p:spPr>
          <a:xfrm>
            <a:off x="3848100" y="6496050"/>
            <a:ext cx="900113" cy="300038"/>
          </a:xfrm>
          <a:prstGeom prst="rect">
            <a:avLst/>
          </a:prstGeom>
          <a:noFill/>
          <a:ln/>
        </p:spPr>
        <p:txBody>
          <a:bodyPr wrap="square" lIns="0" tIns="0" rIns="0" bIns="0" rtlCol="0" anchor="ctr" vert="horz"/>
          <a:lstStyle/>
          <a:p>
            <a:pPr indent="0" marL="0">
              <a:lnSpc>
                <a:spcPts val="2363"/>
              </a:lnSpc>
              <a:buNone/>
            </a:pPr>
            <a:r>
              <a:rPr lang="en-US" sz="1575" b="1" dirty="0">
                <a:solidFill>
                  <a:srgbClr val="00F5FF"/>
                </a:solidFill>
              </a:rPr>
              <a:t>07</a:t>
            </a:r>
            <a:endParaRPr lang="en-US" sz="1575" dirty="0"/>
          </a:p>
        </p:txBody>
      </p:sp>
      <p:sp>
        <p:nvSpPr>
          <p:cNvPr id="56" name="SK-4-text-55"/>
          <p:cNvSpPr/>
          <p:nvPr/>
        </p:nvSpPr>
        <p:spPr>
          <a:xfrm>
            <a:off x="4171950" y="6567488"/>
            <a:ext cx="1836420" cy="157163"/>
          </a:xfrm>
          <a:prstGeom prst="rect">
            <a:avLst/>
          </a:prstGeom>
          <a:noFill/>
          <a:ln/>
        </p:spPr>
        <p:txBody>
          <a:bodyPr wrap="square" lIns="0" tIns="0" rIns="0" bIns="0" rtlCol="0" anchor="ctr" vert="horz"/>
          <a:lstStyle/>
          <a:p>
            <a:pPr indent="0" marL="0">
              <a:lnSpc>
                <a:spcPts val="1238"/>
              </a:lnSpc>
              <a:buNone/>
            </a:pPr>
            <a:r>
              <a:rPr lang="en-US" sz="825" spc="60" kern="0" dirty="0">
                <a:solidFill>
                  <a:srgbClr val="718096"/>
                </a:solidFill>
                <a:latin typeface="Noto Sans SC" pitchFamily="34" charset="0"/>
                <a:ea typeface="Noto Sans SC" pitchFamily="34" charset="-122"/>
                <a:cs typeface="Noto Sans SC" pitchFamily="34" charset="-120"/>
              </a:rPr>
              <a:t>RESOURCE TYPES</a:t>
            </a:r>
            <a:endParaRPr lang="en-US" sz="825" dirty="0"/>
          </a:p>
        </p:txBody>
      </p:sp>
      <p:sp>
        <p:nvSpPr>
          <p:cNvPr id="57" name="SK-4-text-56"/>
          <p:cNvSpPr/>
          <p:nvPr/>
        </p:nvSpPr>
        <p:spPr>
          <a:xfrm>
            <a:off x="5619750" y="6496050"/>
            <a:ext cx="900113" cy="300038"/>
          </a:xfrm>
          <a:prstGeom prst="rect">
            <a:avLst/>
          </a:prstGeom>
          <a:noFill/>
          <a:ln/>
        </p:spPr>
        <p:txBody>
          <a:bodyPr wrap="square" lIns="0" tIns="0" rIns="0" bIns="0" rtlCol="0" anchor="ctr" vert="horz"/>
          <a:lstStyle/>
          <a:p>
            <a:pPr indent="0" marL="0">
              <a:lnSpc>
                <a:spcPts val="2363"/>
              </a:lnSpc>
              <a:buNone/>
            </a:pPr>
            <a:r>
              <a:rPr lang="en-US" sz="1575" b="1" dirty="0">
                <a:solidFill>
                  <a:srgbClr val="00F5FF"/>
                </a:solidFill>
              </a:rPr>
              <a:t>05</a:t>
            </a:r>
            <a:endParaRPr lang="en-US" sz="1575" dirty="0"/>
          </a:p>
        </p:txBody>
      </p:sp>
      <p:sp>
        <p:nvSpPr>
          <p:cNvPr id="58" name="SK-4-text-57"/>
          <p:cNvSpPr/>
          <p:nvPr/>
        </p:nvSpPr>
        <p:spPr>
          <a:xfrm>
            <a:off x="5943600" y="6567488"/>
            <a:ext cx="1836420" cy="157163"/>
          </a:xfrm>
          <a:prstGeom prst="rect">
            <a:avLst/>
          </a:prstGeom>
          <a:noFill/>
          <a:ln/>
        </p:spPr>
        <p:txBody>
          <a:bodyPr wrap="square" lIns="0" tIns="0" rIns="0" bIns="0" rtlCol="0" anchor="ctr" vert="horz"/>
          <a:lstStyle/>
          <a:p>
            <a:pPr indent="0" marL="0">
              <a:lnSpc>
                <a:spcPts val="1238"/>
              </a:lnSpc>
              <a:buNone/>
            </a:pPr>
            <a:r>
              <a:rPr lang="en-US" sz="825" spc="60" kern="0" dirty="0">
                <a:solidFill>
                  <a:srgbClr val="718096"/>
                </a:solidFill>
                <a:latin typeface="Noto Sans SC" pitchFamily="34" charset="0"/>
                <a:ea typeface="Noto Sans SC" pitchFamily="34" charset="-122"/>
                <a:cs typeface="Noto Sans SC" pitchFamily="34" charset="-120"/>
              </a:rPr>
              <a:t>ASSESS METRICS</a:t>
            </a:r>
            <a:endParaRPr lang="en-US" sz="825" dirty="0"/>
          </a:p>
        </p:txBody>
      </p:sp>
      <p:sp>
        <p:nvSpPr>
          <p:cNvPr id="59" name="SK-4-text-58"/>
          <p:cNvSpPr/>
          <p:nvPr/>
        </p:nvSpPr>
        <p:spPr>
          <a:xfrm>
            <a:off x="7743825" y="6567488"/>
            <a:ext cx="3973830" cy="157163"/>
          </a:xfrm>
          <a:prstGeom prst="rect">
            <a:avLst/>
          </a:prstGeom>
          <a:noFill/>
          <a:ln/>
        </p:spPr>
        <p:txBody>
          <a:bodyPr wrap="square" lIns="0" tIns="0" rIns="0" bIns="0" rtlCol="0" anchor="ctr" vert="horz"/>
          <a:lstStyle/>
          <a:p>
            <a:pPr indent="0" marL="0">
              <a:lnSpc>
                <a:spcPts val="1238"/>
              </a:lnSpc>
              <a:buNone/>
            </a:pPr>
            <a:r>
              <a:rPr lang="en-US" sz="825" spc="60" kern="0" dirty="0">
                <a:solidFill>
                  <a:srgbClr val="00F5FF"/>
                </a:solidFill>
                <a:latin typeface="Noto Sans SC" pitchFamily="34" charset="0"/>
                <a:ea typeface="Noto Sans SC" pitchFamily="34" charset="-122"/>
                <a:cs typeface="Noto Sans SC" pitchFamily="34" charset="-120"/>
              </a:rPr>
              <a:t>FULL LIFE CYCLE PERSONALIZATION</a:t>
            </a:r>
            <a:endParaRPr lang="en-US" sz="8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5-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5-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5-img-3" descr="preencoded.png">    </p:cNvPr>
          <p:cNvPicPr>
            <a:picLocks noChangeAspect="1"/>
          </p:cNvPicPr>
          <p:nvPr/>
        </p:nvPicPr>
        <p:blipFill>
          <a:blip r:embed="rId4"/>
          <a:stretch>
            <a:fillRect/>
          </a:stretch>
        </p:blipFill>
        <p:spPr>
          <a:xfrm>
            <a:off x="571500" y="381000"/>
            <a:ext cx="1962150" cy="238125"/>
          </a:xfrm>
          <a:prstGeom prst="rect">
            <a:avLst/>
          </a:prstGeom>
        </p:spPr>
      </p:pic>
      <p:pic>
        <p:nvPicPr>
          <p:cNvPr id="5" name="SK-5-img-4" descr="preencoded.png">    </p:cNvPr>
          <p:cNvPicPr>
            <a:picLocks noChangeAspect="1"/>
          </p:cNvPicPr>
          <p:nvPr/>
        </p:nvPicPr>
        <p:blipFill>
          <a:blip r:embed="rId5"/>
          <a:stretch>
            <a:fillRect/>
          </a:stretch>
        </p:blipFill>
        <p:spPr>
          <a:xfrm>
            <a:off x="2647950" y="495300"/>
            <a:ext cx="8972550" cy="9525"/>
          </a:xfrm>
          <a:prstGeom prst="rect">
            <a:avLst/>
          </a:prstGeom>
        </p:spPr>
      </p:pic>
      <p:pic>
        <p:nvPicPr>
          <p:cNvPr id="6" name="SK-5-img-5" descr="preencoded.png">    </p:cNvPr>
          <p:cNvPicPr>
            <a:picLocks noChangeAspect="1"/>
          </p:cNvPicPr>
          <p:nvPr/>
        </p:nvPicPr>
        <p:blipFill>
          <a:blip r:embed="rId6"/>
          <a:stretch>
            <a:fillRect/>
          </a:stretch>
        </p:blipFill>
        <p:spPr>
          <a:xfrm>
            <a:off x="571500" y="1390650"/>
            <a:ext cx="38100" cy="38100"/>
          </a:xfrm>
          <a:prstGeom prst="rect">
            <a:avLst/>
          </a:prstGeom>
        </p:spPr>
      </p:pic>
      <p:pic>
        <p:nvPicPr>
          <p:cNvPr id="7" name="SK-5-img-6" descr="preencoded.png">    </p:cNvPr>
          <p:cNvPicPr>
            <a:picLocks noChangeAspect="1"/>
          </p:cNvPicPr>
          <p:nvPr/>
        </p:nvPicPr>
        <p:blipFill>
          <a:blip r:embed="rId7"/>
          <a:stretch>
            <a:fillRect/>
          </a:stretch>
        </p:blipFill>
        <p:spPr>
          <a:xfrm>
            <a:off x="571500" y="2360414"/>
            <a:ext cx="238125" cy="190500"/>
          </a:xfrm>
          <a:prstGeom prst="rect">
            <a:avLst/>
          </a:prstGeom>
        </p:spPr>
      </p:pic>
      <p:pic>
        <p:nvPicPr>
          <p:cNvPr id="8" name="SK-5-img-7" descr="preencoded.png">    </p:cNvPr>
          <p:cNvPicPr>
            <a:picLocks noChangeAspect="1"/>
          </p:cNvPicPr>
          <p:nvPr/>
        </p:nvPicPr>
        <p:blipFill>
          <a:blip r:embed="rId8"/>
          <a:stretch>
            <a:fillRect/>
          </a:stretch>
        </p:blipFill>
        <p:spPr>
          <a:xfrm>
            <a:off x="571500" y="2750939"/>
            <a:ext cx="3188940" cy="696218"/>
          </a:xfrm>
          <a:prstGeom prst="rect">
            <a:avLst/>
          </a:prstGeom>
        </p:spPr>
      </p:pic>
      <p:pic>
        <p:nvPicPr>
          <p:cNvPr id="9" name="SK-5-img-8" descr="preencoded.png">    </p:cNvPr>
          <p:cNvPicPr>
            <a:picLocks noChangeAspect="1"/>
          </p:cNvPicPr>
          <p:nvPr/>
        </p:nvPicPr>
        <p:blipFill>
          <a:blip r:embed="rId9"/>
          <a:stretch>
            <a:fillRect/>
          </a:stretch>
        </p:blipFill>
        <p:spPr>
          <a:xfrm>
            <a:off x="685800" y="2865239"/>
            <a:ext cx="381000" cy="381000"/>
          </a:xfrm>
          <a:prstGeom prst="rect">
            <a:avLst/>
          </a:prstGeom>
        </p:spPr>
      </p:pic>
      <p:pic>
        <p:nvPicPr>
          <p:cNvPr id="10" name="SK-5-img-9" descr="preencoded.png">    </p:cNvPr>
          <p:cNvPicPr>
            <a:picLocks noChangeAspect="1"/>
          </p:cNvPicPr>
          <p:nvPr/>
        </p:nvPicPr>
        <p:blipFill>
          <a:blip r:embed="rId10"/>
          <a:stretch>
            <a:fillRect/>
          </a:stretch>
        </p:blipFill>
        <p:spPr>
          <a:xfrm>
            <a:off x="769144" y="2968079"/>
            <a:ext cx="214313" cy="175320"/>
          </a:xfrm>
          <a:prstGeom prst="rect">
            <a:avLst/>
          </a:prstGeom>
        </p:spPr>
      </p:pic>
      <p:pic>
        <p:nvPicPr>
          <p:cNvPr id="11" name="SK-5-img-10" descr="preencoded.png">    </p:cNvPr>
          <p:cNvPicPr>
            <a:picLocks noChangeAspect="1"/>
          </p:cNvPicPr>
          <p:nvPr/>
        </p:nvPicPr>
        <p:blipFill>
          <a:blip r:embed="rId11"/>
          <a:stretch>
            <a:fillRect/>
          </a:stretch>
        </p:blipFill>
        <p:spPr>
          <a:xfrm>
            <a:off x="3874740" y="2750939"/>
            <a:ext cx="3188940" cy="696218"/>
          </a:xfrm>
          <a:prstGeom prst="rect">
            <a:avLst/>
          </a:prstGeom>
        </p:spPr>
      </p:pic>
      <p:pic>
        <p:nvPicPr>
          <p:cNvPr id="12" name="SK-5-img-11" descr="preencoded.png">    </p:cNvPr>
          <p:cNvPicPr>
            <a:picLocks noChangeAspect="1"/>
          </p:cNvPicPr>
          <p:nvPr/>
        </p:nvPicPr>
        <p:blipFill>
          <a:blip r:embed="rId12"/>
          <a:stretch>
            <a:fillRect/>
          </a:stretch>
        </p:blipFill>
        <p:spPr>
          <a:xfrm>
            <a:off x="3989040" y="2865239"/>
            <a:ext cx="381000" cy="381000"/>
          </a:xfrm>
          <a:prstGeom prst="rect">
            <a:avLst/>
          </a:prstGeom>
        </p:spPr>
      </p:pic>
      <p:pic>
        <p:nvPicPr>
          <p:cNvPr id="13" name="SK-5-img-12" descr="preencoded.png">    </p:cNvPr>
          <p:cNvPicPr>
            <a:picLocks noChangeAspect="1"/>
          </p:cNvPicPr>
          <p:nvPr/>
        </p:nvPicPr>
        <p:blipFill>
          <a:blip r:embed="rId13"/>
          <a:stretch>
            <a:fillRect/>
          </a:stretch>
        </p:blipFill>
        <p:spPr>
          <a:xfrm>
            <a:off x="4072384" y="2968079"/>
            <a:ext cx="214313" cy="175320"/>
          </a:xfrm>
          <a:prstGeom prst="rect">
            <a:avLst/>
          </a:prstGeom>
        </p:spPr>
      </p:pic>
      <p:pic>
        <p:nvPicPr>
          <p:cNvPr id="14" name="SK-5-img-13" descr="preencoded.png">    </p:cNvPr>
          <p:cNvPicPr>
            <a:picLocks noChangeAspect="1"/>
          </p:cNvPicPr>
          <p:nvPr/>
        </p:nvPicPr>
        <p:blipFill>
          <a:blip r:embed="rId14"/>
          <a:stretch>
            <a:fillRect/>
          </a:stretch>
        </p:blipFill>
        <p:spPr>
          <a:xfrm>
            <a:off x="571500" y="3561457"/>
            <a:ext cx="3188940" cy="696218"/>
          </a:xfrm>
          <a:prstGeom prst="rect">
            <a:avLst/>
          </a:prstGeom>
        </p:spPr>
      </p:pic>
      <p:pic>
        <p:nvPicPr>
          <p:cNvPr id="15" name="SK-5-img-14" descr="preencoded.png">    </p:cNvPr>
          <p:cNvPicPr>
            <a:picLocks noChangeAspect="1"/>
          </p:cNvPicPr>
          <p:nvPr/>
        </p:nvPicPr>
        <p:blipFill>
          <a:blip r:embed="rId15"/>
          <a:stretch>
            <a:fillRect/>
          </a:stretch>
        </p:blipFill>
        <p:spPr>
          <a:xfrm>
            <a:off x="685800" y="3675757"/>
            <a:ext cx="381000" cy="381000"/>
          </a:xfrm>
          <a:prstGeom prst="rect">
            <a:avLst/>
          </a:prstGeom>
        </p:spPr>
      </p:pic>
      <p:pic>
        <p:nvPicPr>
          <p:cNvPr id="16" name="SK-5-img-15" descr="preencoded.png">    </p:cNvPr>
          <p:cNvPicPr>
            <a:picLocks noChangeAspect="1"/>
          </p:cNvPicPr>
          <p:nvPr/>
        </p:nvPicPr>
        <p:blipFill>
          <a:blip r:embed="rId16"/>
          <a:stretch>
            <a:fillRect/>
          </a:stretch>
        </p:blipFill>
        <p:spPr>
          <a:xfrm>
            <a:off x="769144" y="3778597"/>
            <a:ext cx="214313" cy="175320"/>
          </a:xfrm>
          <a:prstGeom prst="rect">
            <a:avLst/>
          </a:prstGeom>
        </p:spPr>
      </p:pic>
      <p:pic>
        <p:nvPicPr>
          <p:cNvPr id="17" name="SK-5-img-16" descr="preencoded.png">    </p:cNvPr>
          <p:cNvPicPr>
            <a:picLocks noChangeAspect="1"/>
          </p:cNvPicPr>
          <p:nvPr/>
        </p:nvPicPr>
        <p:blipFill>
          <a:blip r:embed="rId17"/>
          <a:stretch>
            <a:fillRect/>
          </a:stretch>
        </p:blipFill>
        <p:spPr>
          <a:xfrm>
            <a:off x="3874740" y="3561457"/>
            <a:ext cx="3188940" cy="696218"/>
          </a:xfrm>
          <a:prstGeom prst="rect">
            <a:avLst/>
          </a:prstGeom>
        </p:spPr>
      </p:pic>
      <p:pic>
        <p:nvPicPr>
          <p:cNvPr id="18" name="SK-5-img-17" descr="preencoded.png">    </p:cNvPr>
          <p:cNvPicPr>
            <a:picLocks noChangeAspect="1"/>
          </p:cNvPicPr>
          <p:nvPr/>
        </p:nvPicPr>
        <p:blipFill>
          <a:blip r:embed="rId18"/>
          <a:stretch>
            <a:fillRect/>
          </a:stretch>
        </p:blipFill>
        <p:spPr>
          <a:xfrm>
            <a:off x="3989040" y="3675757"/>
            <a:ext cx="381000" cy="381000"/>
          </a:xfrm>
          <a:prstGeom prst="rect">
            <a:avLst/>
          </a:prstGeom>
        </p:spPr>
      </p:pic>
      <p:pic>
        <p:nvPicPr>
          <p:cNvPr id="19" name="SK-5-img-18" descr="preencoded.png">    </p:cNvPr>
          <p:cNvPicPr>
            <a:picLocks noChangeAspect="1"/>
          </p:cNvPicPr>
          <p:nvPr/>
        </p:nvPicPr>
        <p:blipFill>
          <a:blip r:embed="rId19"/>
          <a:stretch>
            <a:fillRect/>
          </a:stretch>
        </p:blipFill>
        <p:spPr>
          <a:xfrm>
            <a:off x="4072384" y="3778597"/>
            <a:ext cx="214313" cy="175320"/>
          </a:xfrm>
          <a:prstGeom prst="rect">
            <a:avLst/>
          </a:prstGeom>
        </p:spPr>
      </p:pic>
      <p:pic>
        <p:nvPicPr>
          <p:cNvPr id="20" name="SK-5-img-19" descr="preencoded.png">    </p:cNvPr>
          <p:cNvPicPr>
            <a:picLocks noChangeAspect="1"/>
          </p:cNvPicPr>
          <p:nvPr/>
        </p:nvPicPr>
        <p:blipFill>
          <a:blip r:embed="rId20"/>
          <a:stretch>
            <a:fillRect/>
          </a:stretch>
        </p:blipFill>
        <p:spPr>
          <a:xfrm>
            <a:off x="571500" y="4371975"/>
            <a:ext cx="3188940" cy="696218"/>
          </a:xfrm>
          <a:prstGeom prst="rect">
            <a:avLst/>
          </a:prstGeom>
        </p:spPr>
      </p:pic>
      <p:pic>
        <p:nvPicPr>
          <p:cNvPr id="21" name="SK-5-img-20" descr="preencoded.png">    </p:cNvPr>
          <p:cNvPicPr>
            <a:picLocks noChangeAspect="1"/>
          </p:cNvPicPr>
          <p:nvPr/>
        </p:nvPicPr>
        <p:blipFill>
          <a:blip r:embed="rId21"/>
          <a:stretch>
            <a:fillRect/>
          </a:stretch>
        </p:blipFill>
        <p:spPr>
          <a:xfrm>
            <a:off x="685800" y="4486275"/>
            <a:ext cx="381000" cy="381000"/>
          </a:xfrm>
          <a:prstGeom prst="rect">
            <a:avLst/>
          </a:prstGeom>
        </p:spPr>
      </p:pic>
      <p:pic>
        <p:nvPicPr>
          <p:cNvPr id="22" name="SK-5-img-21" descr="preencoded.png">    </p:cNvPr>
          <p:cNvPicPr>
            <a:picLocks noChangeAspect="1"/>
          </p:cNvPicPr>
          <p:nvPr/>
        </p:nvPicPr>
        <p:blipFill>
          <a:blip r:embed="rId22"/>
          <a:stretch>
            <a:fillRect/>
          </a:stretch>
        </p:blipFill>
        <p:spPr>
          <a:xfrm>
            <a:off x="769144" y="4589115"/>
            <a:ext cx="214313" cy="175320"/>
          </a:xfrm>
          <a:prstGeom prst="rect">
            <a:avLst/>
          </a:prstGeom>
        </p:spPr>
      </p:pic>
      <p:pic>
        <p:nvPicPr>
          <p:cNvPr id="23" name="SK-5-img-22" descr="preencoded.png">    </p:cNvPr>
          <p:cNvPicPr>
            <a:picLocks noChangeAspect="1"/>
          </p:cNvPicPr>
          <p:nvPr/>
        </p:nvPicPr>
        <p:blipFill>
          <a:blip r:embed="rId23"/>
          <a:stretch>
            <a:fillRect/>
          </a:stretch>
        </p:blipFill>
        <p:spPr>
          <a:xfrm>
            <a:off x="3874740" y="4371975"/>
            <a:ext cx="3188940" cy="696218"/>
          </a:xfrm>
          <a:prstGeom prst="rect">
            <a:avLst/>
          </a:prstGeom>
        </p:spPr>
      </p:pic>
      <p:pic>
        <p:nvPicPr>
          <p:cNvPr id="24" name="SK-5-img-23" descr="preencoded.png">    </p:cNvPr>
          <p:cNvPicPr>
            <a:picLocks noChangeAspect="1"/>
          </p:cNvPicPr>
          <p:nvPr/>
        </p:nvPicPr>
        <p:blipFill>
          <a:blip r:embed="rId24"/>
          <a:stretch>
            <a:fillRect/>
          </a:stretch>
        </p:blipFill>
        <p:spPr>
          <a:xfrm>
            <a:off x="3989040" y="4486275"/>
            <a:ext cx="381000" cy="381000"/>
          </a:xfrm>
          <a:prstGeom prst="rect">
            <a:avLst/>
          </a:prstGeom>
        </p:spPr>
      </p:pic>
      <p:pic>
        <p:nvPicPr>
          <p:cNvPr id="25" name="SK-5-img-24" descr="preencoded.png">    </p:cNvPr>
          <p:cNvPicPr>
            <a:picLocks noChangeAspect="1"/>
          </p:cNvPicPr>
          <p:nvPr/>
        </p:nvPicPr>
        <p:blipFill>
          <a:blip r:embed="rId25"/>
          <a:stretch>
            <a:fillRect/>
          </a:stretch>
        </p:blipFill>
        <p:spPr>
          <a:xfrm>
            <a:off x="4072384" y="4589115"/>
            <a:ext cx="214313" cy="175320"/>
          </a:xfrm>
          <a:prstGeom prst="rect">
            <a:avLst/>
          </a:prstGeom>
        </p:spPr>
      </p:pic>
      <p:pic>
        <p:nvPicPr>
          <p:cNvPr id="26" name="SK-5-img-25" descr="preencoded.png">    </p:cNvPr>
          <p:cNvPicPr>
            <a:picLocks noChangeAspect="1"/>
          </p:cNvPicPr>
          <p:nvPr/>
        </p:nvPicPr>
        <p:blipFill>
          <a:blip r:embed="rId26"/>
          <a:stretch>
            <a:fillRect/>
          </a:stretch>
        </p:blipFill>
        <p:spPr>
          <a:xfrm>
            <a:off x="571500" y="5182493"/>
            <a:ext cx="3188940" cy="696218"/>
          </a:xfrm>
          <a:prstGeom prst="rect">
            <a:avLst/>
          </a:prstGeom>
        </p:spPr>
      </p:pic>
      <p:pic>
        <p:nvPicPr>
          <p:cNvPr id="27" name="SK-5-img-26" descr="preencoded.png">    </p:cNvPr>
          <p:cNvPicPr>
            <a:picLocks noChangeAspect="1"/>
          </p:cNvPicPr>
          <p:nvPr/>
        </p:nvPicPr>
        <p:blipFill>
          <a:blip r:embed="rId27"/>
          <a:stretch>
            <a:fillRect/>
          </a:stretch>
        </p:blipFill>
        <p:spPr>
          <a:xfrm>
            <a:off x="685800" y="5296793"/>
            <a:ext cx="381000" cy="381000"/>
          </a:xfrm>
          <a:prstGeom prst="rect">
            <a:avLst/>
          </a:prstGeom>
        </p:spPr>
      </p:pic>
      <p:pic>
        <p:nvPicPr>
          <p:cNvPr id="28" name="SK-5-img-27" descr="preencoded.png">    </p:cNvPr>
          <p:cNvPicPr>
            <a:picLocks noChangeAspect="1"/>
          </p:cNvPicPr>
          <p:nvPr/>
        </p:nvPicPr>
        <p:blipFill>
          <a:blip r:embed="rId28"/>
          <a:stretch>
            <a:fillRect/>
          </a:stretch>
        </p:blipFill>
        <p:spPr>
          <a:xfrm>
            <a:off x="769144" y="5399633"/>
            <a:ext cx="214313" cy="175320"/>
          </a:xfrm>
          <a:prstGeom prst="rect">
            <a:avLst/>
          </a:prstGeom>
        </p:spPr>
      </p:pic>
      <p:pic>
        <p:nvPicPr>
          <p:cNvPr id="29" name="SK-5-img-28" descr="preencoded.png">    </p:cNvPr>
          <p:cNvPicPr>
            <a:picLocks noChangeAspect="1"/>
          </p:cNvPicPr>
          <p:nvPr/>
        </p:nvPicPr>
        <p:blipFill>
          <a:blip r:embed="rId29"/>
          <a:stretch>
            <a:fillRect/>
          </a:stretch>
        </p:blipFill>
        <p:spPr>
          <a:xfrm>
            <a:off x="3874740" y="5182493"/>
            <a:ext cx="3188940" cy="696218"/>
          </a:xfrm>
          <a:prstGeom prst="rect">
            <a:avLst/>
          </a:prstGeom>
        </p:spPr>
      </p:pic>
      <p:pic>
        <p:nvPicPr>
          <p:cNvPr id="30" name="SK-5-img-29" descr="preencoded.png">    </p:cNvPr>
          <p:cNvPicPr>
            <a:picLocks noChangeAspect="1"/>
          </p:cNvPicPr>
          <p:nvPr/>
        </p:nvPicPr>
        <p:blipFill>
          <a:blip r:embed="rId30"/>
          <a:stretch>
            <a:fillRect/>
          </a:stretch>
        </p:blipFill>
        <p:spPr>
          <a:xfrm>
            <a:off x="3989040" y="5296793"/>
            <a:ext cx="381000" cy="381000"/>
          </a:xfrm>
          <a:prstGeom prst="rect">
            <a:avLst/>
          </a:prstGeom>
        </p:spPr>
      </p:pic>
      <p:pic>
        <p:nvPicPr>
          <p:cNvPr id="31" name="SK-5-img-30" descr="preencoded.png">    </p:cNvPr>
          <p:cNvPicPr>
            <a:picLocks noChangeAspect="1"/>
          </p:cNvPicPr>
          <p:nvPr/>
        </p:nvPicPr>
        <p:blipFill>
          <a:blip r:embed="rId31"/>
          <a:stretch>
            <a:fillRect/>
          </a:stretch>
        </p:blipFill>
        <p:spPr>
          <a:xfrm>
            <a:off x="4072384" y="5399633"/>
            <a:ext cx="214313" cy="175320"/>
          </a:xfrm>
          <a:prstGeom prst="rect">
            <a:avLst/>
          </a:prstGeom>
        </p:spPr>
      </p:pic>
      <p:pic>
        <p:nvPicPr>
          <p:cNvPr id="32" name="SK-5-img-31" descr="preencoded.png">    </p:cNvPr>
          <p:cNvPicPr>
            <a:picLocks noChangeAspect="1"/>
          </p:cNvPicPr>
          <p:nvPr/>
        </p:nvPicPr>
        <p:blipFill>
          <a:blip r:embed="rId32"/>
          <a:stretch>
            <a:fillRect/>
          </a:stretch>
        </p:blipFill>
        <p:spPr>
          <a:xfrm>
            <a:off x="7292280" y="1781175"/>
            <a:ext cx="190500" cy="152400"/>
          </a:xfrm>
          <a:prstGeom prst="rect">
            <a:avLst/>
          </a:prstGeom>
        </p:spPr>
      </p:pic>
      <p:pic>
        <p:nvPicPr>
          <p:cNvPr id="33" name="SK-5-img-32" descr="preencoded.png">    </p:cNvPr>
          <p:cNvPicPr>
            <a:picLocks noChangeAspect="1"/>
          </p:cNvPicPr>
          <p:nvPr/>
        </p:nvPicPr>
        <p:blipFill>
          <a:blip r:embed="rId33"/>
          <a:stretch>
            <a:fillRect/>
          </a:stretch>
        </p:blipFill>
        <p:spPr>
          <a:xfrm>
            <a:off x="7292280" y="2190750"/>
            <a:ext cx="4328220" cy="1098500"/>
          </a:xfrm>
          <a:prstGeom prst="rect">
            <a:avLst/>
          </a:prstGeom>
        </p:spPr>
      </p:pic>
      <p:pic>
        <p:nvPicPr>
          <p:cNvPr id="34" name="SK-5-img-33" descr="preencoded.png">    </p:cNvPr>
          <p:cNvPicPr>
            <a:picLocks noChangeAspect="1"/>
          </p:cNvPicPr>
          <p:nvPr/>
        </p:nvPicPr>
        <p:blipFill>
          <a:blip r:embed="rId34"/>
          <a:stretch>
            <a:fillRect/>
          </a:stretch>
        </p:blipFill>
        <p:spPr>
          <a:xfrm>
            <a:off x="7292280" y="3403550"/>
            <a:ext cx="4328220" cy="1098500"/>
          </a:xfrm>
          <a:prstGeom prst="rect">
            <a:avLst/>
          </a:prstGeom>
        </p:spPr>
      </p:pic>
      <p:pic>
        <p:nvPicPr>
          <p:cNvPr id="35" name="SK-5-img-34" descr="preencoded.png">    </p:cNvPr>
          <p:cNvPicPr>
            <a:picLocks noChangeAspect="1"/>
          </p:cNvPicPr>
          <p:nvPr/>
        </p:nvPicPr>
        <p:blipFill>
          <a:blip r:embed="rId35"/>
          <a:stretch>
            <a:fillRect/>
          </a:stretch>
        </p:blipFill>
        <p:spPr>
          <a:xfrm>
            <a:off x="7292280" y="4616351"/>
            <a:ext cx="4328220" cy="1098500"/>
          </a:xfrm>
          <a:prstGeom prst="rect">
            <a:avLst/>
          </a:prstGeom>
        </p:spPr>
      </p:pic>
      <p:pic>
        <p:nvPicPr>
          <p:cNvPr id="36" name="SK-5-img-35" descr="preencoded.png">    </p:cNvPr>
          <p:cNvPicPr>
            <a:picLocks noChangeAspect="1"/>
          </p:cNvPicPr>
          <p:nvPr/>
        </p:nvPicPr>
        <p:blipFill>
          <a:blip r:embed="rId36"/>
          <a:stretch>
            <a:fillRect/>
          </a:stretch>
        </p:blipFill>
        <p:spPr>
          <a:xfrm>
            <a:off x="7292280" y="5981700"/>
            <a:ext cx="952500" cy="209550"/>
          </a:xfrm>
          <a:prstGeom prst="rect">
            <a:avLst/>
          </a:prstGeom>
        </p:spPr>
      </p:pic>
      <p:pic>
        <p:nvPicPr>
          <p:cNvPr id="37" name="SK-5-img-36" descr="preencoded.png">    </p:cNvPr>
          <p:cNvPicPr>
            <a:picLocks noChangeAspect="1"/>
          </p:cNvPicPr>
          <p:nvPr/>
        </p:nvPicPr>
        <p:blipFill>
          <a:blip r:embed="rId37"/>
          <a:stretch>
            <a:fillRect/>
          </a:stretch>
        </p:blipFill>
        <p:spPr>
          <a:xfrm>
            <a:off x="8320980" y="5981700"/>
            <a:ext cx="885825" cy="209550"/>
          </a:xfrm>
          <a:prstGeom prst="rect">
            <a:avLst/>
          </a:prstGeom>
        </p:spPr>
      </p:pic>
      <p:pic>
        <p:nvPicPr>
          <p:cNvPr id="38" name="SK-5-img-37" descr="preencoded.png">    </p:cNvPr>
          <p:cNvPicPr>
            <a:picLocks noChangeAspect="1"/>
          </p:cNvPicPr>
          <p:nvPr/>
        </p:nvPicPr>
        <p:blipFill>
          <a:blip r:embed="rId38"/>
          <a:stretch>
            <a:fillRect/>
          </a:stretch>
        </p:blipFill>
        <p:spPr>
          <a:xfrm>
            <a:off x="9283005" y="5981700"/>
            <a:ext cx="1352550" cy="209550"/>
          </a:xfrm>
          <a:prstGeom prst="rect">
            <a:avLst/>
          </a:prstGeom>
        </p:spPr>
      </p:pic>
      <p:pic>
        <p:nvPicPr>
          <p:cNvPr id="39" name="SK-5-img-38" descr="preencoded.png">    </p:cNvPr>
          <p:cNvPicPr>
            <a:picLocks noChangeAspect="1"/>
          </p:cNvPicPr>
          <p:nvPr/>
        </p:nvPicPr>
        <p:blipFill>
          <a:blip r:embed="rId39"/>
          <a:stretch>
            <a:fillRect/>
          </a:stretch>
        </p:blipFill>
        <p:spPr>
          <a:xfrm>
            <a:off x="7292280" y="6267450"/>
            <a:ext cx="1152525" cy="209550"/>
          </a:xfrm>
          <a:prstGeom prst="rect">
            <a:avLst/>
          </a:prstGeom>
        </p:spPr>
      </p:pic>
      <p:sp>
        <p:nvSpPr>
          <p:cNvPr id="40" name="SK-5-text-39"/>
          <p:cNvSpPr/>
          <p:nvPr/>
        </p:nvSpPr>
        <p:spPr>
          <a:xfrm>
            <a:off x="647700" y="38100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01</a:t>
            </a:r>
            <a:endParaRPr lang="en-US" sz="1050" dirty="0"/>
          </a:p>
        </p:txBody>
      </p:sp>
      <p:sp>
        <p:nvSpPr>
          <p:cNvPr id="41" name="SK-5-text-40"/>
          <p:cNvSpPr/>
          <p:nvPr/>
        </p:nvSpPr>
        <p:spPr>
          <a:xfrm>
            <a:off x="571500" y="6953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模块一：对话式学习画像自主构建</a:t>
            </a:r>
            <a:endParaRPr lang="en-US" sz="2550" dirty="0"/>
          </a:p>
        </p:txBody>
      </p:sp>
      <p:sp>
        <p:nvSpPr>
          <p:cNvPr id="42" name="SK-5-text-41"/>
          <p:cNvSpPr/>
          <p:nvPr/>
        </p:nvSpPr>
        <p:spPr>
          <a:xfrm>
            <a:off x="685800" y="12954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通过自然语言对话动态构建8维度结构化画像，支持特征自动抽取与随学随新的动态更新机制。</a:t>
            </a:r>
            <a:endParaRPr lang="en-US" sz="1200" dirty="0"/>
          </a:p>
        </p:txBody>
      </p:sp>
      <p:sp>
        <p:nvSpPr>
          <p:cNvPr id="43" name="SK-5-text-42"/>
          <p:cNvSpPr/>
          <p:nvPr/>
        </p:nvSpPr>
        <p:spPr>
          <a:xfrm>
            <a:off x="885825" y="2312789"/>
            <a:ext cx="649218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00F5FF"/>
                </a:solidFill>
                <a:latin typeface="Noto Sans SC" pitchFamily="34" charset="0"/>
                <a:ea typeface="Noto Sans SC" pitchFamily="34" charset="-122"/>
                <a:cs typeface="Noto Sans SC" pitchFamily="34" charset="-120"/>
              </a:rPr>
              <a:t>8维度动态数字画像</a:t>
            </a:r>
            <a:endParaRPr lang="en-US" sz="1500" dirty="0"/>
          </a:p>
        </p:txBody>
      </p:sp>
      <p:sp>
        <p:nvSpPr>
          <p:cNvPr id="44" name="SK-5-text-43"/>
          <p:cNvSpPr/>
          <p:nvPr/>
        </p:nvSpPr>
        <p:spPr>
          <a:xfrm>
            <a:off x="1181100" y="2865239"/>
            <a:ext cx="221456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知识基础</a:t>
            </a:r>
            <a:endParaRPr lang="en-US" sz="1275" dirty="0"/>
          </a:p>
        </p:txBody>
      </p:sp>
      <p:sp>
        <p:nvSpPr>
          <p:cNvPr id="45" name="SK-5-text-44"/>
          <p:cNvSpPr/>
          <p:nvPr/>
        </p:nvSpPr>
        <p:spPr>
          <a:xfrm>
            <a:off x="1181100" y="3146227"/>
            <a:ext cx="4130040" cy="186630"/>
          </a:xfrm>
          <a:prstGeom prst="rect">
            <a:avLst/>
          </a:prstGeom>
          <a:noFill/>
          <a:ln/>
        </p:spPr>
        <p:txBody>
          <a:bodyPr wrap="square" lIns="0" tIns="0" rIns="0" bIns="0" rtlCol="0" anchor="ctr" vert="horz"/>
          <a:lstStyle/>
          <a:p>
            <a:pPr indent="0" marL="0">
              <a:lnSpc>
                <a:spcPts val="1470"/>
              </a:lnSpc>
              <a:buNone/>
            </a:pPr>
            <a:r>
              <a:rPr lang="en-US" sz="1050" dirty="0">
                <a:solidFill>
                  <a:srgbClr val="718096"/>
                </a:solidFill>
                <a:latin typeface="Noto Sans SC" pitchFamily="34" charset="0"/>
                <a:ea typeface="Noto Sans SC" pitchFamily="34" charset="-122"/>
                <a:cs typeface="Noto Sans SC" pitchFamily="34" charset="-120"/>
              </a:rPr>
              <a:t>当前专业、已掌握知识点、薄弱环节</a:t>
            </a:r>
            <a:endParaRPr lang="en-US" sz="1050" dirty="0"/>
          </a:p>
        </p:txBody>
      </p:sp>
      <p:sp>
        <p:nvSpPr>
          <p:cNvPr id="46" name="SK-5-text-45"/>
          <p:cNvSpPr/>
          <p:nvPr/>
        </p:nvSpPr>
        <p:spPr>
          <a:xfrm>
            <a:off x="4484340" y="2865239"/>
            <a:ext cx="177641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认知风格</a:t>
            </a:r>
            <a:endParaRPr lang="en-US" sz="1275" dirty="0"/>
          </a:p>
        </p:txBody>
      </p:sp>
      <p:sp>
        <p:nvSpPr>
          <p:cNvPr id="47" name="SK-5-text-46"/>
          <p:cNvSpPr/>
          <p:nvPr/>
        </p:nvSpPr>
        <p:spPr>
          <a:xfrm>
            <a:off x="4484340" y="3146227"/>
            <a:ext cx="3596640" cy="186630"/>
          </a:xfrm>
          <a:prstGeom prst="rect">
            <a:avLst/>
          </a:prstGeom>
          <a:noFill/>
          <a:ln/>
        </p:spPr>
        <p:txBody>
          <a:bodyPr wrap="square" lIns="0" tIns="0" rIns="0" bIns="0" rtlCol="0" anchor="ctr" vert="horz"/>
          <a:lstStyle/>
          <a:p>
            <a:pPr indent="0" marL="0">
              <a:lnSpc>
                <a:spcPts val="1470"/>
              </a:lnSpc>
              <a:buNone/>
            </a:pPr>
            <a:r>
              <a:rPr lang="en-US" sz="1050" dirty="0">
                <a:solidFill>
                  <a:srgbClr val="718096"/>
                </a:solidFill>
                <a:latin typeface="Noto Sans SC" pitchFamily="34" charset="0"/>
                <a:ea typeface="Noto Sans SC" pitchFamily="34" charset="-122"/>
                <a:cs typeface="Noto Sans SC" pitchFamily="34" charset="-120"/>
              </a:rPr>
              <a:t>视觉/听觉/动手型等学习偏好</a:t>
            </a:r>
            <a:endParaRPr lang="en-US" sz="1050" dirty="0"/>
          </a:p>
        </p:txBody>
      </p:sp>
      <p:sp>
        <p:nvSpPr>
          <p:cNvPr id="48" name="SK-5-text-47"/>
          <p:cNvSpPr/>
          <p:nvPr/>
        </p:nvSpPr>
        <p:spPr>
          <a:xfrm>
            <a:off x="1181100" y="3675757"/>
            <a:ext cx="181451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学习目标</a:t>
            </a:r>
            <a:endParaRPr lang="en-US" sz="1275" dirty="0"/>
          </a:p>
        </p:txBody>
      </p:sp>
      <p:sp>
        <p:nvSpPr>
          <p:cNvPr id="49" name="SK-5-text-48"/>
          <p:cNvSpPr/>
          <p:nvPr/>
        </p:nvSpPr>
        <p:spPr>
          <a:xfrm>
            <a:off x="1181100" y="3956745"/>
            <a:ext cx="3543300" cy="186630"/>
          </a:xfrm>
          <a:prstGeom prst="rect">
            <a:avLst/>
          </a:prstGeom>
          <a:noFill/>
          <a:ln/>
        </p:spPr>
        <p:txBody>
          <a:bodyPr wrap="square" lIns="0" tIns="0" rIns="0" bIns="0" rtlCol="0" anchor="ctr" vert="horz"/>
          <a:lstStyle/>
          <a:p>
            <a:pPr indent="0" marL="0">
              <a:lnSpc>
                <a:spcPts val="1470"/>
              </a:lnSpc>
              <a:buNone/>
            </a:pPr>
            <a:r>
              <a:rPr lang="en-US" sz="1050" dirty="0">
                <a:solidFill>
                  <a:srgbClr val="718096"/>
                </a:solidFill>
                <a:latin typeface="Noto Sans SC" pitchFamily="34" charset="0"/>
                <a:ea typeface="Noto Sans SC" pitchFamily="34" charset="-122"/>
                <a:cs typeface="Noto Sans SC" pitchFamily="34" charset="-120"/>
              </a:rPr>
              <a:t>短期目标设定与长期职业规划</a:t>
            </a:r>
            <a:endParaRPr lang="en-US" sz="1050" dirty="0"/>
          </a:p>
        </p:txBody>
      </p:sp>
      <p:sp>
        <p:nvSpPr>
          <p:cNvPr id="50" name="SK-5-text-49"/>
          <p:cNvSpPr/>
          <p:nvPr/>
        </p:nvSpPr>
        <p:spPr>
          <a:xfrm>
            <a:off x="4484340" y="3675757"/>
            <a:ext cx="181451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易错模式</a:t>
            </a:r>
            <a:endParaRPr lang="en-US" sz="1275" dirty="0"/>
          </a:p>
        </p:txBody>
      </p:sp>
      <p:sp>
        <p:nvSpPr>
          <p:cNvPr id="51" name="SK-5-text-50"/>
          <p:cNvSpPr/>
          <p:nvPr/>
        </p:nvSpPr>
        <p:spPr>
          <a:xfrm>
            <a:off x="4484340" y="3956745"/>
            <a:ext cx="3543300" cy="186630"/>
          </a:xfrm>
          <a:prstGeom prst="rect">
            <a:avLst/>
          </a:prstGeom>
          <a:noFill/>
          <a:ln/>
        </p:spPr>
        <p:txBody>
          <a:bodyPr wrap="square" lIns="0" tIns="0" rIns="0" bIns="0" rtlCol="0" anchor="ctr" vert="horz"/>
          <a:lstStyle/>
          <a:p>
            <a:pPr indent="0" marL="0">
              <a:lnSpc>
                <a:spcPts val="1470"/>
              </a:lnSpc>
              <a:buNone/>
            </a:pPr>
            <a:r>
              <a:rPr lang="en-US" sz="1050" dirty="0">
                <a:solidFill>
                  <a:srgbClr val="718096"/>
                </a:solidFill>
                <a:latin typeface="Noto Sans SC" pitchFamily="34" charset="0"/>
                <a:ea typeface="Noto Sans SC" pitchFamily="34" charset="-122"/>
                <a:cs typeface="Noto Sans SC" pitchFamily="34" charset="-120"/>
              </a:rPr>
              <a:t>常见错误逻辑与特定知识盲区</a:t>
            </a:r>
            <a:endParaRPr lang="en-US" sz="1050" dirty="0"/>
          </a:p>
        </p:txBody>
      </p:sp>
      <p:sp>
        <p:nvSpPr>
          <p:cNvPr id="52" name="SK-5-text-51"/>
          <p:cNvSpPr/>
          <p:nvPr/>
        </p:nvSpPr>
        <p:spPr>
          <a:xfrm>
            <a:off x="1181100" y="4486275"/>
            <a:ext cx="181451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学习节奏</a:t>
            </a:r>
            <a:endParaRPr lang="en-US" sz="1275" dirty="0"/>
          </a:p>
        </p:txBody>
      </p:sp>
      <p:sp>
        <p:nvSpPr>
          <p:cNvPr id="53" name="SK-5-text-52"/>
          <p:cNvSpPr/>
          <p:nvPr/>
        </p:nvSpPr>
        <p:spPr>
          <a:xfrm>
            <a:off x="1181100" y="4767263"/>
            <a:ext cx="3543300" cy="186630"/>
          </a:xfrm>
          <a:prstGeom prst="rect">
            <a:avLst/>
          </a:prstGeom>
          <a:noFill/>
          <a:ln/>
        </p:spPr>
        <p:txBody>
          <a:bodyPr wrap="square" lIns="0" tIns="0" rIns="0" bIns="0" rtlCol="0" anchor="ctr" vert="horz"/>
          <a:lstStyle/>
          <a:p>
            <a:pPr indent="0" marL="0">
              <a:lnSpc>
                <a:spcPts val="1470"/>
              </a:lnSpc>
              <a:buNone/>
            </a:pPr>
            <a:r>
              <a:rPr lang="en-US" sz="1050" dirty="0">
                <a:solidFill>
                  <a:srgbClr val="718096"/>
                </a:solidFill>
                <a:latin typeface="Noto Sans SC" pitchFamily="34" charset="0"/>
                <a:ea typeface="Noto Sans SC" pitchFamily="34" charset="-122"/>
                <a:cs typeface="Noto Sans SC" pitchFamily="34" charset="-120"/>
              </a:rPr>
              <a:t>每周投入时长与偏好学习时段</a:t>
            </a:r>
            <a:endParaRPr lang="en-US" sz="1050" dirty="0"/>
          </a:p>
        </p:txBody>
      </p:sp>
      <p:sp>
        <p:nvSpPr>
          <p:cNvPr id="54" name="SK-5-text-53"/>
          <p:cNvSpPr/>
          <p:nvPr/>
        </p:nvSpPr>
        <p:spPr>
          <a:xfrm>
            <a:off x="4484340" y="4486275"/>
            <a:ext cx="1824038"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资源偏好</a:t>
            </a:r>
            <a:endParaRPr lang="en-US" sz="1275" dirty="0"/>
          </a:p>
        </p:txBody>
      </p:sp>
      <p:sp>
        <p:nvSpPr>
          <p:cNvPr id="55" name="SK-5-text-54"/>
          <p:cNvSpPr/>
          <p:nvPr/>
        </p:nvSpPr>
        <p:spPr>
          <a:xfrm>
            <a:off x="4484340" y="4767263"/>
            <a:ext cx="3756660" cy="186630"/>
          </a:xfrm>
          <a:prstGeom prst="rect">
            <a:avLst/>
          </a:prstGeom>
          <a:noFill/>
          <a:ln/>
        </p:spPr>
        <p:txBody>
          <a:bodyPr wrap="square" lIns="0" tIns="0" rIns="0" bIns="0" rtlCol="0" anchor="ctr" vert="horz"/>
          <a:lstStyle/>
          <a:p>
            <a:pPr indent="0" marL="0">
              <a:lnSpc>
                <a:spcPts val="1470"/>
              </a:lnSpc>
              <a:buNone/>
            </a:pPr>
            <a:r>
              <a:rPr lang="en-US" sz="1050" dirty="0">
                <a:solidFill>
                  <a:srgbClr val="718096"/>
                </a:solidFill>
                <a:latin typeface="Noto Sans SC" pitchFamily="34" charset="0"/>
                <a:ea typeface="Noto Sans SC" pitchFamily="34" charset="-122"/>
                <a:cs typeface="Noto Sans SC" pitchFamily="34" charset="-120"/>
              </a:rPr>
              <a:t>文档/视频/代码/图解偏好类型</a:t>
            </a:r>
            <a:endParaRPr lang="en-US" sz="1050" dirty="0"/>
          </a:p>
        </p:txBody>
      </p:sp>
      <p:sp>
        <p:nvSpPr>
          <p:cNvPr id="56" name="SK-5-text-55"/>
          <p:cNvSpPr/>
          <p:nvPr/>
        </p:nvSpPr>
        <p:spPr>
          <a:xfrm>
            <a:off x="1181100" y="5296793"/>
            <a:ext cx="181451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临床经验</a:t>
            </a:r>
            <a:endParaRPr lang="en-US" sz="1275" dirty="0"/>
          </a:p>
        </p:txBody>
      </p:sp>
      <p:sp>
        <p:nvSpPr>
          <p:cNvPr id="57" name="SK-5-text-56"/>
          <p:cNvSpPr/>
          <p:nvPr/>
        </p:nvSpPr>
        <p:spPr>
          <a:xfrm>
            <a:off x="1181100" y="5577780"/>
            <a:ext cx="3543300" cy="186630"/>
          </a:xfrm>
          <a:prstGeom prst="rect">
            <a:avLst/>
          </a:prstGeom>
          <a:noFill/>
          <a:ln/>
        </p:spPr>
        <p:txBody>
          <a:bodyPr wrap="square" lIns="0" tIns="0" rIns="0" bIns="0" rtlCol="0" anchor="ctr" vert="horz"/>
          <a:lstStyle/>
          <a:p>
            <a:pPr indent="0" marL="0">
              <a:lnSpc>
                <a:spcPts val="1470"/>
              </a:lnSpc>
              <a:buNone/>
            </a:pPr>
            <a:r>
              <a:rPr lang="en-US" sz="1050" dirty="0">
                <a:solidFill>
                  <a:srgbClr val="718096"/>
                </a:solidFill>
                <a:latin typeface="Noto Sans SC" pitchFamily="34" charset="0"/>
                <a:ea typeface="Noto Sans SC" pitchFamily="34" charset="-122"/>
                <a:cs typeface="Noto Sans SC" pitchFamily="34" charset="-120"/>
              </a:rPr>
              <a:t>医学实践经历与专业技能水平</a:t>
            </a:r>
            <a:endParaRPr lang="en-US" sz="1050" dirty="0"/>
          </a:p>
        </p:txBody>
      </p:sp>
      <p:sp>
        <p:nvSpPr>
          <p:cNvPr id="58" name="SK-5-text-57"/>
          <p:cNvSpPr/>
          <p:nvPr/>
        </p:nvSpPr>
        <p:spPr>
          <a:xfrm>
            <a:off x="4484340" y="5296793"/>
            <a:ext cx="181451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情绪状态</a:t>
            </a:r>
            <a:endParaRPr lang="en-US" sz="1275" dirty="0"/>
          </a:p>
        </p:txBody>
      </p:sp>
      <p:sp>
        <p:nvSpPr>
          <p:cNvPr id="59" name="SK-5-text-58"/>
          <p:cNvSpPr/>
          <p:nvPr/>
        </p:nvSpPr>
        <p:spPr>
          <a:xfrm>
            <a:off x="4484340" y="5577780"/>
            <a:ext cx="3543300" cy="186630"/>
          </a:xfrm>
          <a:prstGeom prst="rect">
            <a:avLst/>
          </a:prstGeom>
          <a:noFill/>
          <a:ln/>
        </p:spPr>
        <p:txBody>
          <a:bodyPr wrap="square" lIns="0" tIns="0" rIns="0" bIns="0" rtlCol="0" anchor="ctr" vert="horz"/>
          <a:lstStyle/>
          <a:p>
            <a:pPr indent="0" marL="0">
              <a:lnSpc>
                <a:spcPts val="1470"/>
              </a:lnSpc>
              <a:buNone/>
            </a:pPr>
            <a:r>
              <a:rPr lang="en-US" sz="1050" dirty="0">
                <a:solidFill>
                  <a:srgbClr val="718096"/>
                </a:solidFill>
                <a:latin typeface="Noto Sans SC" pitchFamily="34" charset="0"/>
                <a:ea typeface="Noto Sans SC" pitchFamily="34" charset="-122"/>
                <a:cs typeface="Noto Sans SC" pitchFamily="34" charset="-120"/>
              </a:rPr>
              <a:t>学习动力评估与心理状态监测</a:t>
            </a:r>
            <a:endParaRPr lang="en-US" sz="1050" dirty="0"/>
          </a:p>
        </p:txBody>
      </p:sp>
      <p:sp>
        <p:nvSpPr>
          <p:cNvPr id="60" name="SK-5-text-59"/>
          <p:cNvSpPr/>
          <p:nvPr/>
        </p:nvSpPr>
        <p:spPr>
          <a:xfrm>
            <a:off x="7558980" y="1714500"/>
            <a:ext cx="2381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00F5FF"/>
                </a:solidFill>
                <a:latin typeface="Noto Sans SC" pitchFamily="34" charset="0"/>
                <a:ea typeface="Noto Sans SC" pitchFamily="34" charset="-122"/>
                <a:cs typeface="Noto Sans SC" pitchFamily="34" charset="-120"/>
              </a:rPr>
              <a:t>核心实现机制</a:t>
            </a:r>
            <a:endParaRPr lang="en-US" sz="1500" dirty="0"/>
          </a:p>
        </p:txBody>
      </p:sp>
      <p:sp>
        <p:nvSpPr>
          <p:cNvPr id="61" name="SK-5-text-60"/>
          <p:cNvSpPr/>
          <p:nvPr/>
        </p:nvSpPr>
        <p:spPr>
          <a:xfrm>
            <a:off x="7444680" y="2399407"/>
            <a:ext cx="409962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7B61FF"/>
                </a:solidFill>
              </a:rPr>
              <a:t>INTELLIGENT DIALOGUE</a:t>
            </a:r>
            <a:endParaRPr lang="en-US" sz="1125" dirty="0"/>
          </a:p>
        </p:txBody>
      </p:sp>
      <p:sp>
        <p:nvSpPr>
          <p:cNvPr id="62" name="SK-5-text-61"/>
          <p:cNvSpPr/>
          <p:nvPr/>
        </p:nvSpPr>
        <p:spPr>
          <a:xfrm>
            <a:off x="7444680" y="2651820"/>
            <a:ext cx="4023420"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画像对话智能体引导学生进行自然语言交流，取代繁琐的静态表单，提升用户体验。</a:t>
            </a:r>
            <a:endParaRPr lang="en-US" sz="1125" dirty="0"/>
          </a:p>
        </p:txBody>
      </p:sp>
      <p:sp>
        <p:nvSpPr>
          <p:cNvPr id="63" name="SK-5-text-62"/>
          <p:cNvSpPr/>
          <p:nvPr/>
        </p:nvSpPr>
        <p:spPr>
          <a:xfrm>
            <a:off x="7444680" y="3612207"/>
            <a:ext cx="409962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7B61FF"/>
                </a:solidFill>
              </a:rPr>
              <a:t>FEATURE EXTRACTION</a:t>
            </a:r>
            <a:endParaRPr lang="en-US" sz="1125" dirty="0"/>
          </a:p>
        </p:txBody>
      </p:sp>
      <p:sp>
        <p:nvSpPr>
          <p:cNvPr id="64" name="SK-5-text-63"/>
          <p:cNvSpPr/>
          <p:nvPr/>
        </p:nvSpPr>
        <p:spPr>
          <a:xfrm>
            <a:off x="7444680" y="3864620"/>
            <a:ext cx="4023420"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特征抽取智能体从对话上下文及历史摘要中自动提取枚举化等级与结构化描述字段。</a:t>
            </a:r>
            <a:endParaRPr lang="en-US" sz="1125" dirty="0"/>
          </a:p>
        </p:txBody>
      </p:sp>
      <p:sp>
        <p:nvSpPr>
          <p:cNvPr id="65" name="SK-5-text-64"/>
          <p:cNvSpPr/>
          <p:nvPr/>
        </p:nvSpPr>
        <p:spPr>
          <a:xfrm>
            <a:off x="7444680" y="4825008"/>
            <a:ext cx="409962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7B61FF"/>
                </a:solidFill>
              </a:rPr>
              <a:t>DYNAMIC ITERATION</a:t>
            </a:r>
            <a:endParaRPr lang="en-US" sz="1125" dirty="0"/>
          </a:p>
        </p:txBody>
      </p:sp>
      <p:sp>
        <p:nvSpPr>
          <p:cNvPr id="66" name="SK-5-text-65"/>
          <p:cNvSpPr/>
          <p:nvPr/>
        </p:nvSpPr>
        <p:spPr>
          <a:xfrm>
            <a:off x="7444680" y="5077420"/>
            <a:ext cx="4023420"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系统根据学习表现“随学随新”，支持手动编辑修正，确保画像在长周期学习中的实时性。</a:t>
            </a:r>
            <a:endParaRPr lang="en-US" sz="1125" dirty="0"/>
          </a:p>
        </p:txBody>
      </p:sp>
      <p:sp>
        <p:nvSpPr>
          <p:cNvPr id="67" name="SK-5-text-66"/>
          <p:cNvSpPr/>
          <p:nvPr/>
        </p:nvSpPr>
        <p:spPr>
          <a:xfrm>
            <a:off x="7368480" y="5981700"/>
            <a:ext cx="1458773"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ProfileAgent</a:t>
            </a:r>
            <a:endParaRPr lang="en-US" sz="900" dirty="0"/>
          </a:p>
        </p:txBody>
      </p:sp>
      <p:sp>
        <p:nvSpPr>
          <p:cNvPr id="68" name="SK-5-text-67"/>
          <p:cNvSpPr/>
          <p:nvPr/>
        </p:nvSpPr>
        <p:spPr>
          <a:xfrm>
            <a:off x="8397180" y="5981700"/>
            <a:ext cx="1325388"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JSON Schema</a:t>
            </a:r>
            <a:endParaRPr lang="en-US" sz="900" dirty="0"/>
          </a:p>
        </p:txBody>
      </p:sp>
      <p:sp>
        <p:nvSpPr>
          <p:cNvPr id="69" name="SK-5-text-68"/>
          <p:cNvSpPr/>
          <p:nvPr/>
        </p:nvSpPr>
        <p:spPr>
          <a:xfrm>
            <a:off x="9359205" y="5981700"/>
            <a:ext cx="2266896"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Context Summarizer</a:t>
            </a:r>
            <a:endParaRPr lang="en-US" sz="900" dirty="0"/>
          </a:p>
        </p:txBody>
      </p:sp>
      <p:sp>
        <p:nvSpPr>
          <p:cNvPr id="70" name="SK-5-text-69"/>
          <p:cNvSpPr/>
          <p:nvPr/>
        </p:nvSpPr>
        <p:spPr>
          <a:xfrm>
            <a:off x="7368480" y="6267450"/>
            <a:ext cx="1861547"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Manual Override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6-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6-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6-img-3" descr="preencoded.png">    </p:cNvPr>
          <p:cNvPicPr>
            <a:picLocks noChangeAspect="1"/>
          </p:cNvPicPr>
          <p:nvPr/>
        </p:nvPicPr>
        <p:blipFill>
          <a:blip r:embed="rId4"/>
          <a:stretch>
            <a:fillRect/>
          </a:stretch>
        </p:blipFill>
        <p:spPr>
          <a:xfrm>
            <a:off x="571500" y="304800"/>
            <a:ext cx="1962150" cy="238125"/>
          </a:xfrm>
          <a:prstGeom prst="rect">
            <a:avLst/>
          </a:prstGeom>
        </p:spPr>
      </p:pic>
      <p:pic>
        <p:nvPicPr>
          <p:cNvPr id="5" name="SK-6-img-4" descr="preencoded.png">    </p:cNvPr>
          <p:cNvPicPr>
            <a:picLocks noChangeAspect="1"/>
          </p:cNvPicPr>
          <p:nvPr/>
        </p:nvPicPr>
        <p:blipFill>
          <a:blip r:embed="rId5"/>
          <a:stretch>
            <a:fillRect/>
          </a:stretch>
        </p:blipFill>
        <p:spPr>
          <a:xfrm>
            <a:off x="2647950" y="419100"/>
            <a:ext cx="8972550" cy="9525"/>
          </a:xfrm>
          <a:prstGeom prst="rect">
            <a:avLst/>
          </a:prstGeom>
        </p:spPr>
      </p:pic>
      <p:pic>
        <p:nvPicPr>
          <p:cNvPr id="6" name="SK-6-img-5" descr="preencoded.png">    </p:cNvPr>
          <p:cNvPicPr>
            <a:picLocks noChangeAspect="1"/>
          </p:cNvPicPr>
          <p:nvPr/>
        </p:nvPicPr>
        <p:blipFill>
          <a:blip r:embed="rId6"/>
          <a:stretch>
            <a:fillRect/>
          </a:stretch>
        </p:blipFill>
        <p:spPr>
          <a:xfrm>
            <a:off x="571500" y="1314450"/>
            <a:ext cx="38100" cy="38100"/>
          </a:xfrm>
          <a:prstGeom prst="rect">
            <a:avLst/>
          </a:prstGeom>
        </p:spPr>
      </p:pic>
      <p:pic>
        <p:nvPicPr>
          <p:cNvPr id="7" name="SK-6-img-6" descr="preencoded.png">    </p:cNvPr>
          <p:cNvPicPr>
            <a:picLocks noChangeAspect="1"/>
          </p:cNvPicPr>
          <p:nvPr/>
        </p:nvPicPr>
        <p:blipFill>
          <a:blip r:embed="rId7"/>
          <a:stretch>
            <a:fillRect/>
          </a:stretch>
        </p:blipFill>
        <p:spPr>
          <a:xfrm>
            <a:off x="571500" y="1600200"/>
            <a:ext cx="4328220" cy="2428875"/>
          </a:xfrm>
          <a:prstGeom prst="rect">
            <a:avLst/>
          </a:prstGeom>
        </p:spPr>
      </p:pic>
      <p:pic>
        <p:nvPicPr>
          <p:cNvPr id="8" name="SK-6-img-7" descr="preencoded.png">    </p:cNvPr>
          <p:cNvPicPr>
            <a:picLocks noChangeAspect="1"/>
          </p:cNvPicPr>
          <p:nvPr/>
        </p:nvPicPr>
        <p:blipFill>
          <a:blip r:embed="rId8"/>
          <a:stretch>
            <a:fillRect/>
          </a:stretch>
        </p:blipFill>
        <p:spPr>
          <a:xfrm>
            <a:off x="762000" y="1831628"/>
            <a:ext cx="214313" cy="175320"/>
          </a:xfrm>
          <a:prstGeom prst="rect">
            <a:avLst/>
          </a:prstGeom>
        </p:spPr>
      </p:pic>
      <p:pic>
        <p:nvPicPr>
          <p:cNvPr id="9" name="SK-6-img-8" descr="preencoded.png">    </p:cNvPr>
          <p:cNvPicPr>
            <a:picLocks noChangeAspect="1"/>
          </p:cNvPicPr>
          <p:nvPr/>
        </p:nvPicPr>
        <p:blipFill>
          <a:blip r:embed="rId9"/>
          <a:stretch>
            <a:fillRect/>
          </a:stretch>
        </p:blipFill>
        <p:spPr>
          <a:xfrm>
            <a:off x="762000" y="2200275"/>
            <a:ext cx="1925985" cy="352425"/>
          </a:xfrm>
          <a:prstGeom prst="rect">
            <a:avLst/>
          </a:prstGeom>
        </p:spPr>
      </p:pic>
      <p:pic>
        <p:nvPicPr>
          <p:cNvPr id="10" name="SK-6-img-9" descr="preencoded.png">    </p:cNvPr>
          <p:cNvPicPr>
            <a:picLocks noChangeAspect="1"/>
          </p:cNvPicPr>
          <p:nvPr/>
        </p:nvPicPr>
        <p:blipFill>
          <a:blip r:embed="rId10"/>
          <a:stretch>
            <a:fillRect/>
          </a:stretch>
        </p:blipFill>
        <p:spPr>
          <a:xfrm>
            <a:off x="895350" y="2309813"/>
            <a:ext cx="166688" cy="133350"/>
          </a:xfrm>
          <a:prstGeom prst="rect">
            <a:avLst/>
          </a:prstGeom>
        </p:spPr>
      </p:pic>
      <p:pic>
        <p:nvPicPr>
          <p:cNvPr id="11" name="SK-6-img-10" descr="preencoded.png">    </p:cNvPr>
          <p:cNvPicPr>
            <a:picLocks noChangeAspect="1"/>
          </p:cNvPicPr>
          <p:nvPr/>
        </p:nvPicPr>
        <p:blipFill>
          <a:blip r:embed="rId11"/>
          <a:stretch>
            <a:fillRect/>
          </a:stretch>
        </p:blipFill>
        <p:spPr>
          <a:xfrm>
            <a:off x="2783235" y="2200275"/>
            <a:ext cx="1925985" cy="352425"/>
          </a:xfrm>
          <a:prstGeom prst="rect">
            <a:avLst/>
          </a:prstGeom>
        </p:spPr>
      </p:pic>
      <p:pic>
        <p:nvPicPr>
          <p:cNvPr id="12" name="SK-6-img-11" descr="preencoded.png">    </p:cNvPr>
          <p:cNvPicPr>
            <a:picLocks noChangeAspect="1"/>
          </p:cNvPicPr>
          <p:nvPr/>
        </p:nvPicPr>
        <p:blipFill>
          <a:blip r:embed="rId12"/>
          <a:stretch>
            <a:fillRect/>
          </a:stretch>
        </p:blipFill>
        <p:spPr>
          <a:xfrm>
            <a:off x="2916585" y="2309813"/>
            <a:ext cx="166688" cy="133350"/>
          </a:xfrm>
          <a:prstGeom prst="rect">
            <a:avLst/>
          </a:prstGeom>
        </p:spPr>
      </p:pic>
      <p:pic>
        <p:nvPicPr>
          <p:cNvPr id="13" name="SK-6-img-12" descr="preencoded.png">    </p:cNvPr>
          <p:cNvPicPr>
            <a:picLocks noChangeAspect="1"/>
          </p:cNvPicPr>
          <p:nvPr/>
        </p:nvPicPr>
        <p:blipFill>
          <a:blip r:embed="rId13"/>
          <a:stretch>
            <a:fillRect/>
          </a:stretch>
        </p:blipFill>
        <p:spPr>
          <a:xfrm>
            <a:off x="762000" y="2628900"/>
            <a:ext cx="1925985" cy="352425"/>
          </a:xfrm>
          <a:prstGeom prst="rect">
            <a:avLst/>
          </a:prstGeom>
        </p:spPr>
      </p:pic>
      <p:pic>
        <p:nvPicPr>
          <p:cNvPr id="14" name="SK-6-img-13" descr="preencoded.png">    </p:cNvPr>
          <p:cNvPicPr>
            <a:picLocks noChangeAspect="1"/>
          </p:cNvPicPr>
          <p:nvPr/>
        </p:nvPicPr>
        <p:blipFill>
          <a:blip r:embed="rId14"/>
          <a:stretch>
            <a:fillRect/>
          </a:stretch>
        </p:blipFill>
        <p:spPr>
          <a:xfrm>
            <a:off x="895350" y="2738438"/>
            <a:ext cx="166688" cy="133350"/>
          </a:xfrm>
          <a:prstGeom prst="rect">
            <a:avLst/>
          </a:prstGeom>
        </p:spPr>
      </p:pic>
      <p:pic>
        <p:nvPicPr>
          <p:cNvPr id="15" name="SK-6-img-14" descr="preencoded.png">    </p:cNvPr>
          <p:cNvPicPr>
            <a:picLocks noChangeAspect="1"/>
          </p:cNvPicPr>
          <p:nvPr/>
        </p:nvPicPr>
        <p:blipFill>
          <a:blip r:embed="rId15"/>
          <a:stretch>
            <a:fillRect/>
          </a:stretch>
        </p:blipFill>
        <p:spPr>
          <a:xfrm>
            <a:off x="2783235" y="2628900"/>
            <a:ext cx="1925985" cy="352425"/>
          </a:xfrm>
          <a:prstGeom prst="rect">
            <a:avLst/>
          </a:prstGeom>
        </p:spPr>
      </p:pic>
      <p:pic>
        <p:nvPicPr>
          <p:cNvPr id="16" name="SK-6-img-15" descr="preencoded.png">    </p:cNvPr>
          <p:cNvPicPr>
            <a:picLocks noChangeAspect="1"/>
          </p:cNvPicPr>
          <p:nvPr/>
        </p:nvPicPr>
        <p:blipFill>
          <a:blip r:embed="rId16"/>
          <a:stretch>
            <a:fillRect/>
          </a:stretch>
        </p:blipFill>
        <p:spPr>
          <a:xfrm>
            <a:off x="2916585" y="2738438"/>
            <a:ext cx="166688" cy="133350"/>
          </a:xfrm>
          <a:prstGeom prst="rect">
            <a:avLst/>
          </a:prstGeom>
        </p:spPr>
      </p:pic>
      <p:pic>
        <p:nvPicPr>
          <p:cNvPr id="17" name="SK-6-img-16" descr="preencoded.png">    </p:cNvPr>
          <p:cNvPicPr>
            <a:picLocks noChangeAspect="1"/>
          </p:cNvPicPr>
          <p:nvPr/>
        </p:nvPicPr>
        <p:blipFill>
          <a:blip r:embed="rId17"/>
          <a:stretch>
            <a:fillRect/>
          </a:stretch>
        </p:blipFill>
        <p:spPr>
          <a:xfrm>
            <a:off x="762000" y="3057525"/>
            <a:ext cx="1925985" cy="352425"/>
          </a:xfrm>
          <a:prstGeom prst="rect">
            <a:avLst/>
          </a:prstGeom>
        </p:spPr>
      </p:pic>
      <p:pic>
        <p:nvPicPr>
          <p:cNvPr id="18" name="SK-6-img-17" descr="preencoded.png">    </p:cNvPr>
          <p:cNvPicPr>
            <a:picLocks noChangeAspect="1"/>
          </p:cNvPicPr>
          <p:nvPr/>
        </p:nvPicPr>
        <p:blipFill>
          <a:blip r:embed="rId18"/>
          <a:stretch>
            <a:fillRect/>
          </a:stretch>
        </p:blipFill>
        <p:spPr>
          <a:xfrm>
            <a:off x="895350" y="3167063"/>
            <a:ext cx="166688" cy="133350"/>
          </a:xfrm>
          <a:prstGeom prst="rect">
            <a:avLst/>
          </a:prstGeom>
        </p:spPr>
      </p:pic>
      <p:pic>
        <p:nvPicPr>
          <p:cNvPr id="19" name="SK-6-img-18" descr="preencoded.png">    </p:cNvPr>
          <p:cNvPicPr>
            <a:picLocks noChangeAspect="1"/>
          </p:cNvPicPr>
          <p:nvPr/>
        </p:nvPicPr>
        <p:blipFill>
          <a:blip r:embed="rId19"/>
          <a:stretch>
            <a:fillRect/>
          </a:stretch>
        </p:blipFill>
        <p:spPr>
          <a:xfrm>
            <a:off x="2783235" y="3057525"/>
            <a:ext cx="1925985" cy="352425"/>
          </a:xfrm>
          <a:prstGeom prst="rect">
            <a:avLst/>
          </a:prstGeom>
        </p:spPr>
      </p:pic>
      <p:pic>
        <p:nvPicPr>
          <p:cNvPr id="20" name="SK-6-img-19" descr="preencoded.png">    </p:cNvPr>
          <p:cNvPicPr>
            <a:picLocks noChangeAspect="1"/>
          </p:cNvPicPr>
          <p:nvPr/>
        </p:nvPicPr>
        <p:blipFill>
          <a:blip r:embed="rId20"/>
          <a:stretch>
            <a:fillRect/>
          </a:stretch>
        </p:blipFill>
        <p:spPr>
          <a:xfrm>
            <a:off x="2916585" y="3167063"/>
            <a:ext cx="166688" cy="133350"/>
          </a:xfrm>
          <a:prstGeom prst="rect">
            <a:avLst/>
          </a:prstGeom>
        </p:spPr>
      </p:pic>
      <p:pic>
        <p:nvPicPr>
          <p:cNvPr id="21" name="SK-6-img-20" descr="preencoded.png">    </p:cNvPr>
          <p:cNvPicPr>
            <a:picLocks noChangeAspect="1"/>
          </p:cNvPicPr>
          <p:nvPr/>
        </p:nvPicPr>
        <p:blipFill>
          <a:blip r:embed="rId21"/>
          <a:stretch>
            <a:fillRect/>
          </a:stretch>
        </p:blipFill>
        <p:spPr>
          <a:xfrm>
            <a:off x="762000" y="3486150"/>
            <a:ext cx="1925985" cy="352425"/>
          </a:xfrm>
          <a:prstGeom prst="rect">
            <a:avLst/>
          </a:prstGeom>
        </p:spPr>
      </p:pic>
      <p:pic>
        <p:nvPicPr>
          <p:cNvPr id="22" name="SK-6-img-21" descr="preencoded.png">    </p:cNvPr>
          <p:cNvPicPr>
            <a:picLocks noChangeAspect="1"/>
          </p:cNvPicPr>
          <p:nvPr/>
        </p:nvPicPr>
        <p:blipFill>
          <a:blip r:embed="rId22"/>
          <a:stretch>
            <a:fillRect/>
          </a:stretch>
        </p:blipFill>
        <p:spPr>
          <a:xfrm>
            <a:off x="895350" y="3595688"/>
            <a:ext cx="166688" cy="133350"/>
          </a:xfrm>
          <a:prstGeom prst="rect">
            <a:avLst/>
          </a:prstGeom>
        </p:spPr>
      </p:pic>
      <p:pic>
        <p:nvPicPr>
          <p:cNvPr id="23" name="SK-6-img-22" descr="preencoded.png">    </p:cNvPr>
          <p:cNvPicPr>
            <a:picLocks noChangeAspect="1"/>
          </p:cNvPicPr>
          <p:nvPr/>
        </p:nvPicPr>
        <p:blipFill>
          <a:blip r:embed="rId23"/>
          <a:stretch>
            <a:fillRect/>
          </a:stretch>
        </p:blipFill>
        <p:spPr>
          <a:xfrm>
            <a:off x="2783235" y="3486150"/>
            <a:ext cx="1925985" cy="352425"/>
          </a:xfrm>
          <a:prstGeom prst="rect">
            <a:avLst/>
          </a:prstGeom>
        </p:spPr>
      </p:pic>
      <p:pic>
        <p:nvPicPr>
          <p:cNvPr id="24" name="SK-6-img-23" descr="preencoded.png">    </p:cNvPr>
          <p:cNvPicPr>
            <a:picLocks noChangeAspect="1"/>
          </p:cNvPicPr>
          <p:nvPr/>
        </p:nvPicPr>
        <p:blipFill>
          <a:blip r:embed="rId24"/>
          <a:stretch>
            <a:fillRect/>
          </a:stretch>
        </p:blipFill>
        <p:spPr>
          <a:xfrm>
            <a:off x="2916585" y="3595688"/>
            <a:ext cx="166688" cy="133350"/>
          </a:xfrm>
          <a:prstGeom prst="rect">
            <a:avLst/>
          </a:prstGeom>
        </p:spPr>
      </p:pic>
      <p:pic>
        <p:nvPicPr>
          <p:cNvPr id="25" name="SK-6-img-24" descr="preencoded.png">    </p:cNvPr>
          <p:cNvPicPr>
            <a:picLocks noChangeAspect="1"/>
          </p:cNvPicPr>
          <p:nvPr/>
        </p:nvPicPr>
        <p:blipFill>
          <a:blip r:embed="rId25"/>
          <a:stretch>
            <a:fillRect/>
          </a:stretch>
        </p:blipFill>
        <p:spPr>
          <a:xfrm>
            <a:off x="571500" y="4181475"/>
            <a:ext cx="4328220" cy="2383036"/>
          </a:xfrm>
          <a:prstGeom prst="rect">
            <a:avLst/>
          </a:prstGeom>
        </p:spPr>
      </p:pic>
      <p:pic>
        <p:nvPicPr>
          <p:cNvPr id="26" name="SK-6-img-25" descr="preencoded.png">    </p:cNvPr>
          <p:cNvPicPr>
            <a:picLocks noChangeAspect="1"/>
          </p:cNvPicPr>
          <p:nvPr/>
        </p:nvPicPr>
        <p:blipFill>
          <a:blip r:embed="rId26"/>
          <a:stretch>
            <a:fillRect/>
          </a:stretch>
        </p:blipFill>
        <p:spPr>
          <a:xfrm>
            <a:off x="762000" y="4412903"/>
            <a:ext cx="214313" cy="175320"/>
          </a:xfrm>
          <a:prstGeom prst="rect">
            <a:avLst/>
          </a:prstGeom>
        </p:spPr>
      </p:pic>
      <p:pic>
        <p:nvPicPr>
          <p:cNvPr id="27" name="SK-6-img-26" descr="preencoded.png">    </p:cNvPr>
          <p:cNvPicPr>
            <a:picLocks noChangeAspect="1"/>
          </p:cNvPicPr>
          <p:nvPr/>
        </p:nvPicPr>
        <p:blipFill>
          <a:blip r:embed="rId27"/>
          <a:stretch>
            <a:fillRect/>
          </a:stretch>
        </p:blipFill>
        <p:spPr>
          <a:xfrm>
            <a:off x="762000" y="4781550"/>
            <a:ext cx="901005" cy="748605"/>
          </a:xfrm>
          <a:prstGeom prst="rect">
            <a:avLst/>
          </a:prstGeom>
        </p:spPr>
      </p:pic>
      <p:pic>
        <p:nvPicPr>
          <p:cNvPr id="28" name="SK-6-img-27" descr="preencoded.png">    </p:cNvPr>
          <p:cNvPicPr>
            <a:picLocks noChangeAspect="1"/>
          </p:cNvPicPr>
          <p:nvPr/>
        </p:nvPicPr>
        <p:blipFill>
          <a:blip r:embed="rId28"/>
          <a:stretch>
            <a:fillRect/>
          </a:stretch>
        </p:blipFill>
        <p:spPr>
          <a:xfrm>
            <a:off x="1117253" y="4876800"/>
            <a:ext cx="190500" cy="152400"/>
          </a:xfrm>
          <a:prstGeom prst="rect">
            <a:avLst/>
          </a:prstGeom>
        </p:spPr>
      </p:pic>
      <p:pic>
        <p:nvPicPr>
          <p:cNvPr id="29" name="SK-6-img-28" descr="preencoded.png">    </p:cNvPr>
          <p:cNvPicPr>
            <a:picLocks noChangeAspect="1"/>
          </p:cNvPicPr>
          <p:nvPr/>
        </p:nvPicPr>
        <p:blipFill>
          <a:blip r:embed="rId29"/>
          <a:stretch>
            <a:fillRect/>
          </a:stretch>
        </p:blipFill>
        <p:spPr>
          <a:xfrm>
            <a:off x="1777305" y="4781550"/>
            <a:ext cx="901154" cy="748605"/>
          </a:xfrm>
          <a:prstGeom prst="rect">
            <a:avLst/>
          </a:prstGeom>
        </p:spPr>
      </p:pic>
      <p:pic>
        <p:nvPicPr>
          <p:cNvPr id="30" name="SK-6-img-29" descr="preencoded.png">    </p:cNvPr>
          <p:cNvPicPr>
            <a:picLocks noChangeAspect="1"/>
          </p:cNvPicPr>
          <p:nvPr/>
        </p:nvPicPr>
        <p:blipFill>
          <a:blip r:embed="rId30"/>
          <a:stretch>
            <a:fillRect/>
          </a:stretch>
        </p:blipFill>
        <p:spPr>
          <a:xfrm>
            <a:off x="2132558" y="4876800"/>
            <a:ext cx="190500" cy="152400"/>
          </a:xfrm>
          <a:prstGeom prst="rect">
            <a:avLst/>
          </a:prstGeom>
        </p:spPr>
      </p:pic>
      <p:pic>
        <p:nvPicPr>
          <p:cNvPr id="31" name="SK-6-img-30" descr="preencoded.png">    </p:cNvPr>
          <p:cNvPicPr>
            <a:picLocks noChangeAspect="1"/>
          </p:cNvPicPr>
          <p:nvPr/>
        </p:nvPicPr>
        <p:blipFill>
          <a:blip r:embed="rId31"/>
          <a:stretch>
            <a:fillRect/>
          </a:stretch>
        </p:blipFill>
        <p:spPr>
          <a:xfrm>
            <a:off x="2792760" y="4781550"/>
            <a:ext cx="901005" cy="748605"/>
          </a:xfrm>
          <a:prstGeom prst="rect">
            <a:avLst/>
          </a:prstGeom>
        </p:spPr>
      </p:pic>
      <p:pic>
        <p:nvPicPr>
          <p:cNvPr id="32" name="SK-6-img-31" descr="preencoded.png">    </p:cNvPr>
          <p:cNvPicPr>
            <a:picLocks noChangeAspect="1"/>
          </p:cNvPicPr>
          <p:nvPr/>
        </p:nvPicPr>
        <p:blipFill>
          <a:blip r:embed="rId32"/>
          <a:stretch>
            <a:fillRect/>
          </a:stretch>
        </p:blipFill>
        <p:spPr>
          <a:xfrm>
            <a:off x="3148013" y="4876800"/>
            <a:ext cx="190500" cy="152400"/>
          </a:xfrm>
          <a:prstGeom prst="rect">
            <a:avLst/>
          </a:prstGeom>
        </p:spPr>
      </p:pic>
      <p:pic>
        <p:nvPicPr>
          <p:cNvPr id="33" name="SK-6-img-32" descr="preencoded.png">    </p:cNvPr>
          <p:cNvPicPr>
            <a:picLocks noChangeAspect="1"/>
          </p:cNvPicPr>
          <p:nvPr/>
        </p:nvPicPr>
        <p:blipFill>
          <a:blip r:embed="rId33"/>
          <a:stretch>
            <a:fillRect/>
          </a:stretch>
        </p:blipFill>
        <p:spPr>
          <a:xfrm>
            <a:off x="3808065" y="4781550"/>
            <a:ext cx="901154" cy="748605"/>
          </a:xfrm>
          <a:prstGeom prst="rect">
            <a:avLst/>
          </a:prstGeom>
        </p:spPr>
      </p:pic>
      <p:pic>
        <p:nvPicPr>
          <p:cNvPr id="34" name="SK-6-img-33" descr="preencoded.png">    </p:cNvPr>
          <p:cNvPicPr>
            <a:picLocks noChangeAspect="1"/>
          </p:cNvPicPr>
          <p:nvPr/>
        </p:nvPicPr>
        <p:blipFill>
          <a:blip r:embed="rId34"/>
          <a:stretch>
            <a:fillRect/>
          </a:stretch>
        </p:blipFill>
        <p:spPr>
          <a:xfrm>
            <a:off x="4163318" y="4876800"/>
            <a:ext cx="190500" cy="152400"/>
          </a:xfrm>
          <a:prstGeom prst="rect">
            <a:avLst/>
          </a:prstGeom>
        </p:spPr>
      </p:pic>
      <p:pic>
        <p:nvPicPr>
          <p:cNvPr id="35" name="SK-6-img-34" descr="preencoded.png">    </p:cNvPr>
          <p:cNvPicPr>
            <a:picLocks noChangeAspect="1"/>
          </p:cNvPicPr>
          <p:nvPr/>
        </p:nvPicPr>
        <p:blipFill>
          <a:blip r:embed="rId35"/>
          <a:stretch>
            <a:fillRect/>
          </a:stretch>
        </p:blipFill>
        <p:spPr>
          <a:xfrm>
            <a:off x="762000" y="5625405"/>
            <a:ext cx="901005" cy="748605"/>
          </a:xfrm>
          <a:prstGeom prst="rect">
            <a:avLst/>
          </a:prstGeom>
        </p:spPr>
      </p:pic>
      <p:pic>
        <p:nvPicPr>
          <p:cNvPr id="36" name="SK-6-img-35" descr="preencoded.png">    </p:cNvPr>
          <p:cNvPicPr>
            <a:picLocks noChangeAspect="1"/>
          </p:cNvPicPr>
          <p:nvPr/>
        </p:nvPicPr>
        <p:blipFill>
          <a:blip r:embed="rId36"/>
          <a:stretch>
            <a:fillRect/>
          </a:stretch>
        </p:blipFill>
        <p:spPr>
          <a:xfrm>
            <a:off x="1117253" y="5720655"/>
            <a:ext cx="190500" cy="152400"/>
          </a:xfrm>
          <a:prstGeom prst="rect">
            <a:avLst/>
          </a:prstGeom>
        </p:spPr>
      </p:pic>
      <p:pic>
        <p:nvPicPr>
          <p:cNvPr id="37" name="SK-6-img-36" descr="preencoded.png">    </p:cNvPr>
          <p:cNvPicPr>
            <a:picLocks noChangeAspect="1"/>
          </p:cNvPicPr>
          <p:nvPr/>
        </p:nvPicPr>
        <p:blipFill>
          <a:blip r:embed="rId37"/>
          <a:stretch>
            <a:fillRect/>
          </a:stretch>
        </p:blipFill>
        <p:spPr>
          <a:xfrm>
            <a:off x="1777305" y="5625405"/>
            <a:ext cx="901154" cy="748605"/>
          </a:xfrm>
          <a:prstGeom prst="rect">
            <a:avLst/>
          </a:prstGeom>
        </p:spPr>
      </p:pic>
      <p:pic>
        <p:nvPicPr>
          <p:cNvPr id="38" name="SK-6-img-37" descr="preencoded.png">    </p:cNvPr>
          <p:cNvPicPr>
            <a:picLocks noChangeAspect="1"/>
          </p:cNvPicPr>
          <p:nvPr/>
        </p:nvPicPr>
        <p:blipFill>
          <a:blip r:embed="rId38"/>
          <a:stretch>
            <a:fillRect/>
          </a:stretch>
        </p:blipFill>
        <p:spPr>
          <a:xfrm>
            <a:off x="2132558" y="5720655"/>
            <a:ext cx="190500" cy="152400"/>
          </a:xfrm>
          <a:prstGeom prst="rect">
            <a:avLst/>
          </a:prstGeom>
        </p:spPr>
      </p:pic>
      <p:pic>
        <p:nvPicPr>
          <p:cNvPr id="39" name="SK-6-img-38" descr="preencoded.png">    </p:cNvPr>
          <p:cNvPicPr>
            <a:picLocks noChangeAspect="1"/>
          </p:cNvPicPr>
          <p:nvPr/>
        </p:nvPicPr>
        <p:blipFill>
          <a:blip r:embed="rId39"/>
          <a:stretch>
            <a:fillRect/>
          </a:stretch>
        </p:blipFill>
        <p:spPr>
          <a:xfrm>
            <a:off x="2792760" y="5625405"/>
            <a:ext cx="901005" cy="748605"/>
          </a:xfrm>
          <a:prstGeom prst="rect">
            <a:avLst/>
          </a:prstGeom>
        </p:spPr>
      </p:pic>
      <p:pic>
        <p:nvPicPr>
          <p:cNvPr id="40" name="SK-6-img-39" descr="preencoded.png">    </p:cNvPr>
          <p:cNvPicPr>
            <a:picLocks noChangeAspect="1"/>
          </p:cNvPicPr>
          <p:nvPr/>
        </p:nvPicPr>
        <p:blipFill>
          <a:blip r:embed="rId40"/>
          <a:stretch>
            <a:fillRect/>
          </a:stretch>
        </p:blipFill>
        <p:spPr>
          <a:xfrm>
            <a:off x="3148013" y="5720655"/>
            <a:ext cx="190500" cy="152400"/>
          </a:xfrm>
          <a:prstGeom prst="rect">
            <a:avLst/>
          </a:prstGeom>
        </p:spPr>
      </p:pic>
      <p:pic>
        <p:nvPicPr>
          <p:cNvPr id="41" name="SK-6-img-40" descr="preencoded.png">    </p:cNvPr>
          <p:cNvPicPr>
            <a:picLocks noChangeAspect="1"/>
          </p:cNvPicPr>
          <p:nvPr/>
        </p:nvPicPr>
        <p:blipFill>
          <a:blip r:embed="rId41"/>
          <a:stretch>
            <a:fillRect/>
          </a:stretch>
        </p:blipFill>
        <p:spPr>
          <a:xfrm>
            <a:off x="3808065" y="5625405"/>
            <a:ext cx="901154" cy="748605"/>
          </a:xfrm>
          <a:prstGeom prst="rect">
            <a:avLst/>
          </a:prstGeom>
        </p:spPr>
      </p:pic>
      <p:pic>
        <p:nvPicPr>
          <p:cNvPr id="42" name="SK-6-img-41" descr="preencoded.png">    </p:cNvPr>
          <p:cNvPicPr>
            <a:picLocks noChangeAspect="1"/>
          </p:cNvPicPr>
          <p:nvPr/>
        </p:nvPicPr>
        <p:blipFill>
          <a:blip r:embed="rId42"/>
          <a:stretch>
            <a:fillRect/>
          </a:stretch>
        </p:blipFill>
        <p:spPr>
          <a:xfrm>
            <a:off x="4163318" y="5720655"/>
            <a:ext cx="190500" cy="152400"/>
          </a:xfrm>
          <a:prstGeom prst="rect">
            <a:avLst/>
          </a:prstGeom>
        </p:spPr>
      </p:pic>
      <p:pic>
        <p:nvPicPr>
          <p:cNvPr id="43" name="SK-6-img-42" descr="preencoded.png">    </p:cNvPr>
          <p:cNvPicPr>
            <a:picLocks noChangeAspect="1"/>
          </p:cNvPicPr>
          <p:nvPr/>
        </p:nvPicPr>
        <p:blipFill>
          <a:blip r:embed="rId43"/>
          <a:stretch>
            <a:fillRect/>
          </a:stretch>
        </p:blipFill>
        <p:spPr>
          <a:xfrm>
            <a:off x="5128320" y="1600200"/>
            <a:ext cx="6492180" cy="4964311"/>
          </a:xfrm>
          <a:prstGeom prst="rect">
            <a:avLst/>
          </a:prstGeom>
        </p:spPr>
      </p:pic>
      <p:pic>
        <p:nvPicPr>
          <p:cNvPr id="44" name="SK-6-img-43" descr="preencoded.png">    </p:cNvPr>
          <p:cNvPicPr>
            <a:picLocks noChangeAspect="1"/>
          </p:cNvPicPr>
          <p:nvPr/>
        </p:nvPicPr>
        <p:blipFill>
          <a:blip r:embed="rId44"/>
          <a:stretch>
            <a:fillRect/>
          </a:stretch>
        </p:blipFill>
        <p:spPr>
          <a:xfrm>
            <a:off x="5318820" y="1831628"/>
            <a:ext cx="214313" cy="175320"/>
          </a:xfrm>
          <a:prstGeom prst="rect">
            <a:avLst/>
          </a:prstGeom>
        </p:spPr>
      </p:pic>
      <p:pic>
        <p:nvPicPr>
          <p:cNvPr id="45" name="SK-6-img-44" descr="preencoded.png">    </p:cNvPr>
          <p:cNvPicPr>
            <a:picLocks noChangeAspect="1"/>
          </p:cNvPicPr>
          <p:nvPr/>
        </p:nvPicPr>
        <p:blipFill>
          <a:blip r:embed="rId45"/>
          <a:stretch>
            <a:fillRect/>
          </a:stretch>
        </p:blipFill>
        <p:spPr>
          <a:xfrm>
            <a:off x="5318820" y="2200275"/>
            <a:ext cx="6111180" cy="985838"/>
          </a:xfrm>
          <a:prstGeom prst="rect">
            <a:avLst/>
          </a:prstGeom>
        </p:spPr>
      </p:pic>
      <p:pic>
        <p:nvPicPr>
          <p:cNvPr id="46" name="SK-6-img-45" descr="preencoded.png">    </p:cNvPr>
          <p:cNvPicPr>
            <a:picLocks noChangeAspect="1"/>
          </p:cNvPicPr>
          <p:nvPr/>
        </p:nvPicPr>
        <p:blipFill>
          <a:blip r:embed="rId46"/>
          <a:stretch>
            <a:fillRect/>
          </a:stretch>
        </p:blipFill>
        <p:spPr>
          <a:xfrm>
            <a:off x="5471220" y="2352675"/>
            <a:ext cx="457200" cy="457200"/>
          </a:xfrm>
          <a:prstGeom prst="rect">
            <a:avLst/>
          </a:prstGeom>
        </p:spPr>
      </p:pic>
      <p:pic>
        <p:nvPicPr>
          <p:cNvPr id="47" name="SK-6-img-46" descr="preencoded.png">    </p:cNvPr>
          <p:cNvPicPr>
            <a:picLocks noChangeAspect="1"/>
          </p:cNvPicPr>
          <p:nvPr/>
        </p:nvPicPr>
        <p:blipFill>
          <a:blip r:embed="rId47"/>
          <a:stretch>
            <a:fillRect/>
          </a:stretch>
        </p:blipFill>
        <p:spPr>
          <a:xfrm>
            <a:off x="5568851" y="2474565"/>
            <a:ext cx="261937" cy="213420"/>
          </a:xfrm>
          <a:prstGeom prst="rect">
            <a:avLst/>
          </a:prstGeom>
        </p:spPr>
      </p:pic>
      <p:pic>
        <p:nvPicPr>
          <p:cNvPr id="48" name="SK-6-img-47" descr="preencoded.png">    </p:cNvPr>
          <p:cNvPicPr>
            <a:picLocks noChangeAspect="1"/>
          </p:cNvPicPr>
          <p:nvPr/>
        </p:nvPicPr>
        <p:blipFill>
          <a:blip r:embed="rId48"/>
          <a:stretch>
            <a:fillRect/>
          </a:stretch>
        </p:blipFill>
        <p:spPr>
          <a:xfrm>
            <a:off x="5318820" y="3338513"/>
            <a:ext cx="6111180" cy="1314450"/>
          </a:xfrm>
          <a:prstGeom prst="rect">
            <a:avLst/>
          </a:prstGeom>
        </p:spPr>
      </p:pic>
      <p:pic>
        <p:nvPicPr>
          <p:cNvPr id="49" name="SK-6-img-48" descr="preencoded.png">    </p:cNvPr>
          <p:cNvPicPr>
            <a:picLocks noChangeAspect="1"/>
          </p:cNvPicPr>
          <p:nvPr/>
        </p:nvPicPr>
        <p:blipFill>
          <a:blip r:embed="rId49"/>
          <a:stretch>
            <a:fillRect/>
          </a:stretch>
        </p:blipFill>
        <p:spPr>
          <a:xfrm>
            <a:off x="5471220" y="3490913"/>
            <a:ext cx="457200" cy="457200"/>
          </a:xfrm>
          <a:prstGeom prst="rect">
            <a:avLst/>
          </a:prstGeom>
        </p:spPr>
      </p:pic>
      <p:pic>
        <p:nvPicPr>
          <p:cNvPr id="50" name="SK-6-img-49" descr="preencoded.png">    </p:cNvPr>
          <p:cNvPicPr>
            <a:picLocks noChangeAspect="1"/>
          </p:cNvPicPr>
          <p:nvPr/>
        </p:nvPicPr>
        <p:blipFill>
          <a:blip r:embed="rId50"/>
          <a:stretch>
            <a:fillRect/>
          </a:stretch>
        </p:blipFill>
        <p:spPr>
          <a:xfrm>
            <a:off x="5568851" y="3612803"/>
            <a:ext cx="261937" cy="213420"/>
          </a:xfrm>
          <a:prstGeom prst="rect">
            <a:avLst/>
          </a:prstGeom>
        </p:spPr>
      </p:pic>
      <p:pic>
        <p:nvPicPr>
          <p:cNvPr id="51" name="SK-6-img-50" descr="preencoded.png">    </p:cNvPr>
          <p:cNvPicPr>
            <a:picLocks noChangeAspect="1"/>
          </p:cNvPicPr>
          <p:nvPr/>
        </p:nvPicPr>
        <p:blipFill>
          <a:blip r:embed="rId51"/>
          <a:stretch>
            <a:fillRect/>
          </a:stretch>
        </p:blipFill>
        <p:spPr>
          <a:xfrm>
            <a:off x="6118920" y="4305300"/>
            <a:ext cx="571500" cy="195263"/>
          </a:xfrm>
          <a:prstGeom prst="rect">
            <a:avLst/>
          </a:prstGeom>
        </p:spPr>
      </p:pic>
      <p:pic>
        <p:nvPicPr>
          <p:cNvPr id="52" name="SK-6-img-51" descr="preencoded.png">    </p:cNvPr>
          <p:cNvPicPr>
            <a:picLocks noChangeAspect="1"/>
          </p:cNvPicPr>
          <p:nvPr/>
        </p:nvPicPr>
        <p:blipFill>
          <a:blip r:embed="rId52"/>
          <a:stretch>
            <a:fillRect/>
          </a:stretch>
        </p:blipFill>
        <p:spPr>
          <a:xfrm>
            <a:off x="6766620" y="4305300"/>
            <a:ext cx="571500" cy="195263"/>
          </a:xfrm>
          <a:prstGeom prst="rect">
            <a:avLst/>
          </a:prstGeom>
        </p:spPr>
      </p:pic>
      <p:pic>
        <p:nvPicPr>
          <p:cNvPr id="53" name="SK-6-img-52" descr="preencoded.png">    </p:cNvPr>
          <p:cNvPicPr>
            <a:picLocks noChangeAspect="1"/>
          </p:cNvPicPr>
          <p:nvPr/>
        </p:nvPicPr>
        <p:blipFill>
          <a:blip r:embed="rId53"/>
          <a:stretch>
            <a:fillRect/>
          </a:stretch>
        </p:blipFill>
        <p:spPr>
          <a:xfrm>
            <a:off x="7414320" y="4305300"/>
            <a:ext cx="676275" cy="195263"/>
          </a:xfrm>
          <a:prstGeom prst="rect">
            <a:avLst/>
          </a:prstGeom>
        </p:spPr>
      </p:pic>
      <p:pic>
        <p:nvPicPr>
          <p:cNvPr id="54" name="SK-6-img-53" descr="preencoded.png">    </p:cNvPr>
          <p:cNvPicPr>
            <a:picLocks noChangeAspect="1"/>
          </p:cNvPicPr>
          <p:nvPr/>
        </p:nvPicPr>
        <p:blipFill>
          <a:blip r:embed="rId54"/>
          <a:stretch>
            <a:fillRect/>
          </a:stretch>
        </p:blipFill>
        <p:spPr>
          <a:xfrm>
            <a:off x="8166795" y="4305300"/>
            <a:ext cx="676275" cy="195263"/>
          </a:xfrm>
          <a:prstGeom prst="rect">
            <a:avLst/>
          </a:prstGeom>
        </p:spPr>
      </p:pic>
      <p:pic>
        <p:nvPicPr>
          <p:cNvPr id="55" name="SK-6-img-54" descr="preencoded.png">    </p:cNvPr>
          <p:cNvPicPr>
            <a:picLocks noChangeAspect="1"/>
          </p:cNvPicPr>
          <p:nvPr/>
        </p:nvPicPr>
        <p:blipFill>
          <a:blip r:embed="rId55"/>
          <a:stretch>
            <a:fillRect/>
          </a:stretch>
        </p:blipFill>
        <p:spPr>
          <a:xfrm>
            <a:off x="8919270" y="4305300"/>
            <a:ext cx="676275" cy="195263"/>
          </a:xfrm>
          <a:prstGeom prst="rect">
            <a:avLst/>
          </a:prstGeom>
        </p:spPr>
      </p:pic>
      <p:pic>
        <p:nvPicPr>
          <p:cNvPr id="56" name="SK-6-img-55" descr="preencoded.png">    </p:cNvPr>
          <p:cNvPicPr>
            <a:picLocks noChangeAspect="1"/>
          </p:cNvPicPr>
          <p:nvPr/>
        </p:nvPicPr>
        <p:blipFill>
          <a:blip r:embed="rId56"/>
          <a:stretch>
            <a:fillRect/>
          </a:stretch>
        </p:blipFill>
        <p:spPr>
          <a:xfrm>
            <a:off x="5318820" y="4805363"/>
            <a:ext cx="6111180" cy="985838"/>
          </a:xfrm>
          <a:prstGeom prst="rect">
            <a:avLst/>
          </a:prstGeom>
        </p:spPr>
      </p:pic>
      <p:pic>
        <p:nvPicPr>
          <p:cNvPr id="57" name="SK-6-img-56" descr="preencoded.png">    </p:cNvPr>
          <p:cNvPicPr>
            <a:picLocks noChangeAspect="1"/>
          </p:cNvPicPr>
          <p:nvPr/>
        </p:nvPicPr>
        <p:blipFill>
          <a:blip r:embed="rId57"/>
          <a:stretch>
            <a:fillRect/>
          </a:stretch>
        </p:blipFill>
        <p:spPr>
          <a:xfrm>
            <a:off x="5471220" y="4957763"/>
            <a:ext cx="457200" cy="457200"/>
          </a:xfrm>
          <a:prstGeom prst="rect">
            <a:avLst/>
          </a:prstGeom>
        </p:spPr>
      </p:pic>
      <p:pic>
        <p:nvPicPr>
          <p:cNvPr id="58" name="SK-6-img-57" descr="preencoded.png">    </p:cNvPr>
          <p:cNvPicPr>
            <a:picLocks noChangeAspect="1"/>
          </p:cNvPicPr>
          <p:nvPr/>
        </p:nvPicPr>
        <p:blipFill>
          <a:blip r:embed="rId58"/>
          <a:stretch>
            <a:fillRect/>
          </a:stretch>
        </p:blipFill>
        <p:spPr>
          <a:xfrm>
            <a:off x="5568851" y="5079653"/>
            <a:ext cx="261937" cy="213420"/>
          </a:xfrm>
          <a:prstGeom prst="rect">
            <a:avLst/>
          </a:prstGeom>
        </p:spPr>
      </p:pic>
      <p:sp>
        <p:nvSpPr>
          <p:cNvPr id="59" name="SK-6-text-58"/>
          <p:cNvSpPr/>
          <p:nvPr/>
        </p:nvSpPr>
        <p:spPr>
          <a:xfrm>
            <a:off x="647700" y="30480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02</a:t>
            </a:r>
            <a:endParaRPr lang="en-US" sz="1050" dirty="0"/>
          </a:p>
        </p:txBody>
      </p:sp>
      <p:sp>
        <p:nvSpPr>
          <p:cNvPr id="60" name="SK-6-text-59"/>
          <p:cNvSpPr/>
          <p:nvPr/>
        </p:nvSpPr>
        <p:spPr>
          <a:xfrm>
            <a:off x="571500" y="6191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模块二：多智能体协同资源生成</a:t>
            </a:r>
            <a:endParaRPr lang="en-US" sz="2550" dirty="0"/>
          </a:p>
        </p:txBody>
      </p:sp>
      <p:sp>
        <p:nvSpPr>
          <p:cNvPr id="61" name="SK-6-text-60"/>
          <p:cNvSpPr/>
          <p:nvPr/>
        </p:nvSpPr>
        <p:spPr>
          <a:xfrm>
            <a:off x="685800" y="12192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8智能体协同生成7类资源，引入辩论仲裁、动态退火反思与难度自适应编排确保内容质量</a:t>
            </a:r>
            <a:endParaRPr lang="en-US" sz="1200" dirty="0"/>
          </a:p>
        </p:txBody>
      </p:sp>
      <p:sp>
        <p:nvSpPr>
          <p:cNvPr id="62" name="SK-6-text-61"/>
          <p:cNvSpPr/>
          <p:nvPr/>
        </p:nvSpPr>
        <p:spPr>
          <a:xfrm>
            <a:off x="1071563" y="1790700"/>
            <a:ext cx="3514725" cy="257175"/>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7类核心学习资源矩阵</a:t>
            </a:r>
            <a:endParaRPr lang="en-US" sz="1350" dirty="0"/>
          </a:p>
        </p:txBody>
      </p:sp>
      <p:sp>
        <p:nvSpPr>
          <p:cNvPr id="63" name="SK-6-text-62"/>
          <p:cNvSpPr/>
          <p:nvPr/>
        </p:nvSpPr>
        <p:spPr>
          <a:xfrm>
            <a:off x="1157288" y="2200275"/>
            <a:ext cx="1659285" cy="3524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课程讲解文档</a:t>
            </a:r>
            <a:endParaRPr lang="en-US" sz="1050" dirty="0"/>
          </a:p>
        </p:txBody>
      </p:sp>
      <p:sp>
        <p:nvSpPr>
          <p:cNvPr id="64" name="SK-6-text-63"/>
          <p:cNvSpPr/>
          <p:nvPr/>
        </p:nvSpPr>
        <p:spPr>
          <a:xfrm>
            <a:off x="3178522" y="2200275"/>
            <a:ext cx="1659285" cy="3524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知识思维导图</a:t>
            </a:r>
            <a:endParaRPr lang="en-US" sz="1050" dirty="0"/>
          </a:p>
        </p:txBody>
      </p:sp>
      <p:sp>
        <p:nvSpPr>
          <p:cNvPr id="65" name="SK-6-text-64"/>
          <p:cNvSpPr/>
          <p:nvPr/>
        </p:nvSpPr>
        <p:spPr>
          <a:xfrm>
            <a:off x="1157288" y="2628900"/>
            <a:ext cx="1659285" cy="3524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章节练习题目</a:t>
            </a:r>
            <a:endParaRPr lang="en-US" sz="1050" dirty="0"/>
          </a:p>
        </p:txBody>
      </p:sp>
      <p:sp>
        <p:nvSpPr>
          <p:cNvPr id="66" name="SK-6-text-65"/>
          <p:cNvSpPr/>
          <p:nvPr/>
        </p:nvSpPr>
        <p:spPr>
          <a:xfrm>
            <a:off x="3178522" y="2628900"/>
            <a:ext cx="1659285" cy="3524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临床指南文献</a:t>
            </a:r>
            <a:endParaRPr lang="en-US" sz="1050" dirty="0"/>
          </a:p>
        </p:txBody>
      </p:sp>
      <p:sp>
        <p:nvSpPr>
          <p:cNvPr id="67" name="SK-6-text-66"/>
          <p:cNvSpPr/>
          <p:nvPr/>
        </p:nvSpPr>
        <p:spPr>
          <a:xfrm>
            <a:off x="1157288" y="3057525"/>
            <a:ext cx="1659285" cy="3524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教学视频脚本</a:t>
            </a:r>
            <a:endParaRPr lang="en-US" sz="1050" dirty="0"/>
          </a:p>
        </p:txBody>
      </p:sp>
      <p:sp>
        <p:nvSpPr>
          <p:cNvPr id="68" name="SK-6-text-67"/>
          <p:cNvSpPr/>
          <p:nvPr/>
        </p:nvSpPr>
        <p:spPr>
          <a:xfrm>
            <a:off x="3178522" y="3057525"/>
            <a:ext cx="1659285" cy="3524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医学编程实操</a:t>
            </a:r>
            <a:endParaRPr lang="en-US" sz="1050" dirty="0"/>
          </a:p>
        </p:txBody>
      </p:sp>
      <p:sp>
        <p:nvSpPr>
          <p:cNvPr id="69" name="SK-6-text-68"/>
          <p:cNvSpPr/>
          <p:nvPr/>
        </p:nvSpPr>
        <p:spPr>
          <a:xfrm>
            <a:off x="1157288" y="3486150"/>
            <a:ext cx="1659285" cy="3524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代码实操案例</a:t>
            </a:r>
            <a:endParaRPr lang="en-US" sz="1050" dirty="0"/>
          </a:p>
        </p:txBody>
      </p:sp>
      <p:sp>
        <p:nvSpPr>
          <p:cNvPr id="70" name="SK-6-text-69"/>
          <p:cNvSpPr/>
          <p:nvPr/>
        </p:nvSpPr>
        <p:spPr>
          <a:xfrm>
            <a:off x="3178522" y="3486150"/>
            <a:ext cx="1659285" cy="3524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高度个性化适配</a:t>
            </a:r>
            <a:endParaRPr lang="en-US" sz="1050" dirty="0"/>
          </a:p>
        </p:txBody>
      </p:sp>
      <p:sp>
        <p:nvSpPr>
          <p:cNvPr id="71" name="SK-6-text-70"/>
          <p:cNvSpPr/>
          <p:nvPr/>
        </p:nvSpPr>
        <p:spPr>
          <a:xfrm>
            <a:off x="1071563" y="4371975"/>
            <a:ext cx="3857625" cy="257175"/>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8大专家智能体协同架构</a:t>
            </a:r>
            <a:endParaRPr lang="en-US" sz="1350" dirty="0"/>
          </a:p>
        </p:txBody>
      </p:sp>
      <p:sp>
        <p:nvSpPr>
          <p:cNvPr id="72" name="SK-6-text-71"/>
          <p:cNvSpPr/>
          <p:nvPr/>
        </p:nvSpPr>
        <p:spPr>
          <a:xfrm>
            <a:off x="926753" y="5086350"/>
            <a:ext cx="571500" cy="148530"/>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latin typeface="Noto Sans SC" pitchFamily="34" charset="0"/>
                <a:ea typeface="Noto Sans SC" pitchFamily="34" charset="-122"/>
                <a:cs typeface="Noto Sans SC" pitchFamily="34" charset="-120"/>
              </a:rPr>
              <a:t>画像对话</a:t>
            </a:r>
            <a:endParaRPr lang="en-US" sz="975" dirty="0"/>
          </a:p>
        </p:txBody>
      </p:sp>
      <p:sp>
        <p:nvSpPr>
          <p:cNvPr id="73" name="SK-6-text-72"/>
          <p:cNvSpPr/>
          <p:nvPr/>
        </p:nvSpPr>
        <p:spPr>
          <a:xfrm>
            <a:off x="1117253" y="5292030"/>
            <a:ext cx="190500" cy="142875"/>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rPr>
              <a:t>P1</a:t>
            </a:r>
            <a:endParaRPr lang="en-US" sz="750" dirty="0"/>
          </a:p>
        </p:txBody>
      </p:sp>
      <p:sp>
        <p:nvSpPr>
          <p:cNvPr id="74" name="SK-6-text-73"/>
          <p:cNvSpPr/>
          <p:nvPr/>
        </p:nvSpPr>
        <p:spPr>
          <a:xfrm>
            <a:off x="1942058" y="5086350"/>
            <a:ext cx="571500" cy="148530"/>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latin typeface="Noto Sans SC" pitchFamily="34" charset="0"/>
                <a:ea typeface="Noto Sans SC" pitchFamily="34" charset="-122"/>
                <a:cs typeface="Noto Sans SC" pitchFamily="34" charset="-120"/>
              </a:rPr>
              <a:t>特征抽取</a:t>
            </a:r>
            <a:endParaRPr lang="en-US" sz="975" dirty="0"/>
          </a:p>
        </p:txBody>
      </p:sp>
      <p:sp>
        <p:nvSpPr>
          <p:cNvPr id="75" name="SK-6-text-74"/>
          <p:cNvSpPr/>
          <p:nvPr/>
        </p:nvSpPr>
        <p:spPr>
          <a:xfrm>
            <a:off x="2132558" y="5292030"/>
            <a:ext cx="190500" cy="142875"/>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rPr>
              <a:t>P2</a:t>
            </a:r>
            <a:endParaRPr lang="en-US" sz="750" dirty="0"/>
          </a:p>
        </p:txBody>
      </p:sp>
      <p:sp>
        <p:nvSpPr>
          <p:cNvPr id="76" name="SK-6-text-75"/>
          <p:cNvSpPr/>
          <p:nvPr/>
        </p:nvSpPr>
        <p:spPr>
          <a:xfrm>
            <a:off x="2957513" y="5086350"/>
            <a:ext cx="571500" cy="148530"/>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latin typeface="Noto Sans SC" pitchFamily="34" charset="0"/>
                <a:ea typeface="Noto Sans SC" pitchFamily="34" charset="-122"/>
                <a:cs typeface="Noto Sans SC" pitchFamily="34" charset="-120"/>
              </a:rPr>
              <a:t>需求分析</a:t>
            </a:r>
            <a:endParaRPr lang="en-US" sz="975" dirty="0"/>
          </a:p>
        </p:txBody>
      </p:sp>
      <p:sp>
        <p:nvSpPr>
          <p:cNvPr id="77" name="SK-6-text-76"/>
          <p:cNvSpPr/>
          <p:nvPr/>
        </p:nvSpPr>
        <p:spPr>
          <a:xfrm>
            <a:off x="3148013" y="5292030"/>
            <a:ext cx="190500" cy="142875"/>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rPr>
              <a:t>P3</a:t>
            </a:r>
            <a:endParaRPr lang="en-US" sz="750" dirty="0"/>
          </a:p>
        </p:txBody>
      </p:sp>
      <p:sp>
        <p:nvSpPr>
          <p:cNvPr id="78" name="SK-6-text-77"/>
          <p:cNvSpPr/>
          <p:nvPr/>
        </p:nvSpPr>
        <p:spPr>
          <a:xfrm>
            <a:off x="3972818" y="5086350"/>
            <a:ext cx="571500" cy="148530"/>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latin typeface="Noto Sans SC" pitchFamily="34" charset="0"/>
                <a:ea typeface="Noto Sans SC" pitchFamily="34" charset="-122"/>
                <a:cs typeface="Noto Sans SC" pitchFamily="34" charset="-120"/>
              </a:rPr>
              <a:t>文档撰写</a:t>
            </a:r>
            <a:endParaRPr lang="en-US" sz="975" dirty="0"/>
          </a:p>
        </p:txBody>
      </p:sp>
      <p:sp>
        <p:nvSpPr>
          <p:cNvPr id="79" name="SK-6-text-78"/>
          <p:cNvSpPr/>
          <p:nvPr/>
        </p:nvSpPr>
        <p:spPr>
          <a:xfrm>
            <a:off x="4163318" y="5292030"/>
            <a:ext cx="190500" cy="142875"/>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rPr>
              <a:t>P4</a:t>
            </a:r>
            <a:endParaRPr lang="en-US" sz="750" dirty="0"/>
          </a:p>
        </p:txBody>
      </p:sp>
      <p:sp>
        <p:nvSpPr>
          <p:cNvPr id="80" name="SK-6-text-79"/>
          <p:cNvSpPr/>
          <p:nvPr/>
        </p:nvSpPr>
        <p:spPr>
          <a:xfrm>
            <a:off x="926753" y="5930205"/>
            <a:ext cx="571500" cy="148530"/>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latin typeface="Noto Sans SC" pitchFamily="34" charset="0"/>
                <a:ea typeface="Noto Sans SC" pitchFamily="34" charset="-122"/>
                <a:cs typeface="Noto Sans SC" pitchFamily="34" charset="-120"/>
              </a:rPr>
              <a:t>题目生成</a:t>
            </a:r>
            <a:endParaRPr lang="en-US" sz="975" dirty="0"/>
          </a:p>
        </p:txBody>
      </p:sp>
      <p:sp>
        <p:nvSpPr>
          <p:cNvPr id="81" name="SK-6-text-80"/>
          <p:cNvSpPr/>
          <p:nvPr/>
        </p:nvSpPr>
        <p:spPr>
          <a:xfrm>
            <a:off x="1117253" y="6135886"/>
            <a:ext cx="190500" cy="142875"/>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rPr>
              <a:t>P5</a:t>
            </a:r>
            <a:endParaRPr lang="en-US" sz="750" dirty="0"/>
          </a:p>
        </p:txBody>
      </p:sp>
      <p:sp>
        <p:nvSpPr>
          <p:cNvPr id="82" name="SK-6-text-81"/>
          <p:cNvSpPr/>
          <p:nvPr/>
        </p:nvSpPr>
        <p:spPr>
          <a:xfrm>
            <a:off x="1942058" y="5930205"/>
            <a:ext cx="571500" cy="148530"/>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latin typeface="Noto Sans SC" pitchFamily="34" charset="0"/>
                <a:ea typeface="Noto Sans SC" pitchFamily="34" charset="-122"/>
                <a:cs typeface="Noto Sans SC" pitchFamily="34" charset="-120"/>
              </a:rPr>
              <a:t>质量审核</a:t>
            </a:r>
            <a:endParaRPr lang="en-US" sz="975" dirty="0"/>
          </a:p>
        </p:txBody>
      </p:sp>
      <p:sp>
        <p:nvSpPr>
          <p:cNvPr id="83" name="SK-6-text-82"/>
          <p:cNvSpPr/>
          <p:nvPr/>
        </p:nvSpPr>
        <p:spPr>
          <a:xfrm>
            <a:off x="2132558" y="6135886"/>
            <a:ext cx="190500" cy="142875"/>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rPr>
              <a:t>P6</a:t>
            </a:r>
            <a:endParaRPr lang="en-US" sz="750" dirty="0"/>
          </a:p>
        </p:txBody>
      </p:sp>
      <p:sp>
        <p:nvSpPr>
          <p:cNvPr id="84" name="SK-6-text-83"/>
          <p:cNvSpPr/>
          <p:nvPr/>
        </p:nvSpPr>
        <p:spPr>
          <a:xfrm>
            <a:off x="2957513" y="5930205"/>
            <a:ext cx="571500" cy="148530"/>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latin typeface="Noto Sans SC" pitchFamily="34" charset="0"/>
                <a:ea typeface="Noto Sans SC" pitchFamily="34" charset="-122"/>
                <a:cs typeface="Noto Sans SC" pitchFamily="34" charset="-120"/>
              </a:rPr>
              <a:t>学习激励</a:t>
            </a:r>
            <a:endParaRPr lang="en-US" sz="975" dirty="0"/>
          </a:p>
        </p:txBody>
      </p:sp>
      <p:sp>
        <p:nvSpPr>
          <p:cNvPr id="85" name="SK-6-text-84"/>
          <p:cNvSpPr/>
          <p:nvPr/>
        </p:nvSpPr>
        <p:spPr>
          <a:xfrm>
            <a:off x="3148013" y="6135886"/>
            <a:ext cx="190500" cy="142875"/>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rPr>
              <a:t>P7</a:t>
            </a:r>
            <a:endParaRPr lang="en-US" sz="750" dirty="0"/>
          </a:p>
        </p:txBody>
      </p:sp>
      <p:sp>
        <p:nvSpPr>
          <p:cNvPr id="86" name="SK-6-text-85"/>
          <p:cNvSpPr/>
          <p:nvPr/>
        </p:nvSpPr>
        <p:spPr>
          <a:xfrm>
            <a:off x="3972818" y="5930205"/>
            <a:ext cx="571500" cy="148530"/>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latin typeface="Noto Sans SC" pitchFamily="34" charset="0"/>
                <a:ea typeface="Noto Sans SC" pitchFamily="34" charset="-122"/>
                <a:cs typeface="Noto Sans SC" pitchFamily="34" charset="-120"/>
              </a:rPr>
              <a:t>仲裁专家</a:t>
            </a:r>
            <a:endParaRPr lang="en-US" sz="975" dirty="0"/>
          </a:p>
        </p:txBody>
      </p:sp>
      <p:sp>
        <p:nvSpPr>
          <p:cNvPr id="87" name="SK-6-text-86"/>
          <p:cNvSpPr/>
          <p:nvPr/>
        </p:nvSpPr>
        <p:spPr>
          <a:xfrm>
            <a:off x="4163318" y="6135886"/>
            <a:ext cx="190500" cy="142875"/>
          </a:xfrm>
          <a:prstGeom prst="rect">
            <a:avLst/>
          </a:prstGeom>
          <a:noFill/>
          <a:ln/>
        </p:spPr>
        <p:txBody>
          <a:bodyPr wrap="square" lIns="0" tIns="0" rIns="0" bIns="0" rtlCol="0" anchor="ctr" vert="horz"/>
          <a:lstStyle/>
          <a:p>
            <a:pPr algn="ctr" indent="0" marL="0">
              <a:lnSpc>
                <a:spcPts val="1170"/>
              </a:lnSpc>
              <a:buNone/>
            </a:pPr>
            <a:r>
              <a:rPr lang="en-US" sz="975" b="1" dirty="0">
                <a:solidFill>
                  <a:srgbClr val="FFFFFF"/>
                </a:solidFill>
              </a:rPr>
              <a:t>P8</a:t>
            </a:r>
            <a:endParaRPr lang="en-US" sz="750" dirty="0"/>
          </a:p>
        </p:txBody>
      </p:sp>
      <p:sp>
        <p:nvSpPr>
          <p:cNvPr id="88" name="SK-6-text-87"/>
          <p:cNvSpPr/>
          <p:nvPr/>
        </p:nvSpPr>
        <p:spPr>
          <a:xfrm>
            <a:off x="5628382" y="1790700"/>
            <a:ext cx="3171825" cy="257175"/>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核心推理与生成机制</a:t>
            </a:r>
            <a:endParaRPr lang="en-US" sz="1350" dirty="0"/>
          </a:p>
        </p:txBody>
      </p:sp>
      <p:sp>
        <p:nvSpPr>
          <p:cNvPr id="89" name="SK-6-text-88"/>
          <p:cNvSpPr/>
          <p:nvPr/>
        </p:nvSpPr>
        <p:spPr>
          <a:xfrm>
            <a:off x="6118920" y="2352675"/>
            <a:ext cx="6073080"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辩论-仲裁模式 (Debate-Arbitration)</a:t>
            </a:r>
            <a:endParaRPr lang="en-US" sz="1275" dirty="0"/>
          </a:p>
        </p:txBody>
      </p:sp>
      <p:sp>
        <p:nvSpPr>
          <p:cNvPr id="90" name="SK-6-text-89"/>
          <p:cNvSpPr/>
          <p:nvPr/>
        </p:nvSpPr>
        <p:spPr>
          <a:xfrm>
            <a:off x="6118920" y="2633663"/>
            <a:ext cx="5158680" cy="400050"/>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针对争议知识点触发多智能体辩论，仲裁智能体根据本地 RAG 证据链与 PubMed 文献级证据进行最终裁决，消除模型幻觉。</a:t>
            </a:r>
            <a:endParaRPr lang="en-US" sz="1050" dirty="0"/>
          </a:p>
        </p:txBody>
      </p:sp>
      <p:sp>
        <p:nvSpPr>
          <p:cNvPr id="91" name="SK-6-text-90"/>
          <p:cNvSpPr/>
          <p:nvPr/>
        </p:nvSpPr>
        <p:spPr>
          <a:xfrm>
            <a:off x="6118920" y="3490913"/>
            <a:ext cx="6073080"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自愈式动态退火反思 (Self-Healing Reflection)</a:t>
            </a:r>
            <a:endParaRPr lang="en-US" sz="1275" dirty="0"/>
          </a:p>
        </p:txBody>
      </p:sp>
      <p:sp>
        <p:nvSpPr>
          <p:cNvPr id="92" name="SK-6-text-91"/>
          <p:cNvSpPr/>
          <p:nvPr/>
        </p:nvSpPr>
        <p:spPr>
          <a:xfrm>
            <a:off x="6118920" y="3771900"/>
            <a:ext cx="5158680" cy="400050"/>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校验失败后自动归类驳回原因，生成针对性修正提示词，并衰减争议智能体权重进行重试。</a:t>
            </a:r>
            <a:endParaRPr lang="en-US" sz="1050" dirty="0"/>
          </a:p>
        </p:txBody>
      </p:sp>
      <p:sp>
        <p:nvSpPr>
          <p:cNvPr id="93" name="SK-6-text-92"/>
          <p:cNvSpPr/>
          <p:nvPr/>
        </p:nvSpPr>
        <p:spPr>
          <a:xfrm>
            <a:off x="6195120" y="4305300"/>
            <a:ext cx="690880" cy="195263"/>
          </a:xfrm>
          <a:prstGeom prst="rect">
            <a:avLst/>
          </a:prstGeom>
          <a:noFill/>
          <a:ln/>
        </p:spPr>
        <p:txBody>
          <a:bodyPr wrap="square" lIns="0" tIns="0" rIns="0" bIns="0" rtlCol="0" anchor="ctr" vert="horz"/>
          <a:lstStyle/>
          <a:p>
            <a:pPr indent="0" marL="0">
              <a:lnSpc>
                <a:spcPts val="1238"/>
              </a:lnSpc>
              <a:buNone/>
            </a:pPr>
            <a:r>
              <a:rPr lang="en-US" sz="825" dirty="0">
                <a:solidFill>
                  <a:srgbClr val="F56565"/>
                </a:solidFill>
                <a:latin typeface="Noto Sans SC" pitchFamily="34" charset="0"/>
                <a:ea typeface="Noto Sans SC" pitchFamily="34" charset="-122"/>
                <a:cs typeface="Noto Sans SC" pitchFamily="34" charset="-120"/>
              </a:rPr>
              <a:t>事实错误</a:t>
            </a:r>
            <a:endParaRPr lang="en-US" sz="825" dirty="0"/>
          </a:p>
        </p:txBody>
      </p:sp>
      <p:sp>
        <p:nvSpPr>
          <p:cNvPr id="94" name="SK-6-text-93"/>
          <p:cNvSpPr/>
          <p:nvPr/>
        </p:nvSpPr>
        <p:spPr>
          <a:xfrm>
            <a:off x="6842820" y="4305300"/>
            <a:ext cx="690880" cy="195263"/>
          </a:xfrm>
          <a:prstGeom prst="rect">
            <a:avLst/>
          </a:prstGeom>
          <a:noFill/>
          <a:ln/>
        </p:spPr>
        <p:txBody>
          <a:bodyPr wrap="square" lIns="0" tIns="0" rIns="0" bIns="0" rtlCol="0" anchor="ctr" vert="horz"/>
          <a:lstStyle/>
          <a:p>
            <a:pPr indent="0" marL="0">
              <a:lnSpc>
                <a:spcPts val="1238"/>
              </a:lnSpc>
              <a:buNone/>
            </a:pPr>
            <a:r>
              <a:rPr lang="en-US" sz="825" dirty="0">
                <a:solidFill>
                  <a:srgbClr val="F56565"/>
                </a:solidFill>
                <a:latin typeface="Noto Sans SC" pitchFamily="34" charset="0"/>
                <a:ea typeface="Noto Sans SC" pitchFamily="34" charset="-122"/>
                <a:cs typeface="Noto Sans SC" pitchFamily="34" charset="-120"/>
              </a:rPr>
              <a:t>逻辑矛盾</a:t>
            </a:r>
            <a:endParaRPr lang="en-US" sz="825" dirty="0"/>
          </a:p>
        </p:txBody>
      </p:sp>
      <p:sp>
        <p:nvSpPr>
          <p:cNvPr id="95" name="SK-6-text-94"/>
          <p:cNvSpPr/>
          <p:nvPr/>
        </p:nvSpPr>
        <p:spPr>
          <a:xfrm>
            <a:off x="7490520" y="4305300"/>
            <a:ext cx="887837" cy="195263"/>
          </a:xfrm>
          <a:prstGeom prst="rect">
            <a:avLst/>
          </a:prstGeom>
          <a:noFill/>
          <a:ln/>
        </p:spPr>
        <p:txBody>
          <a:bodyPr wrap="square" lIns="0" tIns="0" rIns="0" bIns="0" rtlCol="0" anchor="ctr" vert="horz"/>
          <a:lstStyle/>
          <a:p>
            <a:pPr indent="0" marL="0">
              <a:lnSpc>
                <a:spcPts val="1238"/>
              </a:lnSpc>
              <a:buNone/>
            </a:pPr>
            <a:r>
              <a:rPr lang="en-US" sz="825" dirty="0">
                <a:solidFill>
                  <a:srgbClr val="F56565"/>
                </a:solidFill>
                <a:latin typeface="Noto Sans SC" pitchFamily="34" charset="0"/>
                <a:ea typeface="Noto Sans SC" pitchFamily="34" charset="-122"/>
                <a:cs typeface="Noto Sans SC" pitchFamily="34" charset="-120"/>
              </a:rPr>
              <a:t>个性化不足</a:t>
            </a:r>
            <a:endParaRPr lang="en-US" sz="825" dirty="0"/>
          </a:p>
        </p:txBody>
      </p:sp>
      <p:sp>
        <p:nvSpPr>
          <p:cNvPr id="96" name="SK-6-text-95"/>
          <p:cNvSpPr/>
          <p:nvPr/>
        </p:nvSpPr>
        <p:spPr>
          <a:xfrm>
            <a:off x="8242995" y="4305300"/>
            <a:ext cx="887837" cy="195263"/>
          </a:xfrm>
          <a:prstGeom prst="rect">
            <a:avLst/>
          </a:prstGeom>
          <a:noFill/>
          <a:ln/>
        </p:spPr>
        <p:txBody>
          <a:bodyPr wrap="square" lIns="0" tIns="0" rIns="0" bIns="0" rtlCol="0" anchor="ctr" vert="horz"/>
          <a:lstStyle/>
          <a:p>
            <a:pPr indent="0" marL="0">
              <a:lnSpc>
                <a:spcPts val="1238"/>
              </a:lnSpc>
              <a:buNone/>
            </a:pPr>
            <a:r>
              <a:rPr lang="en-US" sz="825" dirty="0">
                <a:solidFill>
                  <a:srgbClr val="F56565"/>
                </a:solidFill>
                <a:latin typeface="Noto Sans SC" pitchFamily="34" charset="0"/>
                <a:ea typeface="Noto Sans SC" pitchFamily="34" charset="-122"/>
                <a:cs typeface="Noto Sans SC" pitchFamily="34" charset="-120"/>
              </a:rPr>
              <a:t>医学专业性</a:t>
            </a:r>
            <a:endParaRPr lang="en-US" sz="825" dirty="0"/>
          </a:p>
        </p:txBody>
      </p:sp>
      <p:sp>
        <p:nvSpPr>
          <p:cNvPr id="97" name="SK-6-text-96"/>
          <p:cNvSpPr/>
          <p:nvPr/>
        </p:nvSpPr>
        <p:spPr>
          <a:xfrm>
            <a:off x="8995470" y="4305300"/>
            <a:ext cx="887837" cy="195263"/>
          </a:xfrm>
          <a:prstGeom prst="rect">
            <a:avLst/>
          </a:prstGeom>
          <a:noFill/>
          <a:ln/>
        </p:spPr>
        <p:txBody>
          <a:bodyPr wrap="square" lIns="0" tIns="0" rIns="0" bIns="0" rtlCol="0" anchor="ctr" vert="horz"/>
          <a:lstStyle/>
          <a:p>
            <a:pPr indent="0" marL="0">
              <a:lnSpc>
                <a:spcPts val="1238"/>
              </a:lnSpc>
              <a:buNone/>
            </a:pPr>
            <a:r>
              <a:rPr lang="en-US" sz="825" dirty="0">
                <a:solidFill>
                  <a:srgbClr val="F56565"/>
                </a:solidFill>
                <a:latin typeface="Noto Sans SC" pitchFamily="34" charset="0"/>
                <a:ea typeface="Noto Sans SC" pitchFamily="34" charset="-122"/>
                <a:cs typeface="Noto Sans SC" pitchFamily="34" charset="-120"/>
              </a:rPr>
              <a:t>内容不完整</a:t>
            </a:r>
            <a:endParaRPr lang="en-US" sz="825" dirty="0"/>
          </a:p>
        </p:txBody>
      </p:sp>
      <p:sp>
        <p:nvSpPr>
          <p:cNvPr id="98" name="SK-6-text-97"/>
          <p:cNvSpPr/>
          <p:nvPr/>
        </p:nvSpPr>
        <p:spPr>
          <a:xfrm>
            <a:off x="6118920" y="4957763"/>
            <a:ext cx="523964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难度自适应动态编排</a:t>
            </a:r>
            <a:endParaRPr lang="en-US" sz="1275" dirty="0"/>
          </a:p>
        </p:txBody>
      </p:sp>
      <p:sp>
        <p:nvSpPr>
          <p:cNvPr id="99" name="SK-6-text-98"/>
          <p:cNvSpPr/>
          <p:nvPr/>
        </p:nvSpPr>
        <p:spPr>
          <a:xfrm>
            <a:off x="6118920" y="5238750"/>
            <a:ext cx="5158680" cy="400050"/>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根据画像中的知识基础评分 (0.0-1.0)，动态调整生成的资源深度（入门/中级/进阶），实现“教学材料适配学生”而非“学生适应材料”。</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7-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7-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7-img-3" descr="preencoded.png">    </p:cNvPr>
          <p:cNvPicPr>
            <a:picLocks noChangeAspect="1"/>
          </p:cNvPicPr>
          <p:nvPr/>
        </p:nvPicPr>
        <p:blipFill>
          <a:blip r:embed="rId4"/>
          <a:stretch>
            <a:fillRect/>
          </a:stretch>
        </p:blipFill>
        <p:spPr>
          <a:xfrm>
            <a:off x="571500" y="304800"/>
            <a:ext cx="1962150" cy="238125"/>
          </a:xfrm>
          <a:prstGeom prst="rect">
            <a:avLst/>
          </a:prstGeom>
        </p:spPr>
      </p:pic>
      <p:pic>
        <p:nvPicPr>
          <p:cNvPr id="5" name="SK-7-img-4" descr="preencoded.png">    </p:cNvPr>
          <p:cNvPicPr>
            <a:picLocks noChangeAspect="1"/>
          </p:cNvPicPr>
          <p:nvPr/>
        </p:nvPicPr>
        <p:blipFill>
          <a:blip r:embed="rId5"/>
          <a:stretch>
            <a:fillRect/>
          </a:stretch>
        </p:blipFill>
        <p:spPr>
          <a:xfrm>
            <a:off x="2647950" y="419100"/>
            <a:ext cx="8972550" cy="9525"/>
          </a:xfrm>
          <a:prstGeom prst="rect">
            <a:avLst/>
          </a:prstGeom>
        </p:spPr>
      </p:pic>
      <p:pic>
        <p:nvPicPr>
          <p:cNvPr id="6" name="SK-7-img-5" descr="preencoded.png">    </p:cNvPr>
          <p:cNvPicPr>
            <a:picLocks noChangeAspect="1"/>
          </p:cNvPicPr>
          <p:nvPr/>
        </p:nvPicPr>
        <p:blipFill>
          <a:blip r:embed="rId6"/>
          <a:stretch>
            <a:fillRect/>
          </a:stretch>
        </p:blipFill>
        <p:spPr>
          <a:xfrm>
            <a:off x="571500" y="1314450"/>
            <a:ext cx="38100" cy="38100"/>
          </a:xfrm>
          <a:prstGeom prst="rect">
            <a:avLst/>
          </a:prstGeom>
        </p:spPr>
      </p:pic>
      <p:pic>
        <p:nvPicPr>
          <p:cNvPr id="7" name="SK-7-img-6" descr="preencoded.png">    </p:cNvPr>
          <p:cNvPicPr>
            <a:picLocks noChangeAspect="1"/>
          </p:cNvPicPr>
          <p:nvPr/>
        </p:nvPicPr>
        <p:blipFill>
          <a:blip r:embed="rId7"/>
          <a:stretch>
            <a:fillRect/>
          </a:stretch>
        </p:blipFill>
        <p:spPr>
          <a:xfrm>
            <a:off x="571500" y="1600200"/>
            <a:ext cx="5381625" cy="2292995"/>
          </a:xfrm>
          <a:prstGeom prst="rect">
            <a:avLst/>
          </a:prstGeom>
        </p:spPr>
      </p:pic>
      <p:pic>
        <p:nvPicPr>
          <p:cNvPr id="8" name="SK-7-img-7" descr="preencoded.png">    </p:cNvPr>
          <p:cNvPicPr>
            <a:picLocks noChangeAspect="1"/>
          </p:cNvPicPr>
          <p:nvPr/>
        </p:nvPicPr>
        <p:blipFill>
          <a:blip r:embed="rId8"/>
          <a:stretch>
            <a:fillRect/>
          </a:stretch>
        </p:blipFill>
        <p:spPr>
          <a:xfrm>
            <a:off x="800100" y="1895475"/>
            <a:ext cx="190500" cy="152400"/>
          </a:xfrm>
          <a:prstGeom prst="rect">
            <a:avLst/>
          </a:prstGeom>
        </p:spPr>
      </p:pic>
      <p:pic>
        <p:nvPicPr>
          <p:cNvPr id="9" name="SK-7-img-8" descr="preencoded.png">    </p:cNvPr>
          <p:cNvPicPr>
            <a:picLocks noChangeAspect="1"/>
          </p:cNvPicPr>
          <p:nvPr/>
        </p:nvPicPr>
        <p:blipFill>
          <a:blip r:embed="rId9"/>
          <a:stretch>
            <a:fillRect/>
          </a:stretch>
        </p:blipFill>
        <p:spPr>
          <a:xfrm>
            <a:off x="800100" y="2266950"/>
            <a:ext cx="304800" cy="304800"/>
          </a:xfrm>
          <a:prstGeom prst="rect">
            <a:avLst/>
          </a:prstGeom>
        </p:spPr>
      </p:pic>
      <p:pic>
        <p:nvPicPr>
          <p:cNvPr id="10" name="SK-7-img-9" descr="preencoded.png">    </p:cNvPr>
          <p:cNvPicPr>
            <a:picLocks noChangeAspect="1"/>
          </p:cNvPicPr>
          <p:nvPr/>
        </p:nvPicPr>
        <p:blipFill>
          <a:blip r:embed="rId10"/>
          <a:stretch>
            <a:fillRect/>
          </a:stretch>
        </p:blipFill>
        <p:spPr>
          <a:xfrm>
            <a:off x="857250" y="2343150"/>
            <a:ext cx="190500" cy="152400"/>
          </a:xfrm>
          <a:prstGeom prst="rect">
            <a:avLst/>
          </a:prstGeom>
        </p:spPr>
      </p:pic>
      <p:pic>
        <p:nvPicPr>
          <p:cNvPr id="11" name="SK-7-img-10" descr="preencoded.png">    </p:cNvPr>
          <p:cNvPicPr>
            <a:picLocks noChangeAspect="1"/>
          </p:cNvPicPr>
          <p:nvPr/>
        </p:nvPicPr>
        <p:blipFill>
          <a:blip r:embed="rId11"/>
          <a:stretch>
            <a:fillRect/>
          </a:stretch>
        </p:blipFill>
        <p:spPr>
          <a:xfrm>
            <a:off x="800100" y="2809875"/>
            <a:ext cx="304800" cy="304800"/>
          </a:xfrm>
          <a:prstGeom prst="rect">
            <a:avLst/>
          </a:prstGeom>
        </p:spPr>
      </p:pic>
      <p:pic>
        <p:nvPicPr>
          <p:cNvPr id="12" name="SK-7-img-11" descr="preencoded.png">    </p:cNvPr>
          <p:cNvPicPr>
            <a:picLocks noChangeAspect="1"/>
          </p:cNvPicPr>
          <p:nvPr/>
        </p:nvPicPr>
        <p:blipFill>
          <a:blip r:embed="rId12"/>
          <a:stretch>
            <a:fillRect/>
          </a:stretch>
        </p:blipFill>
        <p:spPr>
          <a:xfrm>
            <a:off x="857250" y="2886075"/>
            <a:ext cx="190500" cy="152400"/>
          </a:xfrm>
          <a:prstGeom prst="rect">
            <a:avLst/>
          </a:prstGeom>
        </p:spPr>
      </p:pic>
      <p:pic>
        <p:nvPicPr>
          <p:cNvPr id="13" name="SK-7-img-12" descr="preencoded.png">    </p:cNvPr>
          <p:cNvPicPr>
            <a:picLocks noChangeAspect="1"/>
          </p:cNvPicPr>
          <p:nvPr/>
        </p:nvPicPr>
        <p:blipFill>
          <a:blip r:embed="rId13"/>
          <a:stretch>
            <a:fillRect/>
          </a:stretch>
        </p:blipFill>
        <p:spPr>
          <a:xfrm>
            <a:off x="571500" y="4083695"/>
            <a:ext cx="5381625" cy="2583805"/>
          </a:xfrm>
          <a:prstGeom prst="rect">
            <a:avLst/>
          </a:prstGeom>
        </p:spPr>
      </p:pic>
      <p:pic>
        <p:nvPicPr>
          <p:cNvPr id="14" name="SK-7-img-13" descr="preencoded.png">    </p:cNvPr>
          <p:cNvPicPr>
            <a:picLocks noChangeAspect="1"/>
          </p:cNvPicPr>
          <p:nvPr/>
        </p:nvPicPr>
        <p:blipFill>
          <a:blip r:embed="rId14"/>
          <a:stretch>
            <a:fillRect/>
          </a:stretch>
        </p:blipFill>
        <p:spPr>
          <a:xfrm>
            <a:off x="762000" y="4328964"/>
            <a:ext cx="76200" cy="76200"/>
          </a:xfrm>
          <a:prstGeom prst="rect">
            <a:avLst/>
          </a:prstGeom>
        </p:spPr>
      </p:pic>
      <p:pic>
        <p:nvPicPr>
          <p:cNvPr id="15" name="SK-7-img-14" descr="preencoded.png">    </p:cNvPr>
          <p:cNvPicPr>
            <a:picLocks noChangeAspect="1"/>
          </p:cNvPicPr>
          <p:nvPr/>
        </p:nvPicPr>
        <p:blipFill>
          <a:blip r:embed="rId15"/>
          <a:stretch>
            <a:fillRect/>
          </a:stretch>
        </p:blipFill>
        <p:spPr>
          <a:xfrm>
            <a:off x="6238875" y="1600200"/>
            <a:ext cx="5381625" cy="3476625"/>
          </a:xfrm>
          <a:prstGeom prst="rect">
            <a:avLst/>
          </a:prstGeom>
        </p:spPr>
      </p:pic>
      <p:pic>
        <p:nvPicPr>
          <p:cNvPr id="16" name="SK-7-img-15" descr="preencoded.png">    </p:cNvPr>
          <p:cNvPicPr>
            <a:picLocks noChangeAspect="1"/>
          </p:cNvPicPr>
          <p:nvPr/>
        </p:nvPicPr>
        <p:blipFill>
          <a:blip r:embed="rId16"/>
          <a:stretch>
            <a:fillRect/>
          </a:stretch>
        </p:blipFill>
        <p:spPr>
          <a:xfrm>
            <a:off x="6467475" y="1847850"/>
            <a:ext cx="190500" cy="152400"/>
          </a:xfrm>
          <a:prstGeom prst="rect">
            <a:avLst/>
          </a:prstGeom>
        </p:spPr>
      </p:pic>
      <p:pic>
        <p:nvPicPr>
          <p:cNvPr id="17" name="SK-7-img-16" descr="preencoded.png">    </p:cNvPr>
          <p:cNvPicPr>
            <a:picLocks noChangeAspect="1"/>
          </p:cNvPicPr>
          <p:nvPr/>
        </p:nvPicPr>
        <p:blipFill>
          <a:blip r:embed="rId17"/>
          <a:stretch>
            <a:fillRect/>
          </a:stretch>
        </p:blipFill>
        <p:spPr>
          <a:xfrm>
            <a:off x="6467475" y="2219325"/>
            <a:ext cx="2386013" cy="1276350"/>
          </a:xfrm>
          <a:prstGeom prst="rect">
            <a:avLst/>
          </a:prstGeom>
        </p:spPr>
      </p:pic>
      <p:pic>
        <p:nvPicPr>
          <p:cNvPr id="18" name="SK-7-img-17" descr="preencoded.png">    </p:cNvPr>
          <p:cNvPicPr>
            <a:picLocks noChangeAspect="1"/>
          </p:cNvPicPr>
          <p:nvPr/>
        </p:nvPicPr>
        <p:blipFill>
          <a:blip r:embed="rId18"/>
          <a:stretch>
            <a:fillRect/>
          </a:stretch>
        </p:blipFill>
        <p:spPr>
          <a:xfrm>
            <a:off x="6619875" y="2414885"/>
            <a:ext cx="285750" cy="228600"/>
          </a:xfrm>
          <a:prstGeom prst="rect">
            <a:avLst/>
          </a:prstGeom>
        </p:spPr>
      </p:pic>
      <p:pic>
        <p:nvPicPr>
          <p:cNvPr id="19" name="SK-7-img-18" descr="preencoded.png">    </p:cNvPr>
          <p:cNvPicPr>
            <a:picLocks noChangeAspect="1"/>
          </p:cNvPicPr>
          <p:nvPr/>
        </p:nvPicPr>
        <p:blipFill>
          <a:blip r:embed="rId19"/>
          <a:stretch>
            <a:fillRect/>
          </a:stretch>
        </p:blipFill>
        <p:spPr>
          <a:xfrm>
            <a:off x="9005888" y="2219325"/>
            <a:ext cx="2386013" cy="1276350"/>
          </a:xfrm>
          <a:prstGeom prst="rect">
            <a:avLst/>
          </a:prstGeom>
        </p:spPr>
      </p:pic>
      <p:pic>
        <p:nvPicPr>
          <p:cNvPr id="20" name="SK-7-img-19" descr="preencoded.png">    </p:cNvPr>
          <p:cNvPicPr>
            <a:picLocks noChangeAspect="1"/>
          </p:cNvPicPr>
          <p:nvPr/>
        </p:nvPicPr>
        <p:blipFill>
          <a:blip r:embed="rId20"/>
          <a:stretch>
            <a:fillRect/>
          </a:stretch>
        </p:blipFill>
        <p:spPr>
          <a:xfrm>
            <a:off x="9158288" y="2414885"/>
            <a:ext cx="285750" cy="228600"/>
          </a:xfrm>
          <a:prstGeom prst="rect">
            <a:avLst/>
          </a:prstGeom>
        </p:spPr>
      </p:pic>
      <p:pic>
        <p:nvPicPr>
          <p:cNvPr id="21" name="SK-7-img-20" descr="preencoded.png">    </p:cNvPr>
          <p:cNvPicPr>
            <a:picLocks noChangeAspect="1"/>
          </p:cNvPicPr>
          <p:nvPr/>
        </p:nvPicPr>
        <p:blipFill>
          <a:blip r:embed="rId21"/>
          <a:stretch>
            <a:fillRect/>
          </a:stretch>
        </p:blipFill>
        <p:spPr>
          <a:xfrm>
            <a:off x="6467475" y="3619500"/>
            <a:ext cx="2386013" cy="1276350"/>
          </a:xfrm>
          <a:prstGeom prst="rect">
            <a:avLst/>
          </a:prstGeom>
        </p:spPr>
      </p:pic>
      <p:pic>
        <p:nvPicPr>
          <p:cNvPr id="22" name="SK-7-img-21" descr="preencoded.png">    </p:cNvPr>
          <p:cNvPicPr>
            <a:picLocks noChangeAspect="1"/>
          </p:cNvPicPr>
          <p:nvPr/>
        </p:nvPicPr>
        <p:blipFill>
          <a:blip r:embed="rId22"/>
          <a:stretch>
            <a:fillRect/>
          </a:stretch>
        </p:blipFill>
        <p:spPr>
          <a:xfrm>
            <a:off x="6619875" y="3815060"/>
            <a:ext cx="285750" cy="228600"/>
          </a:xfrm>
          <a:prstGeom prst="rect">
            <a:avLst/>
          </a:prstGeom>
        </p:spPr>
      </p:pic>
      <p:pic>
        <p:nvPicPr>
          <p:cNvPr id="23" name="SK-7-img-22" descr="preencoded.png">    </p:cNvPr>
          <p:cNvPicPr>
            <a:picLocks noChangeAspect="1"/>
          </p:cNvPicPr>
          <p:nvPr/>
        </p:nvPicPr>
        <p:blipFill>
          <a:blip r:embed="rId23"/>
          <a:stretch>
            <a:fillRect/>
          </a:stretch>
        </p:blipFill>
        <p:spPr>
          <a:xfrm>
            <a:off x="9005888" y="3619500"/>
            <a:ext cx="2386013" cy="1276350"/>
          </a:xfrm>
          <a:prstGeom prst="rect">
            <a:avLst/>
          </a:prstGeom>
        </p:spPr>
      </p:pic>
      <p:pic>
        <p:nvPicPr>
          <p:cNvPr id="24" name="SK-7-img-23" descr="preencoded.png">    </p:cNvPr>
          <p:cNvPicPr>
            <a:picLocks noChangeAspect="1"/>
          </p:cNvPicPr>
          <p:nvPr/>
        </p:nvPicPr>
        <p:blipFill>
          <a:blip r:embed="rId24"/>
          <a:stretch>
            <a:fillRect/>
          </a:stretch>
        </p:blipFill>
        <p:spPr>
          <a:xfrm>
            <a:off x="9158288" y="3815060"/>
            <a:ext cx="285750" cy="228600"/>
          </a:xfrm>
          <a:prstGeom prst="rect">
            <a:avLst/>
          </a:prstGeom>
        </p:spPr>
      </p:pic>
      <p:pic>
        <p:nvPicPr>
          <p:cNvPr id="25" name="SK-7-img-24" descr="preencoded.png">    </p:cNvPr>
          <p:cNvPicPr>
            <a:picLocks noChangeAspect="1"/>
          </p:cNvPicPr>
          <p:nvPr/>
        </p:nvPicPr>
        <p:blipFill>
          <a:blip r:embed="rId25"/>
          <a:stretch>
            <a:fillRect/>
          </a:stretch>
        </p:blipFill>
        <p:spPr>
          <a:xfrm>
            <a:off x="6238875" y="5229225"/>
            <a:ext cx="5381625" cy="1438275"/>
          </a:xfrm>
          <a:prstGeom prst="rect">
            <a:avLst/>
          </a:prstGeom>
        </p:spPr>
      </p:pic>
      <p:pic>
        <p:nvPicPr>
          <p:cNvPr id="26" name="SK-7-img-25" descr="preencoded.png">    </p:cNvPr>
          <p:cNvPicPr>
            <a:picLocks noChangeAspect="1"/>
          </p:cNvPicPr>
          <p:nvPr/>
        </p:nvPicPr>
        <p:blipFill>
          <a:blip r:embed="rId26"/>
          <a:stretch>
            <a:fillRect/>
          </a:stretch>
        </p:blipFill>
        <p:spPr>
          <a:xfrm>
            <a:off x="6467475" y="5476875"/>
            <a:ext cx="190500" cy="152400"/>
          </a:xfrm>
          <a:prstGeom prst="rect">
            <a:avLst/>
          </a:prstGeom>
        </p:spPr>
      </p:pic>
      <p:pic>
        <p:nvPicPr>
          <p:cNvPr id="27" name="SK-7-img-26" descr="preencoded.png">    </p:cNvPr>
          <p:cNvPicPr>
            <a:picLocks noChangeAspect="1"/>
          </p:cNvPicPr>
          <p:nvPr/>
        </p:nvPicPr>
        <p:blipFill>
          <a:blip r:embed="rId27"/>
          <a:stretch>
            <a:fillRect/>
          </a:stretch>
        </p:blipFill>
        <p:spPr>
          <a:xfrm>
            <a:off x="6467475" y="5819775"/>
            <a:ext cx="766763" cy="295275"/>
          </a:xfrm>
          <a:prstGeom prst="rect">
            <a:avLst/>
          </a:prstGeom>
        </p:spPr>
      </p:pic>
      <p:pic>
        <p:nvPicPr>
          <p:cNvPr id="28" name="SK-7-img-27" descr="preencoded.png">    </p:cNvPr>
          <p:cNvPicPr>
            <a:picLocks noChangeAspect="1"/>
          </p:cNvPicPr>
          <p:nvPr/>
        </p:nvPicPr>
        <p:blipFill>
          <a:blip r:embed="rId28"/>
          <a:stretch>
            <a:fillRect/>
          </a:stretch>
        </p:blipFill>
        <p:spPr>
          <a:xfrm>
            <a:off x="6600825" y="5900738"/>
            <a:ext cx="166688" cy="133350"/>
          </a:xfrm>
          <a:prstGeom prst="rect">
            <a:avLst/>
          </a:prstGeom>
        </p:spPr>
      </p:pic>
      <p:pic>
        <p:nvPicPr>
          <p:cNvPr id="29" name="SK-7-img-28" descr="preencoded.png">    </p:cNvPr>
          <p:cNvPicPr>
            <a:picLocks noChangeAspect="1"/>
          </p:cNvPicPr>
          <p:nvPr/>
        </p:nvPicPr>
        <p:blipFill>
          <a:blip r:embed="rId29"/>
          <a:stretch>
            <a:fillRect/>
          </a:stretch>
        </p:blipFill>
        <p:spPr>
          <a:xfrm>
            <a:off x="7329488" y="5819775"/>
            <a:ext cx="1033462" cy="295275"/>
          </a:xfrm>
          <a:prstGeom prst="rect">
            <a:avLst/>
          </a:prstGeom>
        </p:spPr>
      </p:pic>
      <p:pic>
        <p:nvPicPr>
          <p:cNvPr id="30" name="SK-7-img-29" descr="preencoded.png">    </p:cNvPr>
          <p:cNvPicPr>
            <a:picLocks noChangeAspect="1"/>
          </p:cNvPicPr>
          <p:nvPr/>
        </p:nvPicPr>
        <p:blipFill>
          <a:blip r:embed="rId30"/>
          <a:stretch>
            <a:fillRect/>
          </a:stretch>
        </p:blipFill>
        <p:spPr>
          <a:xfrm>
            <a:off x="7462838" y="5900738"/>
            <a:ext cx="166688" cy="133350"/>
          </a:xfrm>
          <a:prstGeom prst="rect">
            <a:avLst/>
          </a:prstGeom>
        </p:spPr>
      </p:pic>
      <p:pic>
        <p:nvPicPr>
          <p:cNvPr id="31" name="SK-7-img-30" descr="preencoded.png">    </p:cNvPr>
          <p:cNvPicPr>
            <a:picLocks noChangeAspect="1"/>
          </p:cNvPicPr>
          <p:nvPr/>
        </p:nvPicPr>
        <p:blipFill>
          <a:blip r:embed="rId31"/>
          <a:stretch>
            <a:fillRect/>
          </a:stretch>
        </p:blipFill>
        <p:spPr>
          <a:xfrm>
            <a:off x="8458200" y="5819775"/>
            <a:ext cx="823913" cy="295275"/>
          </a:xfrm>
          <a:prstGeom prst="rect">
            <a:avLst/>
          </a:prstGeom>
        </p:spPr>
      </p:pic>
      <p:pic>
        <p:nvPicPr>
          <p:cNvPr id="32" name="SK-7-img-31" descr="preencoded.png">    </p:cNvPr>
          <p:cNvPicPr>
            <a:picLocks noChangeAspect="1"/>
          </p:cNvPicPr>
          <p:nvPr/>
        </p:nvPicPr>
        <p:blipFill>
          <a:blip r:embed="rId32"/>
          <a:stretch>
            <a:fillRect/>
          </a:stretch>
        </p:blipFill>
        <p:spPr>
          <a:xfrm>
            <a:off x="8591550" y="5900738"/>
            <a:ext cx="166688" cy="133350"/>
          </a:xfrm>
          <a:prstGeom prst="rect">
            <a:avLst/>
          </a:prstGeom>
        </p:spPr>
      </p:pic>
      <p:pic>
        <p:nvPicPr>
          <p:cNvPr id="33" name="SK-7-img-32" descr="preencoded.png">    </p:cNvPr>
          <p:cNvPicPr>
            <a:picLocks noChangeAspect="1"/>
          </p:cNvPicPr>
          <p:nvPr/>
        </p:nvPicPr>
        <p:blipFill>
          <a:blip r:embed="rId33"/>
          <a:stretch>
            <a:fillRect/>
          </a:stretch>
        </p:blipFill>
        <p:spPr>
          <a:xfrm>
            <a:off x="9377363" y="5819775"/>
            <a:ext cx="1271588" cy="295275"/>
          </a:xfrm>
          <a:prstGeom prst="rect">
            <a:avLst/>
          </a:prstGeom>
        </p:spPr>
      </p:pic>
      <p:pic>
        <p:nvPicPr>
          <p:cNvPr id="34" name="SK-7-img-33" descr="preencoded.png">    </p:cNvPr>
          <p:cNvPicPr>
            <a:picLocks noChangeAspect="1"/>
          </p:cNvPicPr>
          <p:nvPr/>
        </p:nvPicPr>
        <p:blipFill>
          <a:blip r:embed="rId34"/>
          <a:stretch>
            <a:fillRect/>
          </a:stretch>
        </p:blipFill>
        <p:spPr>
          <a:xfrm>
            <a:off x="9510713" y="5900738"/>
            <a:ext cx="166688" cy="133350"/>
          </a:xfrm>
          <a:prstGeom prst="rect">
            <a:avLst/>
          </a:prstGeom>
        </p:spPr>
      </p:pic>
      <p:pic>
        <p:nvPicPr>
          <p:cNvPr id="35" name="SK-7-img-34" descr="preencoded.png">    </p:cNvPr>
          <p:cNvPicPr>
            <a:picLocks noChangeAspect="1"/>
          </p:cNvPicPr>
          <p:nvPr/>
        </p:nvPicPr>
        <p:blipFill>
          <a:blip r:embed="rId35"/>
          <a:stretch>
            <a:fillRect/>
          </a:stretch>
        </p:blipFill>
        <p:spPr>
          <a:xfrm>
            <a:off x="6467475" y="6191250"/>
            <a:ext cx="1481138" cy="295275"/>
          </a:xfrm>
          <a:prstGeom prst="rect">
            <a:avLst/>
          </a:prstGeom>
        </p:spPr>
      </p:pic>
      <p:pic>
        <p:nvPicPr>
          <p:cNvPr id="36" name="SK-7-img-35" descr="preencoded.png">    </p:cNvPr>
          <p:cNvPicPr>
            <a:picLocks noChangeAspect="1"/>
          </p:cNvPicPr>
          <p:nvPr/>
        </p:nvPicPr>
        <p:blipFill>
          <a:blip r:embed="rId36"/>
          <a:stretch>
            <a:fillRect/>
          </a:stretch>
        </p:blipFill>
        <p:spPr>
          <a:xfrm>
            <a:off x="6600825" y="6272213"/>
            <a:ext cx="166688" cy="133350"/>
          </a:xfrm>
          <a:prstGeom prst="rect">
            <a:avLst/>
          </a:prstGeom>
        </p:spPr>
      </p:pic>
      <p:sp>
        <p:nvSpPr>
          <p:cNvPr id="37" name="SK-7-text-36"/>
          <p:cNvSpPr/>
          <p:nvPr/>
        </p:nvSpPr>
        <p:spPr>
          <a:xfrm>
            <a:off x="647700" y="30480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03</a:t>
            </a:r>
            <a:endParaRPr lang="en-US" sz="1050" dirty="0"/>
          </a:p>
        </p:txBody>
      </p:sp>
      <p:sp>
        <p:nvSpPr>
          <p:cNvPr id="38" name="SK-7-text-37"/>
          <p:cNvSpPr/>
          <p:nvPr/>
        </p:nvSpPr>
        <p:spPr>
          <a:xfrm>
            <a:off x="571500" y="6191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模块三：智能辅导问答</a:t>
            </a:r>
            <a:endParaRPr lang="en-US" sz="2550" dirty="0"/>
          </a:p>
        </p:txBody>
      </p:sp>
      <p:sp>
        <p:nvSpPr>
          <p:cNvPr id="39" name="SK-7-text-38"/>
          <p:cNvSpPr/>
          <p:nvPr/>
        </p:nvSpPr>
        <p:spPr>
          <a:xfrm>
            <a:off x="685800" y="12192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支持多轮对话、实时流式Thinking推理展示及多模态影像输入，提供透明化的批判性思维辅导。</a:t>
            </a:r>
            <a:endParaRPr lang="en-US" sz="1200" dirty="0"/>
          </a:p>
        </p:txBody>
      </p:sp>
      <p:sp>
        <p:nvSpPr>
          <p:cNvPr id="40" name="SK-7-text-39"/>
          <p:cNvSpPr/>
          <p:nvPr/>
        </p:nvSpPr>
        <p:spPr>
          <a:xfrm>
            <a:off x="1104900" y="1828800"/>
            <a:ext cx="3905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深度交互与上下文关联</a:t>
            </a:r>
            <a:endParaRPr lang="en-US" sz="1500" dirty="0"/>
          </a:p>
        </p:txBody>
      </p:sp>
      <p:sp>
        <p:nvSpPr>
          <p:cNvPr id="41" name="SK-7-text-40"/>
          <p:cNvSpPr/>
          <p:nvPr/>
        </p:nvSpPr>
        <p:spPr>
          <a:xfrm>
            <a:off x="1219200" y="2266950"/>
            <a:ext cx="4505325" cy="428625"/>
          </a:xfrm>
          <a:prstGeom prst="rect">
            <a:avLst/>
          </a:prstGeom>
          <a:noFill/>
          <a:ln/>
        </p:spPr>
        <p:txBody>
          <a:bodyPr wrap="square" lIns="0" tIns="0" rIns="0" bIns="0" rtlCol="0" anchor="ctr" vert="horz"/>
          <a:lstStyle/>
          <a:p>
            <a:pPr algn="l" indent="0" marL="0">
              <a:lnSpc>
                <a:spcPts val="1688"/>
              </a:lnSpc>
              <a:buNone/>
            </a:pPr>
            <a:r>
              <a:rPr lang="en-US" sz="1125" b="1" dirty="0">
                <a:solidFill>
                  <a:srgbClr val="A0AEC0"/>
                </a:solidFill>
                <a:latin typeface="Noto Sans SC" pitchFamily="34" charset="0"/>
                <a:ea typeface="Noto Sans SC" pitchFamily="34" charset="-122"/>
                <a:cs typeface="Noto Sans SC" pitchFamily="34" charset="-120"/>
              </a:rPr>
              <a:t>多维上下文注入：</a:t>
            </a:r>
            <a:pPr algn="l"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 自动关联课程名、知识点及学习路径ID，确保问答契合当前学习进度。</a:t>
            </a:r>
            <a:endParaRPr lang="en-US" sz="1125" dirty="0"/>
          </a:p>
        </p:txBody>
      </p:sp>
      <p:sp>
        <p:nvSpPr>
          <p:cNvPr id="42" name="SK-7-text-41"/>
          <p:cNvSpPr/>
          <p:nvPr/>
        </p:nvSpPr>
        <p:spPr>
          <a:xfrm>
            <a:off x="1219200" y="2809875"/>
            <a:ext cx="4505325" cy="428625"/>
          </a:xfrm>
          <a:prstGeom prst="rect">
            <a:avLst/>
          </a:prstGeom>
          <a:noFill/>
          <a:ln/>
        </p:spPr>
        <p:txBody>
          <a:bodyPr wrap="square" lIns="0" tIns="0" rIns="0" bIns="0" rtlCol="0" anchor="ctr" vert="horz"/>
          <a:lstStyle/>
          <a:p>
            <a:pPr algn="l" indent="0" marL="0">
              <a:lnSpc>
                <a:spcPts val="1688"/>
              </a:lnSpc>
              <a:buNone/>
            </a:pPr>
            <a:r>
              <a:rPr lang="en-US" sz="1125" b="1" dirty="0">
                <a:solidFill>
                  <a:srgbClr val="A0AEC0"/>
                </a:solidFill>
                <a:latin typeface="Noto Sans SC" pitchFamily="34" charset="0"/>
                <a:ea typeface="Noto Sans SC" pitchFamily="34" charset="-122"/>
                <a:cs typeface="Noto Sans SC" pitchFamily="34" charset="-120"/>
              </a:rPr>
              <a:t>连续追问机制：</a:t>
            </a:r>
            <a:pPr algn="l"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 支持多轮对话深挖细节，系统能够精准理解代词指向与隐含逻辑。</a:t>
            </a:r>
            <a:endParaRPr lang="en-US" sz="1125" dirty="0"/>
          </a:p>
        </p:txBody>
      </p:sp>
      <p:sp>
        <p:nvSpPr>
          <p:cNvPr id="43" name="SK-7-text-42"/>
          <p:cNvSpPr/>
          <p:nvPr/>
        </p:nvSpPr>
        <p:spPr>
          <a:xfrm>
            <a:off x="914400" y="4274195"/>
            <a:ext cx="5349240" cy="185738"/>
          </a:xfrm>
          <a:prstGeom prst="rect">
            <a:avLst/>
          </a:prstGeom>
          <a:noFill/>
          <a:ln/>
        </p:spPr>
        <p:txBody>
          <a:bodyPr wrap="square" lIns="0" tIns="0" rIns="0" bIns="0" rtlCol="0" anchor="ctr" vert="horz"/>
          <a:lstStyle/>
          <a:p>
            <a:pPr indent="0" marL="0">
              <a:lnSpc>
                <a:spcPts val="1463"/>
              </a:lnSpc>
              <a:buNone/>
            </a:pPr>
            <a:r>
              <a:rPr lang="en-US" sz="975" dirty="0">
                <a:solidFill>
                  <a:srgbClr val="718096"/>
                </a:solidFill>
              </a:rPr>
              <a:t>AI Reasoning Process (Thinking Flow)</a:t>
            </a:r>
            <a:endParaRPr lang="en-US" sz="975" dirty="0"/>
          </a:p>
        </p:txBody>
      </p:sp>
      <p:sp>
        <p:nvSpPr>
          <p:cNvPr id="44" name="SK-7-text-43"/>
          <p:cNvSpPr/>
          <p:nvPr/>
        </p:nvSpPr>
        <p:spPr>
          <a:xfrm>
            <a:off x="762000" y="4574232"/>
            <a:ext cx="5000625" cy="1359991"/>
          </a:xfrm>
          <a:prstGeom prst="rect">
            <a:avLst/>
          </a:prstGeom>
          <a:noFill/>
          <a:ln/>
        </p:spPr>
        <p:txBody>
          <a:bodyPr wrap="square" lIns="0" tIns="0" rIns="0" bIns="0" rtlCol="0" anchor="ctr" vert="horz"/>
          <a:lstStyle/>
          <a:p>
            <a:pPr indent="0" marL="0">
              <a:lnSpc>
                <a:spcPts val="1785"/>
              </a:lnSpc>
              <a:buNone/>
            </a:pPr>
            <a:r>
              <a:rPr lang="en-US" sz="1050" dirty="0">
                <a:solidFill>
                  <a:srgbClr val="00F5FF"/>
                </a:solidFill>
              </a:rPr>
              <a:t>&gt; 正在分析用户提供的脑卒中CT影像...</a:t>
            </a:r>
            <a:endParaRPr lang="en-US" sz="1050" dirty="0"/>
          </a:p>
          <a:p>
            <a:pPr indent="0" marL="0">
              <a:lnSpc>
                <a:spcPts val="1785"/>
              </a:lnSpc>
              <a:buNone/>
            </a:pPr>
            <a:r>
              <a:rPr lang="en-US" sz="1050" dirty="0">
                <a:solidFill>
                  <a:srgbClr val="A0AEC0"/>
                </a:solidFill>
              </a:rPr>
              <a:t>* 识别到左侧基底节区低密度影</a:t>
            </a:r>
            <a:endParaRPr lang="en-US" sz="1050" dirty="0"/>
          </a:p>
          <a:p>
            <a:pPr indent="0" marL="0">
              <a:lnSpc>
                <a:spcPts val="1785"/>
              </a:lnSpc>
              <a:buNone/>
            </a:pPr>
            <a:r>
              <a:rPr lang="en-US" sz="1050" dirty="0">
                <a:solidFill>
                  <a:srgbClr val="A0AEC0"/>
                </a:solidFill>
              </a:rPr>
              <a:t>* 关联临床指南：符合急性缺血性卒中特征</a:t>
            </a:r>
            <a:endParaRPr lang="en-US" sz="1050" dirty="0"/>
          </a:p>
          <a:p>
            <a:pPr indent="0" marL="0">
              <a:lnSpc>
                <a:spcPts val="1785"/>
              </a:lnSpc>
              <a:buNone/>
            </a:pPr>
            <a:r>
              <a:rPr lang="en-US" sz="1050" dirty="0">
                <a:solidFill>
                  <a:srgbClr val="A0AEC0"/>
                </a:solidFill>
              </a:rPr>
              <a:t>* 评估 ASPECT 评分建议值为 8 分</a:t>
            </a:r>
            <a:endParaRPr lang="en-US" sz="1050" dirty="0"/>
          </a:p>
          <a:p>
            <a:pPr indent="0" marL="0">
              <a:lnSpc>
                <a:spcPts val="1785"/>
              </a:lnSpc>
              <a:buNone/>
            </a:pPr>
            <a:r>
              <a:rPr lang="en-US" sz="1050" dirty="0">
                <a:solidFill>
                  <a:srgbClr val="00F5FF"/>
                </a:solidFill>
              </a:rPr>
              <a:t>&gt; 准备生成针对性辅导建议...</a:t>
            </a:r>
            <a:endParaRPr lang="en-US" sz="1050" dirty="0"/>
          </a:p>
          <a:p>
            <a:pPr indent="0" marL="0">
              <a:lnSpc>
                <a:spcPts val="1785"/>
              </a:lnSpc>
              <a:buNone/>
            </a:pPr>
            <a:r>
              <a:rPr lang="en-US" sz="1050" dirty="0">
                <a:solidFill>
                  <a:srgbClr val="A0AEC0"/>
                </a:solidFill>
              </a:rPr>
              <a:t>* 优先解答溶栓适应症相关知识点</a:t>
            </a:r>
            <a:endParaRPr lang="en-US" sz="1050" dirty="0"/>
          </a:p>
        </p:txBody>
      </p:sp>
      <p:sp>
        <p:nvSpPr>
          <p:cNvPr id="45" name="SK-7-text-44"/>
          <p:cNvSpPr/>
          <p:nvPr/>
        </p:nvSpPr>
        <p:spPr>
          <a:xfrm>
            <a:off x="6772275" y="1781175"/>
            <a:ext cx="4286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多模态感知与差异化分析</a:t>
            </a:r>
            <a:endParaRPr lang="en-US" sz="1500" dirty="0"/>
          </a:p>
        </p:txBody>
      </p:sp>
      <p:sp>
        <p:nvSpPr>
          <p:cNvPr id="46" name="SK-7-text-45"/>
          <p:cNvSpPr/>
          <p:nvPr/>
        </p:nvSpPr>
        <p:spPr>
          <a:xfrm>
            <a:off x="6619875" y="2743200"/>
            <a:ext cx="2157413" cy="228600"/>
          </a:xfrm>
          <a:prstGeom prst="rect">
            <a:avLst/>
          </a:prstGeom>
          <a:noFill/>
          <a:ln/>
        </p:spPr>
        <p:txBody>
          <a:bodyPr wrap="square" lIns="0" tIns="0" rIns="0" bIns="0" rtlCol="0" anchor="ctr" vert="horz"/>
          <a:lstStyle/>
          <a:p>
            <a:pPr indent="0" marL="0">
              <a:lnSpc>
                <a:spcPts val="1800"/>
              </a:lnSpc>
              <a:buNone/>
            </a:pPr>
            <a:r>
              <a:rPr lang="en-US" sz="1200" b="1" dirty="0">
                <a:solidFill>
                  <a:srgbClr val="FFFFFF"/>
                </a:solidFill>
                <a:latin typeface="Noto Sans SC" pitchFamily="34" charset="0"/>
                <a:ea typeface="Noto Sans SC" pitchFamily="34" charset="-122"/>
                <a:cs typeface="Noto Sans SC" pitchFamily="34" charset="-120"/>
              </a:rPr>
              <a:t>医学影像理解</a:t>
            </a:r>
            <a:endParaRPr lang="en-US" sz="1200" dirty="0"/>
          </a:p>
        </p:txBody>
      </p:sp>
      <p:sp>
        <p:nvSpPr>
          <p:cNvPr id="47" name="SK-7-text-46"/>
          <p:cNvSpPr/>
          <p:nvPr/>
        </p:nvSpPr>
        <p:spPr>
          <a:xfrm>
            <a:off x="6619875" y="3000375"/>
            <a:ext cx="2081212" cy="371475"/>
          </a:xfrm>
          <a:prstGeom prst="rect">
            <a:avLst/>
          </a:prstGeom>
          <a:noFill/>
          <a:ln/>
        </p:spPr>
        <p:txBody>
          <a:bodyPr wrap="square" lIns="0" tIns="0" rIns="0" bIns="0" rtlCol="0" anchor="ctr" vert="horz"/>
          <a:lstStyle/>
          <a:p>
            <a:pPr indent="0" marL="0">
              <a:lnSpc>
                <a:spcPts val="1463"/>
              </a:lnSpc>
              <a:buNone/>
            </a:pPr>
            <a:r>
              <a:rPr lang="en-US" sz="975" dirty="0">
                <a:solidFill>
                  <a:srgbClr val="718096"/>
                </a:solidFill>
                <a:latin typeface="Noto Sans SC" pitchFamily="34" charset="0"/>
                <a:ea typeface="Noto Sans SC" pitchFamily="34" charset="-122"/>
                <a:cs typeface="Noto Sans SC" pitchFamily="34" charset="-120"/>
              </a:rPr>
              <a:t>辅助分析CT/MRI，计算ASPECTS评分。</a:t>
            </a:r>
            <a:endParaRPr lang="en-US" sz="975" dirty="0"/>
          </a:p>
        </p:txBody>
      </p:sp>
      <p:sp>
        <p:nvSpPr>
          <p:cNvPr id="48" name="SK-7-text-47"/>
          <p:cNvSpPr/>
          <p:nvPr/>
        </p:nvSpPr>
        <p:spPr>
          <a:xfrm>
            <a:off x="9158288" y="2743200"/>
            <a:ext cx="2157413" cy="228600"/>
          </a:xfrm>
          <a:prstGeom prst="rect">
            <a:avLst/>
          </a:prstGeom>
          <a:noFill/>
          <a:ln/>
        </p:spPr>
        <p:txBody>
          <a:bodyPr wrap="square" lIns="0" tIns="0" rIns="0" bIns="0" rtlCol="0" anchor="ctr" vert="horz"/>
          <a:lstStyle/>
          <a:p>
            <a:pPr indent="0" marL="0">
              <a:lnSpc>
                <a:spcPts val="1800"/>
              </a:lnSpc>
              <a:buNone/>
            </a:pPr>
            <a:r>
              <a:rPr lang="en-US" sz="1200" b="1" dirty="0">
                <a:solidFill>
                  <a:srgbClr val="FFFFFF"/>
                </a:solidFill>
                <a:latin typeface="Noto Sans SC" pitchFamily="34" charset="0"/>
                <a:ea typeface="Noto Sans SC" pitchFamily="34" charset="-122"/>
                <a:cs typeface="Noto Sans SC" pitchFamily="34" charset="-120"/>
              </a:rPr>
              <a:t>检验报告解析</a:t>
            </a:r>
            <a:endParaRPr lang="en-US" sz="1200" dirty="0"/>
          </a:p>
        </p:txBody>
      </p:sp>
      <p:sp>
        <p:nvSpPr>
          <p:cNvPr id="49" name="SK-7-text-48"/>
          <p:cNvSpPr/>
          <p:nvPr/>
        </p:nvSpPr>
        <p:spPr>
          <a:xfrm>
            <a:off x="9158288" y="3000375"/>
            <a:ext cx="2081212" cy="371475"/>
          </a:xfrm>
          <a:prstGeom prst="rect">
            <a:avLst/>
          </a:prstGeom>
          <a:noFill/>
          <a:ln/>
        </p:spPr>
        <p:txBody>
          <a:bodyPr wrap="square" lIns="0" tIns="0" rIns="0" bIns="0" rtlCol="0" anchor="ctr" vert="horz"/>
          <a:lstStyle/>
          <a:p>
            <a:pPr indent="0" marL="0">
              <a:lnSpc>
                <a:spcPts val="1463"/>
              </a:lnSpc>
              <a:buNone/>
            </a:pPr>
            <a:r>
              <a:rPr lang="en-US" sz="975" dirty="0">
                <a:solidFill>
                  <a:srgbClr val="718096"/>
                </a:solidFill>
                <a:latin typeface="Noto Sans SC" pitchFamily="34" charset="0"/>
                <a:ea typeface="Noto Sans SC" pitchFamily="34" charset="-122"/>
                <a:cs typeface="Noto Sans SC" pitchFamily="34" charset="-120"/>
              </a:rPr>
              <a:t>结构化读取凝血功能、血常规等报告单。</a:t>
            </a:r>
            <a:endParaRPr lang="en-US" sz="975" dirty="0"/>
          </a:p>
        </p:txBody>
      </p:sp>
      <p:sp>
        <p:nvSpPr>
          <p:cNvPr id="50" name="SK-7-text-49"/>
          <p:cNvSpPr/>
          <p:nvPr/>
        </p:nvSpPr>
        <p:spPr>
          <a:xfrm>
            <a:off x="6619875" y="4143375"/>
            <a:ext cx="2157413" cy="228600"/>
          </a:xfrm>
          <a:prstGeom prst="rect">
            <a:avLst/>
          </a:prstGeom>
          <a:noFill/>
          <a:ln/>
        </p:spPr>
        <p:txBody>
          <a:bodyPr wrap="square" lIns="0" tIns="0" rIns="0" bIns="0" rtlCol="0" anchor="ctr" vert="horz"/>
          <a:lstStyle/>
          <a:p>
            <a:pPr indent="0" marL="0">
              <a:lnSpc>
                <a:spcPts val="1800"/>
              </a:lnSpc>
              <a:buNone/>
            </a:pPr>
            <a:r>
              <a:rPr lang="en-US" sz="1200" b="1" dirty="0">
                <a:solidFill>
                  <a:srgbClr val="FFFFFF"/>
                </a:solidFill>
                <a:latin typeface="Noto Sans SC" pitchFamily="34" charset="0"/>
                <a:ea typeface="Noto Sans SC" pitchFamily="34" charset="-122"/>
                <a:cs typeface="Noto Sans SC" pitchFamily="34" charset="-120"/>
              </a:rPr>
              <a:t>代码/课件识别</a:t>
            </a:r>
            <a:endParaRPr lang="en-US" sz="1200" dirty="0"/>
          </a:p>
        </p:txBody>
      </p:sp>
      <p:sp>
        <p:nvSpPr>
          <p:cNvPr id="51" name="SK-7-text-50"/>
          <p:cNvSpPr/>
          <p:nvPr/>
        </p:nvSpPr>
        <p:spPr>
          <a:xfrm>
            <a:off x="6619875" y="4400550"/>
            <a:ext cx="2081212" cy="371475"/>
          </a:xfrm>
          <a:prstGeom prst="rect">
            <a:avLst/>
          </a:prstGeom>
          <a:noFill/>
          <a:ln/>
        </p:spPr>
        <p:txBody>
          <a:bodyPr wrap="square" lIns="0" tIns="0" rIns="0" bIns="0" rtlCol="0" anchor="ctr" vert="horz"/>
          <a:lstStyle/>
          <a:p>
            <a:pPr indent="0" marL="0">
              <a:lnSpc>
                <a:spcPts val="1463"/>
              </a:lnSpc>
              <a:buNone/>
            </a:pPr>
            <a:r>
              <a:rPr lang="en-US" sz="975" dirty="0">
                <a:solidFill>
                  <a:srgbClr val="718096"/>
                </a:solidFill>
                <a:latin typeface="Noto Sans SC" pitchFamily="34" charset="0"/>
                <a:ea typeface="Noto Sans SC" pitchFamily="34" charset="-122"/>
                <a:cs typeface="Noto Sans SC" pitchFamily="34" charset="-120"/>
              </a:rPr>
              <a:t>OCR识别编程错误或课件笔记核心点。</a:t>
            </a:r>
            <a:endParaRPr lang="en-US" sz="975" dirty="0"/>
          </a:p>
        </p:txBody>
      </p:sp>
      <p:sp>
        <p:nvSpPr>
          <p:cNvPr id="52" name="SK-7-text-51"/>
          <p:cNvSpPr/>
          <p:nvPr/>
        </p:nvSpPr>
        <p:spPr>
          <a:xfrm>
            <a:off x="9158288" y="4143375"/>
            <a:ext cx="2157413" cy="228600"/>
          </a:xfrm>
          <a:prstGeom prst="rect">
            <a:avLst/>
          </a:prstGeom>
          <a:noFill/>
          <a:ln/>
        </p:spPr>
        <p:txBody>
          <a:bodyPr wrap="square" lIns="0" tIns="0" rIns="0" bIns="0" rtlCol="0" anchor="ctr" vert="horz"/>
          <a:lstStyle/>
          <a:p>
            <a:pPr indent="0" marL="0">
              <a:lnSpc>
                <a:spcPts val="1800"/>
              </a:lnSpc>
              <a:buNone/>
            </a:pPr>
            <a:r>
              <a:rPr lang="en-US" sz="1200" b="1" dirty="0">
                <a:solidFill>
                  <a:srgbClr val="FFFFFF"/>
                </a:solidFill>
                <a:latin typeface="Noto Sans SC" pitchFamily="34" charset="0"/>
                <a:ea typeface="Noto Sans SC" pitchFamily="34" charset="-122"/>
                <a:cs typeface="Noto Sans SC" pitchFamily="34" charset="-120"/>
              </a:rPr>
              <a:t>多图联合分析</a:t>
            </a:r>
            <a:endParaRPr lang="en-US" sz="1200" dirty="0"/>
          </a:p>
        </p:txBody>
      </p:sp>
      <p:sp>
        <p:nvSpPr>
          <p:cNvPr id="53" name="SK-7-text-52"/>
          <p:cNvSpPr/>
          <p:nvPr/>
        </p:nvSpPr>
        <p:spPr>
          <a:xfrm>
            <a:off x="9158288" y="4400550"/>
            <a:ext cx="3033713" cy="185738"/>
          </a:xfrm>
          <a:prstGeom prst="rect">
            <a:avLst/>
          </a:prstGeom>
          <a:noFill/>
          <a:ln/>
        </p:spPr>
        <p:txBody>
          <a:bodyPr wrap="square" lIns="0" tIns="0" rIns="0" bIns="0" rtlCol="0" anchor="ctr" vert="horz"/>
          <a:lstStyle/>
          <a:p>
            <a:pPr indent="0" marL="0">
              <a:lnSpc>
                <a:spcPts val="1463"/>
              </a:lnSpc>
              <a:buNone/>
            </a:pPr>
            <a:r>
              <a:rPr lang="en-US" sz="975" dirty="0">
                <a:solidFill>
                  <a:srgbClr val="718096"/>
                </a:solidFill>
                <a:latin typeface="Noto Sans SC" pitchFamily="34" charset="0"/>
                <a:ea typeface="Noto Sans SC" pitchFamily="34" charset="-122"/>
                <a:cs typeface="Noto Sans SC" pitchFamily="34" charset="-120"/>
              </a:rPr>
              <a:t>支持多张影像对比或图文结合推理。</a:t>
            </a:r>
            <a:endParaRPr lang="en-US" sz="975" dirty="0"/>
          </a:p>
        </p:txBody>
      </p:sp>
      <p:sp>
        <p:nvSpPr>
          <p:cNvPr id="54" name="SK-7-text-53"/>
          <p:cNvSpPr/>
          <p:nvPr/>
        </p:nvSpPr>
        <p:spPr>
          <a:xfrm>
            <a:off x="6772275" y="5410200"/>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期望回答形式定制</a:t>
            </a:r>
            <a:endParaRPr lang="en-US" sz="1500" dirty="0"/>
          </a:p>
        </p:txBody>
      </p:sp>
      <p:sp>
        <p:nvSpPr>
          <p:cNvPr id="55" name="SK-7-text-54"/>
          <p:cNvSpPr/>
          <p:nvPr/>
        </p:nvSpPr>
        <p:spPr>
          <a:xfrm>
            <a:off x="6824663" y="5819775"/>
            <a:ext cx="500063" cy="295275"/>
          </a:xfrm>
          <a:prstGeom prst="rect">
            <a:avLst/>
          </a:prstGeom>
          <a:noFill/>
          <a:ln/>
        </p:spPr>
        <p:txBody>
          <a:bodyPr wrap="square" lIns="0" tIns="0" rIns="0" bIns="0" rtlCol="0" anchor="ctr" vert="horz"/>
          <a:lstStyle/>
          <a:p>
            <a:pPr indent="0" marL="0">
              <a:lnSpc>
                <a:spcPts val="1575"/>
              </a:lnSpc>
              <a:buNone/>
            </a:pPr>
            <a:r>
              <a:rPr lang="en-US" sz="1050" dirty="0">
                <a:solidFill>
                  <a:srgbClr val="FFFFFF"/>
                </a:solidFill>
                <a:latin typeface="Noto Sans SC" pitchFamily="34" charset="0"/>
                <a:ea typeface="Noto Sans SC" pitchFamily="34" charset="-122"/>
                <a:cs typeface="Noto Sans SC" pitchFamily="34" charset="-120"/>
              </a:rPr>
              <a:t>Text</a:t>
            </a:r>
            <a:endParaRPr lang="en-US" sz="1050" dirty="0"/>
          </a:p>
        </p:txBody>
      </p:sp>
      <p:sp>
        <p:nvSpPr>
          <p:cNvPr id="56" name="SK-7-text-55"/>
          <p:cNvSpPr/>
          <p:nvPr/>
        </p:nvSpPr>
        <p:spPr>
          <a:xfrm>
            <a:off x="7686675" y="5819775"/>
            <a:ext cx="831072" cy="295275"/>
          </a:xfrm>
          <a:prstGeom prst="rect">
            <a:avLst/>
          </a:prstGeom>
          <a:noFill/>
          <a:ln/>
        </p:spPr>
        <p:txBody>
          <a:bodyPr wrap="square" lIns="0" tIns="0" rIns="0" bIns="0" rtlCol="0" anchor="ctr" vert="horz"/>
          <a:lstStyle/>
          <a:p>
            <a:pPr indent="0" marL="0">
              <a:lnSpc>
                <a:spcPts val="1575"/>
              </a:lnSpc>
              <a:buNone/>
            </a:pPr>
            <a:r>
              <a:rPr lang="en-US" sz="1050" dirty="0">
                <a:solidFill>
                  <a:srgbClr val="FFFFFF"/>
                </a:solidFill>
                <a:latin typeface="Noto Sans SC" pitchFamily="34" charset="0"/>
                <a:ea typeface="Noto Sans SC" pitchFamily="34" charset="-122"/>
                <a:cs typeface="Noto Sans SC" pitchFamily="34" charset="-120"/>
              </a:rPr>
              <a:t>Diagram</a:t>
            </a:r>
            <a:endParaRPr lang="en-US" sz="1050" dirty="0"/>
          </a:p>
        </p:txBody>
      </p:sp>
      <p:sp>
        <p:nvSpPr>
          <p:cNvPr id="57" name="SK-7-text-56"/>
          <p:cNvSpPr/>
          <p:nvPr/>
        </p:nvSpPr>
        <p:spPr>
          <a:xfrm>
            <a:off x="8815388" y="5819775"/>
            <a:ext cx="557213" cy="295275"/>
          </a:xfrm>
          <a:prstGeom prst="rect">
            <a:avLst/>
          </a:prstGeom>
          <a:noFill/>
          <a:ln/>
        </p:spPr>
        <p:txBody>
          <a:bodyPr wrap="square" lIns="0" tIns="0" rIns="0" bIns="0" rtlCol="0" anchor="ctr" vert="horz"/>
          <a:lstStyle/>
          <a:p>
            <a:pPr indent="0" marL="0">
              <a:lnSpc>
                <a:spcPts val="1575"/>
              </a:lnSpc>
              <a:buNone/>
            </a:pPr>
            <a:r>
              <a:rPr lang="en-US" sz="1050" dirty="0">
                <a:solidFill>
                  <a:srgbClr val="FFFFFF"/>
                </a:solidFill>
                <a:latin typeface="Noto Sans SC" pitchFamily="34" charset="0"/>
                <a:ea typeface="Noto Sans SC" pitchFamily="34" charset="-122"/>
                <a:cs typeface="Noto Sans SC" pitchFamily="34" charset="-120"/>
              </a:rPr>
              <a:t>Code</a:t>
            </a:r>
            <a:endParaRPr lang="en-US" sz="1050" dirty="0"/>
          </a:p>
        </p:txBody>
      </p:sp>
      <p:sp>
        <p:nvSpPr>
          <p:cNvPr id="58" name="SK-7-text-57"/>
          <p:cNvSpPr/>
          <p:nvPr/>
        </p:nvSpPr>
        <p:spPr>
          <a:xfrm>
            <a:off x="9734550" y="5819775"/>
            <a:ext cx="1517493" cy="295275"/>
          </a:xfrm>
          <a:prstGeom prst="rect">
            <a:avLst/>
          </a:prstGeom>
          <a:noFill/>
          <a:ln/>
        </p:spPr>
        <p:txBody>
          <a:bodyPr wrap="square" lIns="0" tIns="0" rIns="0" bIns="0" rtlCol="0" anchor="ctr" vert="horz"/>
          <a:lstStyle/>
          <a:p>
            <a:pPr indent="0" marL="0">
              <a:lnSpc>
                <a:spcPts val="1575"/>
              </a:lnSpc>
              <a:buNone/>
            </a:pPr>
            <a:r>
              <a:rPr lang="en-US" sz="1050" dirty="0">
                <a:solidFill>
                  <a:srgbClr val="FFFFFF"/>
                </a:solidFill>
                <a:latin typeface="Noto Sans SC" pitchFamily="34" charset="0"/>
                <a:ea typeface="Noto Sans SC" pitchFamily="34" charset="-122"/>
                <a:cs typeface="Noto Sans SC" pitchFamily="34" charset="-120"/>
              </a:rPr>
              <a:t>Video Script</a:t>
            </a:r>
            <a:endParaRPr lang="en-US" sz="1050" dirty="0"/>
          </a:p>
        </p:txBody>
      </p:sp>
      <p:sp>
        <p:nvSpPr>
          <p:cNvPr id="59" name="SK-7-text-58"/>
          <p:cNvSpPr/>
          <p:nvPr/>
        </p:nvSpPr>
        <p:spPr>
          <a:xfrm>
            <a:off x="6824663" y="6191250"/>
            <a:ext cx="1968092" cy="295275"/>
          </a:xfrm>
          <a:prstGeom prst="rect">
            <a:avLst/>
          </a:prstGeom>
          <a:noFill/>
          <a:ln/>
        </p:spPr>
        <p:txBody>
          <a:bodyPr wrap="square" lIns="0" tIns="0" rIns="0" bIns="0" rtlCol="0" anchor="ctr" vert="horz"/>
          <a:lstStyle/>
          <a:p>
            <a:pPr indent="0" marL="0">
              <a:lnSpc>
                <a:spcPts val="1575"/>
              </a:lnSpc>
              <a:buNone/>
            </a:pPr>
            <a:r>
              <a:rPr lang="en-US" sz="1050" dirty="0">
                <a:solidFill>
                  <a:srgbClr val="FFFFFF"/>
                </a:solidFill>
                <a:latin typeface="Noto Sans SC" pitchFamily="34" charset="0"/>
                <a:ea typeface="Noto Sans SC" pitchFamily="34" charset="-122"/>
                <a:cs typeface="Noto Sans SC" pitchFamily="34" charset="-120"/>
              </a:rPr>
              <a:t>Structured Data</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8-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8-img-2" descr="preencoded.png">    </p:cNvPr>
          <p:cNvPicPr>
            <a:picLocks noChangeAspect="1"/>
          </p:cNvPicPr>
          <p:nvPr/>
        </p:nvPicPr>
        <p:blipFill>
          <a:blip r:embed="rId3"/>
          <a:stretch>
            <a:fillRect/>
          </a:stretch>
        </p:blipFill>
        <p:spPr>
          <a:xfrm>
            <a:off x="571500" y="381000"/>
            <a:ext cx="1962150" cy="238125"/>
          </a:xfrm>
          <a:prstGeom prst="rect">
            <a:avLst/>
          </a:prstGeom>
        </p:spPr>
      </p:pic>
      <p:pic>
        <p:nvPicPr>
          <p:cNvPr id="4" name="SK-8-img-3" descr="preencoded.png">    </p:cNvPr>
          <p:cNvPicPr>
            <a:picLocks noChangeAspect="1"/>
          </p:cNvPicPr>
          <p:nvPr/>
        </p:nvPicPr>
        <p:blipFill>
          <a:blip r:embed="rId4"/>
          <a:stretch>
            <a:fillRect/>
          </a:stretch>
        </p:blipFill>
        <p:spPr>
          <a:xfrm>
            <a:off x="2647950" y="495300"/>
            <a:ext cx="8972550" cy="9525"/>
          </a:xfrm>
          <a:prstGeom prst="rect">
            <a:avLst/>
          </a:prstGeom>
        </p:spPr>
      </p:pic>
      <p:pic>
        <p:nvPicPr>
          <p:cNvPr id="5" name="SK-8-img-4" descr="preencoded.png">    </p:cNvPr>
          <p:cNvPicPr>
            <a:picLocks noChangeAspect="1"/>
          </p:cNvPicPr>
          <p:nvPr/>
        </p:nvPicPr>
        <p:blipFill>
          <a:blip r:embed="rId5"/>
          <a:stretch>
            <a:fillRect/>
          </a:stretch>
        </p:blipFill>
        <p:spPr>
          <a:xfrm>
            <a:off x="571500" y="1390650"/>
            <a:ext cx="38100" cy="38100"/>
          </a:xfrm>
          <a:prstGeom prst="rect">
            <a:avLst/>
          </a:prstGeom>
        </p:spPr>
      </p:pic>
      <p:pic>
        <p:nvPicPr>
          <p:cNvPr id="6" name="SK-8-img-5" descr="preencoded.png">    </p:cNvPr>
          <p:cNvPicPr>
            <a:picLocks noChangeAspect="1"/>
          </p:cNvPicPr>
          <p:nvPr/>
        </p:nvPicPr>
        <p:blipFill>
          <a:blip r:embed="rId6"/>
          <a:stretch>
            <a:fillRect/>
          </a:stretch>
        </p:blipFill>
        <p:spPr>
          <a:xfrm>
            <a:off x="571500" y="1809750"/>
            <a:ext cx="5715000" cy="4667250"/>
          </a:xfrm>
          <a:prstGeom prst="rect">
            <a:avLst/>
          </a:prstGeom>
        </p:spPr>
      </p:pic>
      <p:pic>
        <p:nvPicPr>
          <p:cNvPr id="7" name="SK-8-img-6" descr="preencoded.png">    </p:cNvPr>
          <p:cNvPicPr>
            <a:picLocks noChangeAspect="1"/>
          </p:cNvPicPr>
          <p:nvPr/>
        </p:nvPicPr>
        <p:blipFill>
          <a:blip r:embed="rId7"/>
          <a:stretch>
            <a:fillRect/>
          </a:stretch>
        </p:blipFill>
        <p:spPr>
          <a:xfrm>
            <a:off x="762000" y="2000250"/>
            <a:ext cx="381000" cy="381000"/>
          </a:xfrm>
          <a:prstGeom prst="rect">
            <a:avLst/>
          </a:prstGeom>
        </p:spPr>
      </p:pic>
      <p:pic>
        <p:nvPicPr>
          <p:cNvPr id="8" name="SK-8-img-7" descr="preencoded.png">    </p:cNvPr>
          <p:cNvPicPr>
            <a:picLocks noChangeAspect="1"/>
          </p:cNvPicPr>
          <p:nvPr/>
        </p:nvPicPr>
        <p:blipFill>
          <a:blip r:embed="rId8"/>
          <a:stretch>
            <a:fillRect/>
          </a:stretch>
        </p:blipFill>
        <p:spPr>
          <a:xfrm>
            <a:off x="845344" y="2103090"/>
            <a:ext cx="214313" cy="175320"/>
          </a:xfrm>
          <a:prstGeom prst="rect">
            <a:avLst/>
          </a:prstGeom>
        </p:spPr>
      </p:pic>
      <p:pic>
        <p:nvPicPr>
          <p:cNvPr id="9" name="SK-8-img-8" descr="preencoded.png">    </p:cNvPr>
          <p:cNvPicPr>
            <a:picLocks noChangeAspect="1"/>
          </p:cNvPicPr>
          <p:nvPr/>
        </p:nvPicPr>
        <p:blipFill>
          <a:blip r:embed="rId9"/>
          <a:stretch>
            <a:fillRect/>
          </a:stretch>
        </p:blipFill>
        <p:spPr>
          <a:xfrm>
            <a:off x="762000" y="2495550"/>
            <a:ext cx="178594" cy="142875"/>
          </a:xfrm>
          <a:prstGeom prst="rect">
            <a:avLst/>
          </a:prstGeom>
        </p:spPr>
      </p:pic>
      <p:pic>
        <p:nvPicPr>
          <p:cNvPr id="10" name="SK-8-img-9" descr="preencoded.png">    </p:cNvPr>
          <p:cNvPicPr>
            <a:picLocks noChangeAspect="1"/>
          </p:cNvPicPr>
          <p:nvPr/>
        </p:nvPicPr>
        <p:blipFill>
          <a:blip r:embed="rId10"/>
          <a:stretch>
            <a:fillRect/>
          </a:stretch>
        </p:blipFill>
        <p:spPr>
          <a:xfrm>
            <a:off x="762000" y="2781300"/>
            <a:ext cx="178594" cy="142875"/>
          </a:xfrm>
          <a:prstGeom prst="rect">
            <a:avLst/>
          </a:prstGeom>
        </p:spPr>
      </p:pic>
      <p:pic>
        <p:nvPicPr>
          <p:cNvPr id="11" name="SK-8-img-10" descr="preencoded.png">    </p:cNvPr>
          <p:cNvPicPr>
            <a:picLocks noChangeAspect="1"/>
          </p:cNvPicPr>
          <p:nvPr/>
        </p:nvPicPr>
        <p:blipFill>
          <a:blip r:embed="rId11"/>
          <a:stretch>
            <a:fillRect/>
          </a:stretch>
        </p:blipFill>
        <p:spPr>
          <a:xfrm>
            <a:off x="762000" y="3067050"/>
            <a:ext cx="178594" cy="142875"/>
          </a:xfrm>
          <a:prstGeom prst="rect">
            <a:avLst/>
          </a:prstGeom>
        </p:spPr>
      </p:pic>
      <p:pic>
        <p:nvPicPr>
          <p:cNvPr id="12" name="SK-8-img-11" descr="preencoded.png">    </p:cNvPr>
          <p:cNvPicPr>
            <a:picLocks noChangeAspect="1"/>
          </p:cNvPicPr>
          <p:nvPr/>
        </p:nvPicPr>
        <p:blipFill>
          <a:blip r:embed="rId12"/>
          <a:stretch>
            <a:fillRect/>
          </a:stretch>
        </p:blipFill>
        <p:spPr>
          <a:xfrm>
            <a:off x="762000" y="3467100"/>
            <a:ext cx="5334000" cy="1004887"/>
          </a:xfrm>
          <a:prstGeom prst="rect">
            <a:avLst/>
          </a:prstGeom>
        </p:spPr>
      </p:pic>
      <p:pic>
        <p:nvPicPr>
          <p:cNvPr id="13" name="SK-8-img-12" descr="preencoded.png">    </p:cNvPr>
          <p:cNvPicPr>
            <a:picLocks noChangeAspect="1"/>
          </p:cNvPicPr>
          <p:nvPr/>
        </p:nvPicPr>
        <p:blipFill>
          <a:blip r:embed="rId13"/>
          <a:stretch>
            <a:fillRect/>
          </a:stretch>
        </p:blipFill>
        <p:spPr>
          <a:xfrm>
            <a:off x="914400" y="3619500"/>
            <a:ext cx="1333500" cy="700088"/>
          </a:xfrm>
          <a:prstGeom prst="rect">
            <a:avLst/>
          </a:prstGeom>
        </p:spPr>
      </p:pic>
      <p:pic>
        <p:nvPicPr>
          <p:cNvPr id="14" name="SK-8-img-13" descr="preencoded.png">    </p:cNvPr>
          <p:cNvPicPr>
            <a:picLocks noChangeAspect="1"/>
          </p:cNvPicPr>
          <p:nvPr/>
        </p:nvPicPr>
        <p:blipFill>
          <a:blip r:embed="rId14"/>
          <a:stretch>
            <a:fillRect/>
          </a:stretch>
        </p:blipFill>
        <p:spPr>
          <a:xfrm>
            <a:off x="990600" y="4122390"/>
            <a:ext cx="119063" cy="99120"/>
          </a:xfrm>
          <a:prstGeom prst="rect">
            <a:avLst/>
          </a:prstGeom>
        </p:spPr>
      </p:pic>
      <p:pic>
        <p:nvPicPr>
          <p:cNvPr id="15" name="SK-8-img-14" descr="preencoded.png">    </p:cNvPr>
          <p:cNvPicPr>
            <a:picLocks noChangeAspect="1"/>
          </p:cNvPicPr>
          <p:nvPr/>
        </p:nvPicPr>
        <p:blipFill>
          <a:blip r:embed="rId15"/>
          <a:stretch>
            <a:fillRect/>
          </a:stretch>
        </p:blipFill>
        <p:spPr>
          <a:xfrm>
            <a:off x="2362200" y="3960019"/>
            <a:ext cx="285750" cy="19050"/>
          </a:xfrm>
          <a:prstGeom prst="rect">
            <a:avLst/>
          </a:prstGeom>
        </p:spPr>
      </p:pic>
      <p:pic>
        <p:nvPicPr>
          <p:cNvPr id="16" name="SK-8-img-15" descr="preencoded.png">    </p:cNvPr>
          <p:cNvPicPr>
            <a:picLocks noChangeAspect="1"/>
          </p:cNvPicPr>
          <p:nvPr/>
        </p:nvPicPr>
        <p:blipFill>
          <a:blip r:embed="rId16"/>
          <a:stretch>
            <a:fillRect/>
          </a:stretch>
        </p:blipFill>
        <p:spPr>
          <a:xfrm>
            <a:off x="2762250" y="3619500"/>
            <a:ext cx="1333500" cy="700088"/>
          </a:xfrm>
          <a:prstGeom prst="rect">
            <a:avLst/>
          </a:prstGeom>
        </p:spPr>
      </p:pic>
      <p:pic>
        <p:nvPicPr>
          <p:cNvPr id="17" name="SK-8-img-16" descr="preencoded.png">    </p:cNvPr>
          <p:cNvPicPr>
            <a:picLocks noChangeAspect="1"/>
          </p:cNvPicPr>
          <p:nvPr/>
        </p:nvPicPr>
        <p:blipFill>
          <a:blip r:embed="rId17"/>
          <a:stretch>
            <a:fillRect/>
          </a:stretch>
        </p:blipFill>
        <p:spPr>
          <a:xfrm>
            <a:off x="2838450" y="4122390"/>
            <a:ext cx="119063" cy="99120"/>
          </a:xfrm>
          <a:prstGeom prst="rect">
            <a:avLst/>
          </a:prstGeom>
        </p:spPr>
      </p:pic>
      <p:pic>
        <p:nvPicPr>
          <p:cNvPr id="18" name="SK-8-img-17" descr="preencoded.png">    </p:cNvPr>
          <p:cNvPicPr>
            <a:picLocks noChangeAspect="1"/>
          </p:cNvPicPr>
          <p:nvPr/>
        </p:nvPicPr>
        <p:blipFill>
          <a:blip r:embed="rId18"/>
          <a:stretch>
            <a:fillRect/>
          </a:stretch>
        </p:blipFill>
        <p:spPr>
          <a:xfrm>
            <a:off x="4210050" y="3960019"/>
            <a:ext cx="285750" cy="19050"/>
          </a:xfrm>
          <a:prstGeom prst="rect">
            <a:avLst/>
          </a:prstGeom>
        </p:spPr>
      </p:pic>
      <p:pic>
        <p:nvPicPr>
          <p:cNvPr id="19" name="SK-8-img-18" descr="preencoded.png">    </p:cNvPr>
          <p:cNvPicPr>
            <a:picLocks noChangeAspect="1"/>
          </p:cNvPicPr>
          <p:nvPr/>
        </p:nvPicPr>
        <p:blipFill>
          <a:blip r:embed="rId19"/>
          <a:stretch>
            <a:fillRect/>
          </a:stretch>
        </p:blipFill>
        <p:spPr>
          <a:xfrm>
            <a:off x="4610100" y="3619500"/>
            <a:ext cx="1333500" cy="700088"/>
          </a:xfrm>
          <a:prstGeom prst="rect">
            <a:avLst/>
          </a:prstGeom>
        </p:spPr>
      </p:pic>
      <p:pic>
        <p:nvPicPr>
          <p:cNvPr id="20" name="SK-8-img-19" descr="preencoded.png">    </p:cNvPr>
          <p:cNvPicPr>
            <a:picLocks noChangeAspect="1"/>
          </p:cNvPicPr>
          <p:nvPr/>
        </p:nvPicPr>
        <p:blipFill>
          <a:blip r:embed="rId20"/>
          <a:stretch>
            <a:fillRect/>
          </a:stretch>
        </p:blipFill>
        <p:spPr>
          <a:xfrm>
            <a:off x="6515100" y="1809750"/>
            <a:ext cx="5105400" cy="2257425"/>
          </a:xfrm>
          <a:prstGeom prst="rect">
            <a:avLst/>
          </a:prstGeom>
        </p:spPr>
      </p:pic>
      <p:pic>
        <p:nvPicPr>
          <p:cNvPr id="21" name="SK-8-img-20" descr="preencoded.png">    </p:cNvPr>
          <p:cNvPicPr>
            <a:picLocks noChangeAspect="1"/>
          </p:cNvPicPr>
          <p:nvPr/>
        </p:nvPicPr>
        <p:blipFill>
          <a:blip r:embed="rId21"/>
          <a:stretch>
            <a:fillRect/>
          </a:stretch>
        </p:blipFill>
        <p:spPr>
          <a:xfrm>
            <a:off x="6705600" y="2000250"/>
            <a:ext cx="381000" cy="381000"/>
          </a:xfrm>
          <a:prstGeom prst="rect">
            <a:avLst/>
          </a:prstGeom>
        </p:spPr>
      </p:pic>
      <p:pic>
        <p:nvPicPr>
          <p:cNvPr id="22" name="SK-8-img-21" descr="preencoded.png">    </p:cNvPr>
          <p:cNvPicPr>
            <a:picLocks noChangeAspect="1"/>
          </p:cNvPicPr>
          <p:nvPr/>
        </p:nvPicPr>
        <p:blipFill>
          <a:blip r:embed="rId22"/>
          <a:stretch>
            <a:fillRect/>
          </a:stretch>
        </p:blipFill>
        <p:spPr>
          <a:xfrm>
            <a:off x="6788944" y="2103090"/>
            <a:ext cx="214313" cy="175320"/>
          </a:xfrm>
          <a:prstGeom prst="rect">
            <a:avLst/>
          </a:prstGeom>
        </p:spPr>
      </p:pic>
      <p:pic>
        <p:nvPicPr>
          <p:cNvPr id="23" name="SK-8-img-22" descr="preencoded.png">    </p:cNvPr>
          <p:cNvPicPr>
            <a:picLocks noChangeAspect="1"/>
          </p:cNvPicPr>
          <p:nvPr/>
        </p:nvPicPr>
        <p:blipFill>
          <a:blip r:embed="rId23"/>
          <a:stretch>
            <a:fillRect/>
          </a:stretch>
        </p:blipFill>
        <p:spPr>
          <a:xfrm>
            <a:off x="6705600" y="2495550"/>
            <a:ext cx="178594" cy="142875"/>
          </a:xfrm>
          <a:prstGeom prst="rect">
            <a:avLst/>
          </a:prstGeom>
        </p:spPr>
      </p:pic>
      <p:pic>
        <p:nvPicPr>
          <p:cNvPr id="24" name="SK-8-img-23" descr="preencoded.png">    </p:cNvPr>
          <p:cNvPicPr>
            <a:picLocks noChangeAspect="1"/>
          </p:cNvPicPr>
          <p:nvPr/>
        </p:nvPicPr>
        <p:blipFill>
          <a:blip r:embed="rId24"/>
          <a:stretch>
            <a:fillRect/>
          </a:stretch>
        </p:blipFill>
        <p:spPr>
          <a:xfrm>
            <a:off x="6705600" y="2781300"/>
            <a:ext cx="178594" cy="142875"/>
          </a:xfrm>
          <a:prstGeom prst="rect">
            <a:avLst/>
          </a:prstGeom>
        </p:spPr>
      </p:pic>
      <p:pic>
        <p:nvPicPr>
          <p:cNvPr id="25" name="SK-8-img-24" descr="preencoded.png">    </p:cNvPr>
          <p:cNvPicPr>
            <a:picLocks noChangeAspect="1"/>
          </p:cNvPicPr>
          <p:nvPr/>
        </p:nvPicPr>
        <p:blipFill>
          <a:blip r:embed="rId25"/>
          <a:stretch>
            <a:fillRect/>
          </a:stretch>
        </p:blipFill>
        <p:spPr>
          <a:xfrm>
            <a:off x="6705600" y="3067050"/>
            <a:ext cx="178594" cy="142875"/>
          </a:xfrm>
          <a:prstGeom prst="rect">
            <a:avLst/>
          </a:prstGeom>
        </p:spPr>
      </p:pic>
      <p:pic>
        <p:nvPicPr>
          <p:cNvPr id="26" name="SK-8-img-25" descr="preencoded.png">    </p:cNvPr>
          <p:cNvPicPr>
            <a:picLocks noChangeAspect="1"/>
          </p:cNvPicPr>
          <p:nvPr/>
        </p:nvPicPr>
        <p:blipFill>
          <a:blip r:embed="rId26"/>
          <a:stretch>
            <a:fillRect/>
          </a:stretch>
        </p:blipFill>
        <p:spPr>
          <a:xfrm>
            <a:off x="6705600" y="3467100"/>
            <a:ext cx="771525" cy="247650"/>
          </a:xfrm>
          <a:prstGeom prst="rect">
            <a:avLst/>
          </a:prstGeom>
        </p:spPr>
      </p:pic>
      <p:pic>
        <p:nvPicPr>
          <p:cNvPr id="27" name="SK-8-img-26" descr="preencoded.png">    </p:cNvPr>
          <p:cNvPicPr>
            <a:picLocks noChangeAspect="1"/>
          </p:cNvPicPr>
          <p:nvPr/>
        </p:nvPicPr>
        <p:blipFill>
          <a:blip r:embed="rId27"/>
          <a:stretch>
            <a:fillRect/>
          </a:stretch>
        </p:blipFill>
        <p:spPr>
          <a:xfrm>
            <a:off x="7553325" y="3467100"/>
            <a:ext cx="1123950" cy="247650"/>
          </a:xfrm>
          <a:prstGeom prst="rect">
            <a:avLst/>
          </a:prstGeom>
        </p:spPr>
      </p:pic>
      <p:pic>
        <p:nvPicPr>
          <p:cNvPr id="28" name="SK-8-img-27" descr="preencoded.png">    </p:cNvPr>
          <p:cNvPicPr>
            <a:picLocks noChangeAspect="1"/>
          </p:cNvPicPr>
          <p:nvPr/>
        </p:nvPicPr>
        <p:blipFill>
          <a:blip r:embed="rId28"/>
          <a:stretch>
            <a:fillRect/>
          </a:stretch>
        </p:blipFill>
        <p:spPr>
          <a:xfrm>
            <a:off x="8753475" y="3467100"/>
            <a:ext cx="1114425" cy="247650"/>
          </a:xfrm>
          <a:prstGeom prst="rect">
            <a:avLst/>
          </a:prstGeom>
        </p:spPr>
      </p:pic>
      <p:pic>
        <p:nvPicPr>
          <p:cNvPr id="29" name="SK-8-img-28" descr="preencoded.png">    </p:cNvPr>
          <p:cNvPicPr>
            <a:picLocks noChangeAspect="1"/>
          </p:cNvPicPr>
          <p:nvPr/>
        </p:nvPicPr>
        <p:blipFill>
          <a:blip r:embed="rId29"/>
          <a:stretch>
            <a:fillRect/>
          </a:stretch>
        </p:blipFill>
        <p:spPr>
          <a:xfrm>
            <a:off x="6515100" y="4219575"/>
            <a:ext cx="5105400" cy="2257425"/>
          </a:xfrm>
          <a:prstGeom prst="rect">
            <a:avLst/>
          </a:prstGeom>
        </p:spPr>
      </p:pic>
      <p:pic>
        <p:nvPicPr>
          <p:cNvPr id="30" name="SK-8-img-29" descr="preencoded.png">    </p:cNvPr>
          <p:cNvPicPr>
            <a:picLocks noChangeAspect="1"/>
          </p:cNvPicPr>
          <p:nvPr/>
        </p:nvPicPr>
        <p:blipFill>
          <a:blip r:embed="rId30"/>
          <a:stretch>
            <a:fillRect/>
          </a:stretch>
        </p:blipFill>
        <p:spPr>
          <a:xfrm>
            <a:off x="6705600" y="4410075"/>
            <a:ext cx="381000" cy="381000"/>
          </a:xfrm>
          <a:prstGeom prst="rect">
            <a:avLst/>
          </a:prstGeom>
        </p:spPr>
      </p:pic>
      <p:pic>
        <p:nvPicPr>
          <p:cNvPr id="31" name="SK-8-img-30" descr="preencoded.png">    </p:cNvPr>
          <p:cNvPicPr>
            <a:picLocks noChangeAspect="1"/>
          </p:cNvPicPr>
          <p:nvPr/>
        </p:nvPicPr>
        <p:blipFill>
          <a:blip r:embed="rId31"/>
          <a:stretch>
            <a:fillRect/>
          </a:stretch>
        </p:blipFill>
        <p:spPr>
          <a:xfrm>
            <a:off x="6788944" y="4512915"/>
            <a:ext cx="214313" cy="175320"/>
          </a:xfrm>
          <a:prstGeom prst="rect">
            <a:avLst/>
          </a:prstGeom>
        </p:spPr>
      </p:pic>
      <p:pic>
        <p:nvPicPr>
          <p:cNvPr id="32" name="SK-8-img-31" descr="preencoded.png">    </p:cNvPr>
          <p:cNvPicPr>
            <a:picLocks noChangeAspect="1"/>
          </p:cNvPicPr>
          <p:nvPr/>
        </p:nvPicPr>
        <p:blipFill>
          <a:blip r:embed="rId32"/>
          <a:stretch>
            <a:fillRect/>
          </a:stretch>
        </p:blipFill>
        <p:spPr>
          <a:xfrm>
            <a:off x="6705600" y="4905375"/>
            <a:ext cx="178594" cy="142875"/>
          </a:xfrm>
          <a:prstGeom prst="rect">
            <a:avLst/>
          </a:prstGeom>
        </p:spPr>
      </p:pic>
      <p:pic>
        <p:nvPicPr>
          <p:cNvPr id="33" name="SK-8-img-32" descr="preencoded.png">    </p:cNvPr>
          <p:cNvPicPr>
            <a:picLocks noChangeAspect="1"/>
          </p:cNvPicPr>
          <p:nvPr/>
        </p:nvPicPr>
        <p:blipFill>
          <a:blip r:embed="rId33"/>
          <a:stretch>
            <a:fillRect/>
          </a:stretch>
        </p:blipFill>
        <p:spPr>
          <a:xfrm>
            <a:off x="6705600" y="5191125"/>
            <a:ext cx="178594" cy="142875"/>
          </a:xfrm>
          <a:prstGeom prst="rect">
            <a:avLst/>
          </a:prstGeom>
        </p:spPr>
      </p:pic>
      <p:pic>
        <p:nvPicPr>
          <p:cNvPr id="34" name="SK-8-img-33" descr="preencoded.png">    </p:cNvPr>
          <p:cNvPicPr>
            <a:picLocks noChangeAspect="1"/>
          </p:cNvPicPr>
          <p:nvPr/>
        </p:nvPicPr>
        <p:blipFill>
          <a:blip r:embed="rId34"/>
          <a:stretch>
            <a:fillRect/>
          </a:stretch>
        </p:blipFill>
        <p:spPr>
          <a:xfrm>
            <a:off x="6705600" y="5476875"/>
            <a:ext cx="178594" cy="142875"/>
          </a:xfrm>
          <a:prstGeom prst="rect">
            <a:avLst/>
          </a:prstGeom>
        </p:spPr>
      </p:pic>
      <p:sp>
        <p:nvSpPr>
          <p:cNvPr id="35" name="SK-8-text-34"/>
          <p:cNvSpPr/>
          <p:nvPr/>
        </p:nvSpPr>
        <p:spPr>
          <a:xfrm>
            <a:off x="647700" y="38100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04</a:t>
            </a:r>
            <a:endParaRPr lang="en-US" sz="1050" dirty="0"/>
          </a:p>
        </p:txBody>
      </p:sp>
      <p:sp>
        <p:nvSpPr>
          <p:cNvPr id="36" name="SK-8-text-35"/>
          <p:cNvSpPr/>
          <p:nvPr/>
        </p:nvSpPr>
        <p:spPr>
          <a:xfrm>
            <a:off x="571500" y="6953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模块四：个性化学习路径规划</a:t>
            </a:r>
            <a:endParaRPr lang="en-US" sz="2550" dirty="0"/>
          </a:p>
        </p:txBody>
      </p:sp>
      <p:sp>
        <p:nvSpPr>
          <p:cNvPr id="37" name="SK-8-text-36"/>
          <p:cNvSpPr/>
          <p:nvPr/>
        </p:nvSpPr>
        <p:spPr>
          <a:xfrm>
            <a:off x="685800" y="1295400"/>
            <a:ext cx="110490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基于学生画像的 5-15 步动态学习路径编排与全生命周期进度追踪</a:t>
            </a:r>
            <a:endParaRPr lang="en-US" sz="1200" dirty="0"/>
          </a:p>
        </p:txBody>
      </p:sp>
      <p:sp>
        <p:nvSpPr>
          <p:cNvPr id="38" name="SK-8-text-37"/>
          <p:cNvSpPr/>
          <p:nvPr/>
        </p:nvSpPr>
        <p:spPr>
          <a:xfrm>
            <a:off x="1257300" y="2047875"/>
            <a:ext cx="3524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自动化路径生成引擎</a:t>
            </a:r>
            <a:endParaRPr lang="en-US" sz="1500" dirty="0"/>
          </a:p>
        </p:txBody>
      </p:sp>
      <p:sp>
        <p:nvSpPr>
          <p:cNvPr id="39" name="SK-8-text-38"/>
          <p:cNvSpPr/>
          <p:nvPr/>
        </p:nvSpPr>
        <p:spPr>
          <a:xfrm>
            <a:off x="1016794" y="2495550"/>
            <a:ext cx="9715500" cy="228600"/>
          </a:xfrm>
          <a:prstGeom prst="rect">
            <a:avLst/>
          </a:prstGeom>
          <a:noFill/>
          <a:ln/>
        </p:spPr>
        <p:txBody>
          <a:bodyPr wrap="square" lIns="0" tIns="0" rIns="0" bIns="0" rtlCol="0" anchor="ctr" vert="horz"/>
          <a:lstStyle/>
          <a:p>
            <a:pPr algn="l" indent="0" marL="0">
              <a:lnSpc>
                <a:spcPts val="1800"/>
              </a:lnSpc>
              <a:buNone/>
            </a:pPr>
            <a:r>
              <a:rPr lang="en-US" sz="1125" b="1" dirty="0">
                <a:solidFill>
                  <a:srgbClr val="A0AEC0"/>
                </a:solidFill>
                <a:latin typeface="Noto Sans SC" pitchFamily="34" charset="0"/>
                <a:ea typeface="Noto Sans SC" pitchFamily="34" charset="-122"/>
                <a:cs typeface="Noto Sans SC" pitchFamily="34" charset="-120"/>
              </a:rPr>
              <a:t>多级结构：</a:t>
            </a:r>
            <a:pPr algn="l"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 自动生成 5-15 步学习路径，每步涵盖 2-5 个核心知识点。</a:t>
            </a:r>
            <a:endParaRPr lang="en-US" sz="1125" dirty="0"/>
          </a:p>
        </p:txBody>
      </p:sp>
      <p:sp>
        <p:nvSpPr>
          <p:cNvPr id="40" name="SK-8-text-39"/>
          <p:cNvSpPr/>
          <p:nvPr/>
        </p:nvSpPr>
        <p:spPr>
          <a:xfrm>
            <a:off x="1016794" y="2781300"/>
            <a:ext cx="8401050" cy="228600"/>
          </a:xfrm>
          <a:prstGeom prst="rect">
            <a:avLst/>
          </a:prstGeom>
          <a:noFill/>
          <a:ln/>
        </p:spPr>
        <p:txBody>
          <a:bodyPr wrap="square" lIns="0" tIns="0" rIns="0" bIns="0" rtlCol="0" anchor="ctr" vert="horz"/>
          <a:lstStyle/>
          <a:p>
            <a:pPr algn="l" indent="0" marL="0">
              <a:lnSpc>
                <a:spcPts val="1800"/>
              </a:lnSpc>
              <a:buNone/>
            </a:pPr>
            <a:r>
              <a:rPr lang="en-US" sz="1125" b="1" dirty="0">
                <a:solidFill>
                  <a:srgbClr val="A0AEC0"/>
                </a:solidFill>
                <a:latin typeface="Noto Sans SC" pitchFamily="34" charset="0"/>
                <a:ea typeface="Noto Sans SC" pitchFamily="34" charset="-122"/>
                <a:cs typeface="Noto Sans SC" pitchFamily="34" charset="-120"/>
              </a:rPr>
              <a:t>依赖关系：</a:t>
            </a:r>
            <a:pPr algn="l"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 严格遵循知识点前置依赖逻辑，确保学习过程循序渐进。</a:t>
            </a:r>
            <a:endParaRPr lang="en-US" sz="1125" dirty="0"/>
          </a:p>
        </p:txBody>
      </p:sp>
      <p:sp>
        <p:nvSpPr>
          <p:cNvPr id="41" name="SK-8-text-40"/>
          <p:cNvSpPr/>
          <p:nvPr/>
        </p:nvSpPr>
        <p:spPr>
          <a:xfrm>
            <a:off x="1016794" y="3067050"/>
            <a:ext cx="8115300" cy="228600"/>
          </a:xfrm>
          <a:prstGeom prst="rect">
            <a:avLst/>
          </a:prstGeom>
          <a:noFill/>
          <a:ln/>
        </p:spPr>
        <p:txBody>
          <a:bodyPr wrap="square" lIns="0" tIns="0" rIns="0" bIns="0" rtlCol="0" anchor="ctr" vert="horz"/>
          <a:lstStyle/>
          <a:p>
            <a:pPr algn="l" indent="0" marL="0">
              <a:lnSpc>
                <a:spcPts val="1800"/>
              </a:lnSpc>
              <a:buNone/>
            </a:pPr>
            <a:r>
              <a:rPr lang="en-US" sz="1125" b="1" dirty="0">
                <a:solidFill>
                  <a:srgbClr val="A0AEC0"/>
                </a:solidFill>
                <a:latin typeface="Noto Sans SC" pitchFamily="34" charset="0"/>
                <a:ea typeface="Noto Sans SC" pitchFamily="34" charset="-122"/>
                <a:cs typeface="Noto Sans SC" pitchFamily="34" charset="-120"/>
              </a:rPr>
              <a:t>精准推送：</a:t>
            </a:r>
            <a:pPr algn="l"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 基于画像维度计算相关性评分，提供个性化推荐理由。</a:t>
            </a:r>
            <a:endParaRPr lang="en-US" sz="1125" dirty="0"/>
          </a:p>
        </p:txBody>
      </p:sp>
      <p:sp>
        <p:nvSpPr>
          <p:cNvPr id="42" name="SK-8-text-41"/>
          <p:cNvSpPr/>
          <p:nvPr/>
        </p:nvSpPr>
        <p:spPr>
          <a:xfrm>
            <a:off x="990600" y="3695700"/>
            <a:ext cx="1257300" cy="142875"/>
          </a:xfrm>
          <a:prstGeom prst="rect">
            <a:avLst/>
          </a:prstGeom>
          <a:noFill/>
          <a:ln/>
        </p:spPr>
        <p:txBody>
          <a:bodyPr wrap="square" lIns="0" tIns="0" rIns="0" bIns="0" rtlCol="0" anchor="ctr" vert="horz"/>
          <a:lstStyle/>
          <a:p>
            <a:pPr indent="0" marL="0">
              <a:lnSpc>
                <a:spcPts val="1125"/>
              </a:lnSpc>
              <a:buNone/>
            </a:pPr>
            <a:r>
              <a:rPr lang="en-US" sz="750" dirty="0">
                <a:solidFill>
                  <a:srgbClr val="00F5FF"/>
                </a:solidFill>
              </a:rPr>
              <a:t>Step 01</a:t>
            </a:r>
            <a:endParaRPr lang="en-US" sz="750" dirty="0"/>
          </a:p>
        </p:txBody>
      </p:sp>
      <p:sp>
        <p:nvSpPr>
          <p:cNvPr id="43" name="SK-8-text-42"/>
          <p:cNvSpPr/>
          <p:nvPr/>
        </p:nvSpPr>
        <p:spPr>
          <a:xfrm>
            <a:off x="990600" y="3876675"/>
            <a:ext cx="1809750" cy="185738"/>
          </a:xfrm>
          <a:prstGeom prst="rect">
            <a:avLst/>
          </a:prstGeom>
          <a:noFill/>
          <a:ln/>
        </p:spPr>
        <p:txBody>
          <a:bodyPr wrap="none" lIns="0" tIns="0" rIns="0" bIns="0" rtlCol="0" anchor="ctr" vert="horz"/>
          <a:lstStyle/>
          <a:p>
            <a:pPr indent="0" marL="0">
              <a:lnSpc>
                <a:spcPts val="1463"/>
              </a:lnSpc>
              <a:buNone/>
            </a:pPr>
            <a:r>
              <a:rPr lang="en-US" sz="975" b="1" dirty="0">
                <a:solidFill>
                  <a:srgbClr val="FFFFFF"/>
                </a:solidFill>
                <a:latin typeface="Noto Sans SC" pitchFamily="34" charset="0"/>
                <a:ea typeface="Noto Sans SC" pitchFamily="34" charset="-122"/>
                <a:cs typeface="Noto Sans SC" pitchFamily="34" charset="-120"/>
              </a:rPr>
              <a:t>脑卒中基础概念</a:t>
            </a:r>
            <a:endParaRPr lang="en-US" sz="975" dirty="0"/>
          </a:p>
        </p:txBody>
      </p:sp>
      <p:sp>
        <p:nvSpPr>
          <p:cNvPr id="44" name="SK-8-text-43"/>
          <p:cNvSpPr/>
          <p:nvPr/>
        </p:nvSpPr>
        <p:spPr>
          <a:xfrm>
            <a:off x="1147763" y="4100513"/>
            <a:ext cx="1181100" cy="142875"/>
          </a:xfrm>
          <a:prstGeom prst="rect">
            <a:avLst/>
          </a:prstGeom>
          <a:noFill/>
          <a:ln/>
        </p:spPr>
        <p:txBody>
          <a:bodyPr wrap="square" lIns="0" tIns="0" rIns="0" bIns="0" rtlCol="0" anchor="ctr" vert="horz"/>
          <a:lstStyle/>
          <a:p>
            <a:pPr indent="0" marL="0">
              <a:lnSpc>
                <a:spcPts val="1125"/>
              </a:lnSpc>
              <a:buNone/>
            </a:pPr>
            <a:r>
              <a:rPr lang="en-US" sz="750" dirty="0">
                <a:solidFill>
                  <a:srgbClr val="48BB78"/>
                </a:solidFill>
                <a:latin typeface="Noto Sans SC" pitchFamily="34" charset="0"/>
                <a:ea typeface="Noto Sans SC" pitchFamily="34" charset="-122"/>
                <a:cs typeface="Noto Sans SC" pitchFamily="34" charset="-120"/>
              </a:rPr>
              <a:t>已完成</a:t>
            </a:r>
            <a:endParaRPr lang="en-US" sz="750" dirty="0"/>
          </a:p>
        </p:txBody>
      </p:sp>
      <p:sp>
        <p:nvSpPr>
          <p:cNvPr id="45" name="SK-8-text-44"/>
          <p:cNvSpPr/>
          <p:nvPr/>
        </p:nvSpPr>
        <p:spPr>
          <a:xfrm>
            <a:off x="2838450" y="3695700"/>
            <a:ext cx="1257300" cy="142875"/>
          </a:xfrm>
          <a:prstGeom prst="rect">
            <a:avLst/>
          </a:prstGeom>
          <a:noFill/>
          <a:ln/>
        </p:spPr>
        <p:txBody>
          <a:bodyPr wrap="square" lIns="0" tIns="0" rIns="0" bIns="0" rtlCol="0" anchor="ctr" vert="horz"/>
          <a:lstStyle/>
          <a:p>
            <a:pPr indent="0" marL="0">
              <a:lnSpc>
                <a:spcPts val="1125"/>
              </a:lnSpc>
              <a:buNone/>
            </a:pPr>
            <a:r>
              <a:rPr lang="en-US" sz="750" dirty="0">
                <a:solidFill>
                  <a:srgbClr val="00F5FF"/>
                </a:solidFill>
              </a:rPr>
              <a:t>Step 02</a:t>
            </a:r>
            <a:endParaRPr lang="en-US" sz="750" dirty="0"/>
          </a:p>
        </p:txBody>
      </p:sp>
      <p:sp>
        <p:nvSpPr>
          <p:cNvPr id="46" name="SK-8-text-45"/>
          <p:cNvSpPr/>
          <p:nvPr/>
        </p:nvSpPr>
        <p:spPr>
          <a:xfrm>
            <a:off x="2838450" y="3876675"/>
            <a:ext cx="1809750" cy="185738"/>
          </a:xfrm>
          <a:prstGeom prst="rect">
            <a:avLst/>
          </a:prstGeom>
          <a:noFill/>
          <a:ln/>
        </p:spPr>
        <p:txBody>
          <a:bodyPr wrap="none" lIns="0" tIns="0" rIns="0" bIns="0" rtlCol="0" anchor="ctr" vert="horz"/>
          <a:lstStyle/>
          <a:p>
            <a:pPr indent="0" marL="0">
              <a:lnSpc>
                <a:spcPts val="1463"/>
              </a:lnSpc>
              <a:buNone/>
            </a:pPr>
            <a:r>
              <a:rPr lang="en-US" sz="975" b="1" dirty="0">
                <a:solidFill>
                  <a:srgbClr val="FFFFFF"/>
                </a:solidFill>
                <a:latin typeface="Noto Sans SC" pitchFamily="34" charset="0"/>
                <a:ea typeface="Noto Sans SC" pitchFamily="34" charset="-122"/>
                <a:cs typeface="Noto Sans SC" pitchFamily="34" charset="-120"/>
              </a:rPr>
              <a:t>NIHSS评分细则</a:t>
            </a:r>
            <a:endParaRPr lang="en-US" sz="975" dirty="0"/>
          </a:p>
        </p:txBody>
      </p:sp>
      <p:sp>
        <p:nvSpPr>
          <p:cNvPr id="47" name="SK-8-text-46"/>
          <p:cNvSpPr/>
          <p:nvPr/>
        </p:nvSpPr>
        <p:spPr>
          <a:xfrm>
            <a:off x="2995613" y="4100513"/>
            <a:ext cx="1181100" cy="142875"/>
          </a:xfrm>
          <a:prstGeom prst="rect">
            <a:avLst/>
          </a:prstGeom>
          <a:noFill/>
          <a:ln/>
        </p:spPr>
        <p:txBody>
          <a:bodyPr wrap="square" lIns="0" tIns="0" rIns="0" bIns="0" rtlCol="0" anchor="ctr" vert="horz"/>
          <a:lstStyle/>
          <a:p>
            <a:pPr indent="0" marL="0">
              <a:lnSpc>
                <a:spcPts val="1125"/>
              </a:lnSpc>
              <a:buNone/>
            </a:pPr>
            <a:r>
              <a:rPr lang="en-US" sz="750" dirty="0">
                <a:solidFill>
                  <a:srgbClr val="ECC94B"/>
                </a:solidFill>
                <a:latin typeface="Noto Sans SC" pitchFamily="34" charset="0"/>
                <a:ea typeface="Noto Sans SC" pitchFamily="34" charset="-122"/>
                <a:cs typeface="Noto Sans SC" pitchFamily="34" charset="-120"/>
              </a:rPr>
              <a:t>进行中</a:t>
            </a:r>
            <a:endParaRPr lang="en-US" sz="750" dirty="0"/>
          </a:p>
        </p:txBody>
      </p:sp>
      <p:sp>
        <p:nvSpPr>
          <p:cNvPr id="48" name="SK-8-text-47"/>
          <p:cNvSpPr/>
          <p:nvPr/>
        </p:nvSpPr>
        <p:spPr>
          <a:xfrm>
            <a:off x="4686300" y="3695700"/>
            <a:ext cx="1257300" cy="142875"/>
          </a:xfrm>
          <a:prstGeom prst="rect">
            <a:avLst/>
          </a:prstGeom>
          <a:noFill/>
          <a:ln/>
        </p:spPr>
        <p:txBody>
          <a:bodyPr wrap="square" lIns="0" tIns="0" rIns="0" bIns="0" rtlCol="0" anchor="ctr" vert="horz"/>
          <a:lstStyle/>
          <a:p>
            <a:pPr indent="0" marL="0">
              <a:lnSpc>
                <a:spcPts val="1125"/>
              </a:lnSpc>
              <a:buNone/>
            </a:pPr>
            <a:r>
              <a:rPr lang="en-US" sz="750" dirty="0">
                <a:solidFill>
                  <a:srgbClr val="00F5FF"/>
                </a:solidFill>
              </a:rPr>
              <a:t>Step 03</a:t>
            </a:r>
            <a:endParaRPr lang="en-US" sz="750" dirty="0"/>
          </a:p>
        </p:txBody>
      </p:sp>
      <p:sp>
        <p:nvSpPr>
          <p:cNvPr id="49" name="SK-8-text-48"/>
          <p:cNvSpPr/>
          <p:nvPr/>
        </p:nvSpPr>
        <p:spPr>
          <a:xfrm>
            <a:off x="4686300" y="3876675"/>
            <a:ext cx="1859280" cy="185738"/>
          </a:xfrm>
          <a:prstGeom prst="rect">
            <a:avLst/>
          </a:prstGeom>
          <a:noFill/>
          <a:ln/>
        </p:spPr>
        <p:txBody>
          <a:bodyPr wrap="none" lIns="0" tIns="0" rIns="0" bIns="0" rtlCol="0" anchor="ctr" vert="horz"/>
          <a:lstStyle/>
          <a:p>
            <a:pPr indent="0" marL="0">
              <a:lnSpc>
                <a:spcPts val="1463"/>
              </a:lnSpc>
              <a:buNone/>
            </a:pPr>
            <a:r>
              <a:rPr lang="en-US" sz="975" b="1" dirty="0">
                <a:solidFill>
                  <a:srgbClr val="FFFFFF"/>
                </a:solidFill>
                <a:latin typeface="Noto Sans SC" pitchFamily="34" charset="0"/>
                <a:ea typeface="Noto Sans SC" pitchFamily="34" charset="-122"/>
                <a:cs typeface="Noto Sans SC" pitchFamily="34" charset="-120"/>
              </a:rPr>
              <a:t>急诊头颅CT识别</a:t>
            </a:r>
            <a:endParaRPr lang="en-US" sz="975" dirty="0"/>
          </a:p>
        </p:txBody>
      </p:sp>
      <p:sp>
        <p:nvSpPr>
          <p:cNvPr id="50" name="SK-8-text-49"/>
          <p:cNvSpPr/>
          <p:nvPr/>
        </p:nvSpPr>
        <p:spPr>
          <a:xfrm>
            <a:off x="4843463" y="4100513"/>
            <a:ext cx="1181100" cy="142875"/>
          </a:xfrm>
          <a:prstGeom prst="rect">
            <a:avLst/>
          </a:prstGeom>
          <a:noFill/>
          <a:ln/>
        </p:spPr>
        <p:txBody>
          <a:bodyPr wrap="square" lIns="0" tIns="0" rIns="0" bIns="0" rtlCol="0" anchor="ctr" vert="horz"/>
          <a:lstStyle/>
          <a:p>
            <a:pPr indent="0" marL="0">
              <a:lnSpc>
                <a:spcPts val="1125"/>
              </a:lnSpc>
              <a:buNone/>
            </a:pPr>
            <a:r>
              <a:rPr lang="en-US" sz="750" dirty="0">
                <a:solidFill>
                  <a:srgbClr val="718096"/>
                </a:solidFill>
                <a:latin typeface="Noto Sans SC" pitchFamily="34" charset="0"/>
                <a:ea typeface="Noto Sans SC" pitchFamily="34" charset="-122"/>
                <a:cs typeface="Noto Sans SC" pitchFamily="34" charset="-120"/>
              </a:rPr>
              <a:t>待解锁</a:t>
            </a:r>
            <a:endParaRPr lang="en-US" sz="750" dirty="0"/>
          </a:p>
        </p:txBody>
      </p:sp>
      <p:sp>
        <p:nvSpPr>
          <p:cNvPr id="51" name="SK-8-text-50"/>
          <p:cNvSpPr/>
          <p:nvPr/>
        </p:nvSpPr>
        <p:spPr>
          <a:xfrm>
            <a:off x="7200900" y="2047875"/>
            <a:ext cx="499110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动态调整机制 (Dynamic Tuning)</a:t>
            </a:r>
            <a:endParaRPr lang="en-US" sz="1500" dirty="0"/>
          </a:p>
        </p:txBody>
      </p:sp>
      <p:sp>
        <p:nvSpPr>
          <p:cNvPr id="52" name="SK-8-text-51"/>
          <p:cNvSpPr/>
          <p:nvPr/>
        </p:nvSpPr>
        <p:spPr>
          <a:xfrm>
            <a:off x="6960394" y="2495550"/>
            <a:ext cx="5231606" cy="228600"/>
          </a:xfrm>
          <a:prstGeom prst="rect">
            <a:avLst/>
          </a:prstGeom>
          <a:noFill/>
          <a:ln/>
        </p:spPr>
        <p:txBody>
          <a:bodyPr wrap="square" lIns="0" tIns="0" rIns="0" bIns="0" rtlCol="0" anchor="ctr" vert="horz"/>
          <a:lstStyle/>
          <a:p>
            <a:pPr algn="l" indent="0" marL="0">
              <a:lnSpc>
                <a:spcPts val="1800"/>
              </a:lnSpc>
              <a:buNone/>
            </a:pPr>
            <a:r>
              <a:rPr lang="en-US" sz="1125" b="1" dirty="0">
                <a:solidFill>
                  <a:srgbClr val="A0AEC0"/>
                </a:solidFill>
                <a:latin typeface="Noto Sans SC" pitchFamily="34" charset="0"/>
                <a:ea typeface="Noto Sans SC" pitchFamily="34" charset="-122"/>
                <a:cs typeface="Noto Sans SC" pitchFamily="34" charset="-120"/>
              </a:rPr>
              <a:t>插入步骤：</a:t>
            </a:r>
            <a:pPr algn="l"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 针对薄弱环节，系统自动在路径中插入补充巩固环节。</a:t>
            </a:r>
            <a:endParaRPr lang="en-US" sz="1125" dirty="0"/>
          </a:p>
        </p:txBody>
      </p:sp>
      <p:sp>
        <p:nvSpPr>
          <p:cNvPr id="53" name="SK-8-text-52"/>
          <p:cNvSpPr/>
          <p:nvPr/>
        </p:nvSpPr>
        <p:spPr>
          <a:xfrm>
            <a:off x="6960394" y="2781300"/>
            <a:ext cx="5231606" cy="228600"/>
          </a:xfrm>
          <a:prstGeom prst="rect">
            <a:avLst/>
          </a:prstGeom>
          <a:noFill/>
          <a:ln/>
        </p:spPr>
        <p:txBody>
          <a:bodyPr wrap="square" lIns="0" tIns="0" rIns="0" bIns="0" rtlCol="0" anchor="ctr" vert="horz"/>
          <a:lstStyle/>
          <a:p>
            <a:pPr algn="l" indent="0" marL="0">
              <a:lnSpc>
                <a:spcPts val="1800"/>
              </a:lnSpc>
              <a:buNone/>
            </a:pPr>
            <a:r>
              <a:rPr lang="en-US" sz="1125" b="1" dirty="0">
                <a:solidFill>
                  <a:srgbClr val="A0AEC0"/>
                </a:solidFill>
                <a:latin typeface="Noto Sans SC" pitchFamily="34" charset="0"/>
                <a:ea typeface="Noto Sans SC" pitchFamily="34" charset="-122"/>
                <a:cs typeface="Noto Sans SC" pitchFamily="34" charset="-120"/>
              </a:rPr>
              <a:t>更新资源：</a:t>
            </a:r>
            <a:pPr algn="l"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 随知识库更新或反馈评价，动态替换低效学习资源。</a:t>
            </a:r>
            <a:endParaRPr lang="en-US" sz="1125" dirty="0"/>
          </a:p>
        </p:txBody>
      </p:sp>
      <p:sp>
        <p:nvSpPr>
          <p:cNvPr id="54" name="SK-8-text-53"/>
          <p:cNvSpPr/>
          <p:nvPr/>
        </p:nvSpPr>
        <p:spPr>
          <a:xfrm>
            <a:off x="6960394" y="3067050"/>
            <a:ext cx="5231606" cy="228600"/>
          </a:xfrm>
          <a:prstGeom prst="rect">
            <a:avLst/>
          </a:prstGeom>
          <a:noFill/>
          <a:ln/>
        </p:spPr>
        <p:txBody>
          <a:bodyPr wrap="square" lIns="0" tIns="0" rIns="0" bIns="0" rtlCol="0" anchor="ctr" vert="horz"/>
          <a:lstStyle/>
          <a:p>
            <a:pPr algn="l" indent="0" marL="0">
              <a:lnSpc>
                <a:spcPts val="1800"/>
              </a:lnSpc>
              <a:buNone/>
            </a:pPr>
            <a:r>
              <a:rPr lang="en-US" sz="1125" b="1" dirty="0">
                <a:solidFill>
                  <a:srgbClr val="A0AEC0"/>
                </a:solidFill>
                <a:latin typeface="Noto Sans SC" pitchFamily="34" charset="0"/>
                <a:ea typeface="Noto Sans SC" pitchFamily="34" charset="-122"/>
                <a:cs typeface="Noto Sans SC" pitchFamily="34" charset="-120"/>
              </a:rPr>
              <a:t>调整难度：</a:t>
            </a:r>
            <a:pPr algn="l"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 根据学习评估结果，自动在 入门/中级/进阶 档位间切换。</a:t>
            </a:r>
            <a:endParaRPr lang="en-US" sz="1125" dirty="0"/>
          </a:p>
        </p:txBody>
      </p:sp>
      <p:sp>
        <p:nvSpPr>
          <p:cNvPr id="55" name="SK-8-text-54"/>
          <p:cNvSpPr/>
          <p:nvPr/>
        </p:nvSpPr>
        <p:spPr>
          <a:xfrm>
            <a:off x="6800850" y="3467100"/>
            <a:ext cx="1212427" cy="247650"/>
          </a:xfrm>
          <a:prstGeom prst="rect">
            <a:avLst/>
          </a:prstGeom>
          <a:noFill/>
          <a:ln/>
        </p:spPr>
        <p:txBody>
          <a:bodyPr wrap="square" lIns="0" tIns="0" rIns="0" bIns="0" rtlCol="0" anchor="ctr" vert="horz"/>
          <a:lstStyle/>
          <a:p>
            <a:pPr indent="0" marL="0">
              <a:lnSpc>
                <a:spcPts val="1350"/>
              </a:lnSpc>
              <a:buNone/>
            </a:pPr>
            <a:r>
              <a:rPr lang="en-US" sz="900" b="1" dirty="0">
                <a:solidFill>
                  <a:srgbClr val="00F5FF"/>
                </a:solidFill>
                <a:latin typeface="Noto Sans SC" pitchFamily="34" charset="0"/>
                <a:ea typeface="Noto Sans SC" pitchFamily="34" charset="-122"/>
                <a:cs typeface="Noto Sans SC" pitchFamily="34" charset="-120"/>
              </a:rPr>
              <a:t>Insert Step</a:t>
            </a:r>
            <a:endParaRPr lang="en-US" sz="900" dirty="0"/>
          </a:p>
        </p:txBody>
      </p:sp>
      <p:sp>
        <p:nvSpPr>
          <p:cNvPr id="56" name="SK-8-text-55"/>
          <p:cNvSpPr/>
          <p:nvPr/>
        </p:nvSpPr>
        <p:spPr>
          <a:xfrm>
            <a:off x="7648575" y="3467100"/>
            <a:ext cx="1784888" cy="247650"/>
          </a:xfrm>
          <a:prstGeom prst="rect">
            <a:avLst/>
          </a:prstGeom>
          <a:noFill/>
          <a:ln/>
        </p:spPr>
        <p:txBody>
          <a:bodyPr wrap="square" lIns="0" tIns="0" rIns="0" bIns="0" rtlCol="0" anchor="ctr" vert="horz"/>
          <a:lstStyle/>
          <a:p>
            <a:pPr indent="0" marL="0">
              <a:lnSpc>
                <a:spcPts val="1350"/>
              </a:lnSpc>
              <a:buNone/>
            </a:pPr>
            <a:r>
              <a:rPr lang="en-US" sz="900" b="1" dirty="0">
                <a:solidFill>
                  <a:srgbClr val="00F5FF"/>
                </a:solidFill>
                <a:latin typeface="Noto Sans SC" pitchFamily="34" charset="0"/>
                <a:ea typeface="Noto Sans SC" pitchFamily="34" charset="-122"/>
                <a:cs typeface="Noto Sans SC" pitchFamily="34" charset="-120"/>
              </a:rPr>
              <a:t>Update Resource</a:t>
            </a:r>
            <a:endParaRPr lang="en-US" sz="900" dirty="0"/>
          </a:p>
        </p:txBody>
      </p:sp>
      <p:sp>
        <p:nvSpPr>
          <p:cNvPr id="57" name="SK-8-text-56"/>
          <p:cNvSpPr/>
          <p:nvPr/>
        </p:nvSpPr>
        <p:spPr>
          <a:xfrm>
            <a:off x="8848725" y="3467100"/>
            <a:ext cx="2123049" cy="247650"/>
          </a:xfrm>
          <a:prstGeom prst="rect">
            <a:avLst/>
          </a:prstGeom>
          <a:noFill/>
          <a:ln/>
        </p:spPr>
        <p:txBody>
          <a:bodyPr wrap="square" lIns="0" tIns="0" rIns="0" bIns="0" rtlCol="0" anchor="ctr" vert="horz"/>
          <a:lstStyle/>
          <a:p>
            <a:pPr indent="0" marL="0">
              <a:lnSpc>
                <a:spcPts val="1350"/>
              </a:lnSpc>
              <a:buNone/>
            </a:pPr>
            <a:r>
              <a:rPr lang="en-US" sz="900" b="1" dirty="0">
                <a:solidFill>
                  <a:srgbClr val="00F5FF"/>
                </a:solidFill>
                <a:latin typeface="Noto Sans SC" pitchFamily="34" charset="0"/>
                <a:ea typeface="Noto Sans SC" pitchFamily="34" charset="-122"/>
                <a:cs typeface="Noto Sans SC" pitchFamily="34" charset="-120"/>
              </a:rPr>
              <a:t>Difficulty Scaling</a:t>
            </a:r>
            <a:endParaRPr lang="en-US" sz="900" dirty="0"/>
          </a:p>
        </p:txBody>
      </p:sp>
      <p:sp>
        <p:nvSpPr>
          <p:cNvPr id="58" name="SK-8-text-57"/>
          <p:cNvSpPr/>
          <p:nvPr/>
        </p:nvSpPr>
        <p:spPr>
          <a:xfrm>
            <a:off x="7200900" y="4457700"/>
            <a:ext cx="3524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全生命周期进度追踪</a:t>
            </a:r>
            <a:endParaRPr lang="en-US" sz="1500" dirty="0"/>
          </a:p>
        </p:txBody>
      </p:sp>
      <p:sp>
        <p:nvSpPr>
          <p:cNvPr id="59" name="SK-8-text-58"/>
          <p:cNvSpPr/>
          <p:nvPr/>
        </p:nvSpPr>
        <p:spPr>
          <a:xfrm>
            <a:off x="6960394" y="4905375"/>
            <a:ext cx="5231606" cy="228600"/>
          </a:xfrm>
          <a:prstGeom prst="rect">
            <a:avLst/>
          </a:prstGeom>
          <a:noFill/>
          <a:ln/>
        </p:spPr>
        <p:txBody>
          <a:bodyPr wrap="square" lIns="0" tIns="0" rIns="0" bIns="0" rtlCol="0" anchor="ctr" vert="horz"/>
          <a:lstStyle/>
          <a:p>
            <a:pPr algn="l" indent="0" marL="0">
              <a:lnSpc>
                <a:spcPts val="1800"/>
              </a:lnSpc>
              <a:buNone/>
            </a:pPr>
            <a:r>
              <a:rPr lang="en-US" sz="1125" b="1" dirty="0">
                <a:solidFill>
                  <a:srgbClr val="A0AEC0"/>
                </a:solidFill>
                <a:latin typeface="Noto Sans SC" pitchFamily="34" charset="0"/>
                <a:ea typeface="Noto Sans SC" pitchFamily="34" charset="-122"/>
                <a:cs typeface="Noto Sans SC" pitchFamily="34" charset="-120"/>
              </a:rPr>
              <a:t>状态记录：</a:t>
            </a:r>
            <a:pPr algn="l"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 实时同步 待开始 / 进行中 / 已完成 三种完成状态。</a:t>
            </a:r>
            <a:endParaRPr lang="en-US" sz="1125" dirty="0"/>
          </a:p>
        </p:txBody>
      </p:sp>
      <p:sp>
        <p:nvSpPr>
          <p:cNvPr id="60" name="SK-8-text-59"/>
          <p:cNvSpPr/>
          <p:nvPr/>
        </p:nvSpPr>
        <p:spPr>
          <a:xfrm>
            <a:off x="6960394" y="5191125"/>
            <a:ext cx="5231606" cy="228600"/>
          </a:xfrm>
          <a:prstGeom prst="rect">
            <a:avLst/>
          </a:prstGeom>
          <a:noFill/>
          <a:ln/>
        </p:spPr>
        <p:txBody>
          <a:bodyPr wrap="square" lIns="0" tIns="0" rIns="0" bIns="0" rtlCol="0" anchor="ctr" vert="horz"/>
          <a:lstStyle/>
          <a:p>
            <a:pPr algn="l" indent="0" marL="0">
              <a:lnSpc>
                <a:spcPts val="1800"/>
              </a:lnSpc>
              <a:buNone/>
            </a:pPr>
            <a:r>
              <a:rPr lang="en-US" sz="1125" b="1" dirty="0">
                <a:solidFill>
                  <a:srgbClr val="A0AEC0"/>
                </a:solidFill>
                <a:latin typeface="Noto Sans SC" pitchFamily="34" charset="0"/>
                <a:ea typeface="Noto Sans SC" pitchFamily="34" charset="-122"/>
                <a:cs typeface="Noto Sans SC" pitchFamily="34" charset="-120"/>
              </a:rPr>
              <a:t>时效分析：</a:t>
            </a:r>
            <a:pPr algn="l"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 记录每个环节投入时长，分析学习效率与疲劳程度。</a:t>
            </a:r>
            <a:endParaRPr lang="en-US" sz="1125" dirty="0"/>
          </a:p>
        </p:txBody>
      </p:sp>
      <p:sp>
        <p:nvSpPr>
          <p:cNvPr id="61" name="SK-8-text-60"/>
          <p:cNvSpPr/>
          <p:nvPr/>
        </p:nvSpPr>
        <p:spPr>
          <a:xfrm>
            <a:off x="6960394" y="5476875"/>
            <a:ext cx="5231606" cy="228600"/>
          </a:xfrm>
          <a:prstGeom prst="rect">
            <a:avLst/>
          </a:prstGeom>
          <a:noFill/>
          <a:ln/>
        </p:spPr>
        <p:txBody>
          <a:bodyPr wrap="square" lIns="0" tIns="0" rIns="0" bIns="0" rtlCol="0" anchor="ctr" vert="horz"/>
          <a:lstStyle/>
          <a:p>
            <a:pPr algn="l" indent="0" marL="0">
              <a:lnSpc>
                <a:spcPts val="1800"/>
              </a:lnSpc>
              <a:buNone/>
            </a:pPr>
            <a:r>
              <a:rPr lang="en-US" sz="1125" b="1" dirty="0">
                <a:solidFill>
                  <a:srgbClr val="A0AEC0"/>
                </a:solidFill>
                <a:latin typeface="Noto Sans SC" pitchFamily="34" charset="0"/>
                <a:ea typeface="Noto Sans SC" pitchFamily="34" charset="-122"/>
                <a:cs typeface="Noto Sans SC" pitchFamily="34" charset="-120"/>
              </a:rPr>
              <a:t>闭环反馈：</a:t>
            </a:r>
            <a:pPr algn="l"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 自评反馈结果直接作用于画像更新，实现路径自进化。</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9-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9-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9-img-3" descr="preencoded.png">    </p:cNvPr>
          <p:cNvPicPr>
            <a:picLocks noChangeAspect="1"/>
          </p:cNvPicPr>
          <p:nvPr/>
        </p:nvPicPr>
        <p:blipFill>
          <a:blip r:embed="rId4"/>
          <a:stretch>
            <a:fillRect/>
          </a:stretch>
        </p:blipFill>
        <p:spPr>
          <a:xfrm>
            <a:off x="571500" y="247650"/>
            <a:ext cx="1962150" cy="238125"/>
          </a:xfrm>
          <a:prstGeom prst="rect">
            <a:avLst/>
          </a:prstGeom>
        </p:spPr>
      </p:pic>
      <p:pic>
        <p:nvPicPr>
          <p:cNvPr id="5" name="SK-9-img-4" descr="preencoded.png">    </p:cNvPr>
          <p:cNvPicPr>
            <a:picLocks noChangeAspect="1"/>
          </p:cNvPicPr>
          <p:nvPr/>
        </p:nvPicPr>
        <p:blipFill>
          <a:blip r:embed="rId5"/>
          <a:stretch>
            <a:fillRect/>
          </a:stretch>
        </p:blipFill>
        <p:spPr>
          <a:xfrm>
            <a:off x="2647950" y="361950"/>
            <a:ext cx="8972550" cy="9525"/>
          </a:xfrm>
          <a:prstGeom prst="rect">
            <a:avLst/>
          </a:prstGeom>
        </p:spPr>
      </p:pic>
      <p:pic>
        <p:nvPicPr>
          <p:cNvPr id="6" name="SK-9-img-5" descr="preencoded.png">    </p:cNvPr>
          <p:cNvPicPr>
            <a:picLocks noChangeAspect="1"/>
          </p:cNvPicPr>
          <p:nvPr/>
        </p:nvPicPr>
        <p:blipFill>
          <a:blip r:embed="rId6"/>
          <a:stretch>
            <a:fillRect/>
          </a:stretch>
        </p:blipFill>
        <p:spPr>
          <a:xfrm>
            <a:off x="571500" y="1257300"/>
            <a:ext cx="38100" cy="38100"/>
          </a:xfrm>
          <a:prstGeom prst="rect">
            <a:avLst/>
          </a:prstGeom>
        </p:spPr>
      </p:pic>
      <p:pic>
        <p:nvPicPr>
          <p:cNvPr id="7" name="SK-9-img-6" descr="preencoded.png">    </p:cNvPr>
          <p:cNvPicPr>
            <a:picLocks noChangeAspect="1"/>
          </p:cNvPicPr>
          <p:nvPr/>
        </p:nvPicPr>
        <p:blipFill>
          <a:blip r:embed="rId7"/>
          <a:stretch>
            <a:fillRect/>
          </a:stretch>
        </p:blipFill>
        <p:spPr>
          <a:xfrm>
            <a:off x="571500" y="2430066"/>
            <a:ext cx="2095500" cy="827484"/>
          </a:xfrm>
          <a:prstGeom prst="rect">
            <a:avLst/>
          </a:prstGeom>
        </p:spPr>
      </p:pic>
      <p:pic>
        <p:nvPicPr>
          <p:cNvPr id="8" name="SK-9-img-7" descr="preencoded.png">    </p:cNvPr>
          <p:cNvPicPr>
            <a:picLocks noChangeAspect="1"/>
          </p:cNvPicPr>
          <p:nvPr/>
        </p:nvPicPr>
        <p:blipFill>
          <a:blip r:embed="rId8"/>
          <a:stretch>
            <a:fillRect/>
          </a:stretch>
        </p:blipFill>
        <p:spPr>
          <a:xfrm>
            <a:off x="685800" y="2577108"/>
            <a:ext cx="178594" cy="148828"/>
          </a:xfrm>
          <a:prstGeom prst="rect">
            <a:avLst/>
          </a:prstGeom>
        </p:spPr>
      </p:pic>
      <p:pic>
        <p:nvPicPr>
          <p:cNvPr id="9" name="SK-9-img-8" descr="preencoded.png">    </p:cNvPr>
          <p:cNvPicPr>
            <a:picLocks noChangeAspect="1"/>
          </p:cNvPicPr>
          <p:nvPr/>
        </p:nvPicPr>
        <p:blipFill>
          <a:blip r:embed="rId9"/>
          <a:stretch>
            <a:fillRect/>
          </a:stretch>
        </p:blipFill>
        <p:spPr>
          <a:xfrm>
            <a:off x="2781300" y="2430066"/>
            <a:ext cx="2095500" cy="827484"/>
          </a:xfrm>
          <a:prstGeom prst="rect">
            <a:avLst/>
          </a:prstGeom>
        </p:spPr>
      </p:pic>
      <p:pic>
        <p:nvPicPr>
          <p:cNvPr id="10" name="SK-9-img-9" descr="preencoded.png">    </p:cNvPr>
          <p:cNvPicPr>
            <a:picLocks noChangeAspect="1"/>
          </p:cNvPicPr>
          <p:nvPr/>
        </p:nvPicPr>
        <p:blipFill>
          <a:blip r:embed="rId10"/>
          <a:stretch>
            <a:fillRect/>
          </a:stretch>
        </p:blipFill>
        <p:spPr>
          <a:xfrm>
            <a:off x="2895600" y="2577108"/>
            <a:ext cx="178594" cy="148828"/>
          </a:xfrm>
          <a:prstGeom prst="rect">
            <a:avLst/>
          </a:prstGeom>
        </p:spPr>
      </p:pic>
      <p:pic>
        <p:nvPicPr>
          <p:cNvPr id="11" name="SK-9-img-10" descr="preencoded.png">    </p:cNvPr>
          <p:cNvPicPr>
            <a:picLocks noChangeAspect="1"/>
          </p:cNvPicPr>
          <p:nvPr/>
        </p:nvPicPr>
        <p:blipFill>
          <a:blip r:embed="rId11"/>
          <a:stretch>
            <a:fillRect/>
          </a:stretch>
        </p:blipFill>
        <p:spPr>
          <a:xfrm>
            <a:off x="571500" y="3371850"/>
            <a:ext cx="2095500" cy="827484"/>
          </a:xfrm>
          <a:prstGeom prst="rect">
            <a:avLst/>
          </a:prstGeom>
        </p:spPr>
      </p:pic>
      <p:pic>
        <p:nvPicPr>
          <p:cNvPr id="12" name="SK-9-img-11" descr="preencoded.png">    </p:cNvPr>
          <p:cNvPicPr>
            <a:picLocks noChangeAspect="1"/>
          </p:cNvPicPr>
          <p:nvPr/>
        </p:nvPicPr>
        <p:blipFill>
          <a:blip r:embed="rId12"/>
          <a:stretch>
            <a:fillRect/>
          </a:stretch>
        </p:blipFill>
        <p:spPr>
          <a:xfrm>
            <a:off x="685800" y="3518892"/>
            <a:ext cx="178594" cy="148828"/>
          </a:xfrm>
          <a:prstGeom prst="rect">
            <a:avLst/>
          </a:prstGeom>
        </p:spPr>
      </p:pic>
      <p:pic>
        <p:nvPicPr>
          <p:cNvPr id="13" name="SK-9-img-12" descr="preencoded.png">    </p:cNvPr>
          <p:cNvPicPr>
            <a:picLocks noChangeAspect="1"/>
          </p:cNvPicPr>
          <p:nvPr/>
        </p:nvPicPr>
        <p:blipFill>
          <a:blip r:embed="rId13"/>
          <a:stretch>
            <a:fillRect/>
          </a:stretch>
        </p:blipFill>
        <p:spPr>
          <a:xfrm>
            <a:off x="2781300" y="3371850"/>
            <a:ext cx="2095500" cy="827484"/>
          </a:xfrm>
          <a:prstGeom prst="rect">
            <a:avLst/>
          </a:prstGeom>
        </p:spPr>
      </p:pic>
      <p:pic>
        <p:nvPicPr>
          <p:cNvPr id="14" name="SK-9-img-13" descr="preencoded.png">    </p:cNvPr>
          <p:cNvPicPr>
            <a:picLocks noChangeAspect="1"/>
          </p:cNvPicPr>
          <p:nvPr/>
        </p:nvPicPr>
        <p:blipFill>
          <a:blip r:embed="rId14"/>
          <a:stretch>
            <a:fillRect/>
          </a:stretch>
        </p:blipFill>
        <p:spPr>
          <a:xfrm>
            <a:off x="2895600" y="3518892"/>
            <a:ext cx="178594" cy="148828"/>
          </a:xfrm>
          <a:prstGeom prst="rect">
            <a:avLst/>
          </a:prstGeom>
        </p:spPr>
      </p:pic>
      <p:pic>
        <p:nvPicPr>
          <p:cNvPr id="15" name="SK-9-img-14" descr="preencoded.png">    </p:cNvPr>
          <p:cNvPicPr>
            <a:picLocks noChangeAspect="1"/>
          </p:cNvPicPr>
          <p:nvPr/>
        </p:nvPicPr>
        <p:blipFill>
          <a:blip r:embed="rId15"/>
          <a:stretch>
            <a:fillRect/>
          </a:stretch>
        </p:blipFill>
        <p:spPr>
          <a:xfrm>
            <a:off x="571500" y="4485084"/>
            <a:ext cx="4305300" cy="1209675"/>
          </a:xfrm>
          <a:prstGeom prst="rect">
            <a:avLst/>
          </a:prstGeom>
        </p:spPr>
      </p:pic>
      <p:pic>
        <p:nvPicPr>
          <p:cNvPr id="16" name="SK-9-img-15" descr="preencoded.png">    </p:cNvPr>
          <p:cNvPicPr>
            <a:picLocks noChangeAspect="1"/>
          </p:cNvPicPr>
          <p:nvPr/>
        </p:nvPicPr>
        <p:blipFill>
          <a:blip r:embed="rId16"/>
          <a:stretch>
            <a:fillRect/>
          </a:stretch>
        </p:blipFill>
        <p:spPr>
          <a:xfrm>
            <a:off x="723900" y="4678412"/>
            <a:ext cx="214313" cy="175320"/>
          </a:xfrm>
          <a:prstGeom prst="rect">
            <a:avLst/>
          </a:prstGeom>
        </p:spPr>
      </p:pic>
      <p:pic>
        <p:nvPicPr>
          <p:cNvPr id="17" name="SK-9-img-16" descr="preencoded.png">    </p:cNvPr>
          <p:cNvPicPr>
            <a:picLocks noChangeAspect="1"/>
          </p:cNvPicPr>
          <p:nvPr/>
        </p:nvPicPr>
        <p:blipFill>
          <a:blip r:embed="rId17"/>
          <a:stretch>
            <a:fillRect/>
          </a:stretch>
        </p:blipFill>
        <p:spPr>
          <a:xfrm>
            <a:off x="1017984" y="5008959"/>
            <a:ext cx="304800" cy="304800"/>
          </a:xfrm>
          <a:prstGeom prst="rect">
            <a:avLst/>
          </a:prstGeom>
        </p:spPr>
      </p:pic>
      <p:pic>
        <p:nvPicPr>
          <p:cNvPr id="18" name="SK-9-img-17" descr="preencoded.png">    </p:cNvPr>
          <p:cNvPicPr>
            <a:picLocks noChangeAspect="1"/>
          </p:cNvPicPr>
          <p:nvPr/>
        </p:nvPicPr>
        <p:blipFill>
          <a:blip r:embed="rId18"/>
          <a:stretch>
            <a:fillRect/>
          </a:stretch>
        </p:blipFill>
        <p:spPr>
          <a:xfrm>
            <a:off x="1087041" y="5092750"/>
            <a:ext cx="166688" cy="137220"/>
          </a:xfrm>
          <a:prstGeom prst="rect">
            <a:avLst/>
          </a:prstGeom>
        </p:spPr>
      </p:pic>
      <p:pic>
        <p:nvPicPr>
          <p:cNvPr id="19" name="SK-9-img-18" descr="preencoded.png">    </p:cNvPr>
          <p:cNvPicPr>
            <a:picLocks noChangeAspect="1"/>
          </p:cNvPicPr>
          <p:nvPr/>
        </p:nvPicPr>
        <p:blipFill>
          <a:blip r:embed="rId19"/>
          <a:stretch>
            <a:fillRect/>
          </a:stretch>
        </p:blipFill>
        <p:spPr>
          <a:xfrm>
            <a:off x="1616869" y="5218509"/>
            <a:ext cx="142875" cy="114300"/>
          </a:xfrm>
          <a:prstGeom prst="rect">
            <a:avLst/>
          </a:prstGeom>
        </p:spPr>
      </p:pic>
      <p:pic>
        <p:nvPicPr>
          <p:cNvPr id="20" name="SK-9-img-19" descr="preencoded.png">    </p:cNvPr>
          <p:cNvPicPr>
            <a:picLocks noChangeAspect="1"/>
          </p:cNvPicPr>
          <p:nvPr/>
        </p:nvPicPr>
        <p:blipFill>
          <a:blip r:embed="rId20"/>
          <a:stretch>
            <a:fillRect/>
          </a:stretch>
        </p:blipFill>
        <p:spPr>
          <a:xfrm>
            <a:off x="2053828" y="5008959"/>
            <a:ext cx="304800" cy="304800"/>
          </a:xfrm>
          <a:prstGeom prst="rect">
            <a:avLst/>
          </a:prstGeom>
        </p:spPr>
      </p:pic>
      <p:pic>
        <p:nvPicPr>
          <p:cNvPr id="21" name="SK-9-img-20" descr="preencoded.png">    </p:cNvPr>
          <p:cNvPicPr>
            <a:picLocks noChangeAspect="1"/>
          </p:cNvPicPr>
          <p:nvPr/>
        </p:nvPicPr>
        <p:blipFill>
          <a:blip r:embed="rId21"/>
          <a:stretch>
            <a:fillRect/>
          </a:stretch>
        </p:blipFill>
        <p:spPr>
          <a:xfrm>
            <a:off x="2122884" y="5092750"/>
            <a:ext cx="166688" cy="137220"/>
          </a:xfrm>
          <a:prstGeom prst="rect">
            <a:avLst/>
          </a:prstGeom>
        </p:spPr>
      </p:pic>
      <p:pic>
        <p:nvPicPr>
          <p:cNvPr id="22" name="SK-9-img-21" descr="preencoded.png">    </p:cNvPr>
          <p:cNvPicPr>
            <a:picLocks noChangeAspect="1"/>
          </p:cNvPicPr>
          <p:nvPr/>
        </p:nvPicPr>
        <p:blipFill>
          <a:blip r:embed="rId22"/>
          <a:stretch>
            <a:fillRect/>
          </a:stretch>
        </p:blipFill>
        <p:spPr>
          <a:xfrm>
            <a:off x="2652713" y="5218509"/>
            <a:ext cx="142875" cy="114300"/>
          </a:xfrm>
          <a:prstGeom prst="rect">
            <a:avLst/>
          </a:prstGeom>
        </p:spPr>
      </p:pic>
      <p:pic>
        <p:nvPicPr>
          <p:cNvPr id="23" name="SK-9-img-22" descr="preencoded.png">    </p:cNvPr>
          <p:cNvPicPr>
            <a:picLocks noChangeAspect="1"/>
          </p:cNvPicPr>
          <p:nvPr/>
        </p:nvPicPr>
        <p:blipFill>
          <a:blip r:embed="rId23"/>
          <a:stretch>
            <a:fillRect/>
          </a:stretch>
        </p:blipFill>
        <p:spPr>
          <a:xfrm>
            <a:off x="3089672" y="5008959"/>
            <a:ext cx="304800" cy="304800"/>
          </a:xfrm>
          <a:prstGeom prst="rect">
            <a:avLst/>
          </a:prstGeom>
        </p:spPr>
      </p:pic>
      <p:pic>
        <p:nvPicPr>
          <p:cNvPr id="24" name="SK-9-img-23" descr="preencoded.png">    </p:cNvPr>
          <p:cNvPicPr>
            <a:picLocks noChangeAspect="1"/>
          </p:cNvPicPr>
          <p:nvPr/>
        </p:nvPicPr>
        <p:blipFill>
          <a:blip r:embed="rId24"/>
          <a:stretch>
            <a:fillRect/>
          </a:stretch>
        </p:blipFill>
        <p:spPr>
          <a:xfrm>
            <a:off x="3158728" y="5092750"/>
            <a:ext cx="166688" cy="137220"/>
          </a:xfrm>
          <a:prstGeom prst="rect">
            <a:avLst/>
          </a:prstGeom>
        </p:spPr>
      </p:pic>
      <p:pic>
        <p:nvPicPr>
          <p:cNvPr id="25" name="SK-9-img-24" descr="preencoded.png">    </p:cNvPr>
          <p:cNvPicPr>
            <a:picLocks noChangeAspect="1"/>
          </p:cNvPicPr>
          <p:nvPr/>
        </p:nvPicPr>
        <p:blipFill>
          <a:blip r:embed="rId25"/>
          <a:stretch>
            <a:fillRect/>
          </a:stretch>
        </p:blipFill>
        <p:spPr>
          <a:xfrm>
            <a:off x="3688556" y="5218509"/>
            <a:ext cx="142875" cy="114300"/>
          </a:xfrm>
          <a:prstGeom prst="rect">
            <a:avLst/>
          </a:prstGeom>
        </p:spPr>
      </p:pic>
      <p:pic>
        <p:nvPicPr>
          <p:cNvPr id="26" name="SK-9-img-25" descr="preencoded.png">    </p:cNvPr>
          <p:cNvPicPr>
            <a:picLocks noChangeAspect="1"/>
          </p:cNvPicPr>
          <p:nvPr/>
        </p:nvPicPr>
        <p:blipFill>
          <a:blip r:embed="rId26"/>
          <a:stretch>
            <a:fillRect/>
          </a:stretch>
        </p:blipFill>
        <p:spPr>
          <a:xfrm>
            <a:off x="4125516" y="5008959"/>
            <a:ext cx="304800" cy="304800"/>
          </a:xfrm>
          <a:prstGeom prst="rect">
            <a:avLst/>
          </a:prstGeom>
        </p:spPr>
      </p:pic>
      <p:pic>
        <p:nvPicPr>
          <p:cNvPr id="27" name="SK-9-img-26" descr="preencoded.png">    </p:cNvPr>
          <p:cNvPicPr>
            <a:picLocks noChangeAspect="1"/>
          </p:cNvPicPr>
          <p:nvPr/>
        </p:nvPicPr>
        <p:blipFill>
          <a:blip r:embed="rId27"/>
          <a:stretch>
            <a:fillRect/>
          </a:stretch>
        </p:blipFill>
        <p:spPr>
          <a:xfrm>
            <a:off x="4194572" y="5092750"/>
            <a:ext cx="166688" cy="137220"/>
          </a:xfrm>
          <a:prstGeom prst="rect">
            <a:avLst/>
          </a:prstGeom>
        </p:spPr>
      </p:pic>
      <p:pic>
        <p:nvPicPr>
          <p:cNvPr id="28" name="SK-9-img-27" descr="preencoded.png">    </p:cNvPr>
          <p:cNvPicPr>
            <a:picLocks noChangeAspect="1"/>
          </p:cNvPicPr>
          <p:nvPr/>
        </p:nvPicPr>
        <p:blipFill>
          <a:blip r:embed="rId28"/>
          <a:stretch>
            <a:fillRect/>
          </a:stretch>
        </p:blipFill>
        <p:spPr>
          <a:xfrm>
            <a:off x="5162550" y="1514475"/>
            <a:ext cx="6457950" cy="5095875"/>
          </a:xfrm>
          <a:prstGeom prst="rect">
            <a:avLst/>
          </a:prstGeom>
        </p:spPr>
      </p:pic>
      <p:pic>
        <p:nvPicPr>
          <p:cNvPr id="29" name="SK-9-img-28" descr="preencoded.png">    </p:cNvPr>
          <p:cNvPicPr>
            <a:picLocks noChangeAspect="1"/>
          </p:cNvPicPr>
          <p:nvPr/>
        </p:nvPicPr>
        <p:blipFill>
          <a:blip r:embed="rId29"/>
          <a:stretch>
            <a:fillRect/>
          </a:stretch>
        </p:blipFill>
        <p:spPr>
          <a:xfrm>
            <a:off x="5162550" y="1514475"/>
            <a:ext cx="6457950" cy="352425"/>
          </a:xfrm>
          <a:prstGeom prst="rect">
            <a:avLst/>
          </a:prstGeom>
        </p:spPr>
      </p:pic>
      <p:pic>
        <p:nvPicPr>
          <p:cNvPr id="30" name="SK-9-img-29" descr="preencoded.png">    </p:cNvPr>
          <p:cNvPicPr>
            <a:picLocks noChangeAspect="1"/>
          </p:cNvPicPr>
          <p:nvPr/>
        </p:nvPicPr>
        <p:blipFill>
          <a:blip r:embed="rId30"/>
          <a:stretch>
            <a:fillRect/>
          </a:stretch>
        </p:blipFill>
        <p:spPr>
          <a:xfrm>
            <a:off x="10582275" y="1593056"/>
            <a:ext cx="847725" cy="195263"/>
          </a:xfrm>
          <a:prstGeom prst="rect">
            <a:avLst/>
          </a:prstGeom>
        </p:spPr>
      </p:pic>
      <p:pic>
        <p:nvPicPr>
          <p:cNvPr id="31" name="SK-9-img-30" descr="preencoded.png">    </p:cNvPr>
          <p:cNvPicPr>
            <a:picLocks noChangeAspect="1"/>
          </p:cNvPicPr>
          <p:nvPr/>
        </p:nvPicPr>
        <p:blipFill>
          <a:blip r:embed="rId31"/>
          <a:stretch>
            <a:fillRect/>
          </a:stretch>
        </p:blipFill>
        <p:spPr>
          <a:xfrm>
            <a:off x="5162550" y="1866900"/>
            <a:ext cx="6448425" cy="4686300"/>
          </a:xfrm>
          <a:prstGeom prst="rect">
            <a:avLst/>
          </a:prstGeom>
        </p:spPr>
      </p:pic>
      <p:sp>
        <p:nvSpPr>
          <p:cNvPr id="32" name="SK-9-text-31"/>
          <p:cNvSpPr/>
          <p:nvPr/>
        </p:nvSpPr>
        <p:spPr>
          <a:xfrm>
            <a:off x="647700" y="24765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05</a:t>
            </a:r>
            <a:endParaRPr lang="en-US" sz="1050" dirty="0"/>
          </a:p>
        </p:txBody>
      </p:sp>
      <p:sp>
        <p:nvSpPr>
          <p:cNvPr id="33" name="SK-9-text-32"/>
          <p:cNvSpPr/>
          <p:nvPr/>
        </p:nvSpPr>
        <p:spPr>
          <a:xfrm>
            <a:off x="571500" y="56197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模块五：学习效果评估</a:t>
            </a:r>
            <a:endParaRPr lang="en-US" sz="2550" dirty="0"/>
          </a:p>
        </p:txBody>
      </p:sp>
      <p:sp>
        <p:nvSpPr>
          <p:cNvPr id="34" name="SK-9-text-33"/>
          <p:cNvSpPr/>
          <p:nvPr/>
        </p:nvSpPr>
        <p:spPr>
          <a:xfrm>
            <a:off x="685800" y="116205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基于5维度量化评估与知识点热力图，实现评估结果自动触发路径调整与画像更新的闭环</a:t>
            </a:r>
            <a:endParaRPr lang="en-US" sz="1200" dirty="0"/>
          </a:p>
        </p:txBody>
      </p:sp>
      <p:sp>
        <p:nvSpPr>
          <p:cNvPr id="35" name="SK-9-text-34"/>
          <p:cNvSpPr/>
          <p:nvPr/>
        </p:nvSpPr>
        <p:spPr>
          <a:xfrm>
            <a:off x="940594" y="2544366"/>
            <a:ext cx="186690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知识掌握度</a:t>
            </a:r>
            <a:endParaRPr lang="en-US" sz="1125" dirty="0"/>
          </a:p>
        </p:txBody>
      </p:sp>
      <p:sp>
        <p:nvSpPr>
          <p:cNvPr id="36" name="SK-9-text-35"/>
          <p:cNvSpPr/>
          <p:nvPr/>
        </p:nvSpPr>
        <p:spPr>
          <a:xfrm>
            <a:off x="685800" y="2796778"/>
            <a:ext cx="1866900" cy="346472"/>
          </a:xfrm>
          <a:prstGeom prst="rect">
            <a:avLst/>
          </a:prstGeom>
          <a:noFill/>
          <a:ln/>
        </p:spPr>
        <p:txBody>
          <a:bodyPr wrap="square" lIns="0" tIns="0" rIns="0" bIns="0" rtlCol="0" anchor="ctr" vert="horz"/>
          <a:lstStyle/>
          <a:p>
            <a:pPr indent="0" marL="0">
              <a:lnSpc>
                <a:spcPts val="1365"/>
              </a:lnSpc>
              <a:buNone/>
            </a:pPr>
            <a:r>
              <a:rPr lang="en-US" sz="975" dirty="0">
                <a:solidFill>
                  <a:srgbClr val="A0AEC0"/>
                </a:solidFill>
                <a:latin typeface="Noto Sans SC" pitchFamily="34" charset="0"/>
                <a:ea typeface="Noto Sans SC" pitchFamily="34" charset="-122"/>
                <a:cs typeface="Noto Sans SC" pitchFamily="34" charset="-120"/>
              </a:rPr>
              <a:t>基于练习批改与知识点树状热力图，精准刻画知识盲区。</a:t>
            </a:r>
            <a:endParaRPr lang="en-US" sz="975" dirty="0"/>
          </a:p>
        </p:txBody>
      </p:sp>
      <p:sp>
        <p:nvSpPr>
          <p:cNvPr id="37" name="SK-9-text-36"/>
          <p:cNvSpPr/>
          <p:nvPr/>
        </p:nvSpPr>
        <p:spPr>
          <a:xfrm>
            <a:off x="3150394" y="2544366"/>
            <a:ext cx="186690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学习效率</a:t>
            </a:r>
            <a:endParaRPr lang="en-US" sz="1125" dirty="0"/>
          </a:p>
        </p:txBody>
      </p:sp>
      <p:sp>
        <p:nvSpPr>
          <p:cNvPr id="38" name="SK-9-text-37"/>
          <p:cNvSpPr/>
          <p:nvPr/>
        </p:nvSpPr>
        <p:spPr>
          <a:xfrm>
            <a:off x="2895600" y="2796778"/>
            <a:ext cx="1866900" cy="346472"/>
          </a:xfrm>
          <a:prstGeom prst="rect">
            <a:avLst/>
          </a:prstGeom>
          <a:noFill/>
          <a:ln/>
        </p:spPr>
        <p:txBody>
          <a:bodyPr wrap="square" lIns="0" tIns="0" rIns="0" bIns="0" rtlCol="0" anchor="ctr" vert="horz"/>
          <a:lstStyle/>
          <a:p>
            <a:pPr indent="0" marL="0">
              <a:lnSpc>
                <a:spcPts val="1365"/>
              </a:lnSpc>
              <a:buNone/>
            </a:pPr>
            <a:r>
              <a:rPr lang="en-US" sz="975" dirty="0">
                <a:solidFill>
                  <a:srgbClr val="A0AEC0"/>
                </a:solidFill>
                <a:latin typeface="Noto Sans SC" pitchFamily="34" charset="0"/>
                <a:ea typeface="Noto Sans SC" pitchFamily="34" charset="-122"/>
                <a:cs typeface="Noto Sans SC" pitchFamily="34" charset="-120"/>
              </a:rPr>
              <a:t>综合计算时间投入与知识获取成效比，优化学习节奏。</a:t>
            </a:r>
            <a:endParaRPr lang="en-US" sz="975" dirty="0"/>
          </a:p>
        </p:txBody>
      </p:sp>
      <p:sp>
        <p:nvSpPr>
          <p:cNvPr id="39" name="SK-9-text-38"/>
          <p:cNvSpPr/>
          <p:nvPr/>
        </p:nvSpPr>
        <p:spPr>
          <a:xfrm>
            <a:off x="940594" y="3486150"/>
            <a:ext cx="186690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技能应用</a:t>
            </a:r>
            <a:endParaRPr lang="en-US" sz="1125" dirty="0"/>
          </a:p>
        </p:txBody>
      </p:sp>
      <p:sp>
        <p:nvSpPr>
          <p:cNvPr id="40" name="SK-9-text-39"/>
          <p:cNvSpPr/>
          <p:nvPr/>
        </p:nvSpPr>
        <p:spPr>
          <a:xfrm>
            <a:off x="685800" y="3738563"/>
            <a:ext cx="1866900" cy="346472"/>
          </a:xfrm>
          <a:prstGeom prst="rect">
            <a:avLst/>
          </a:prstGeom>
          <a:noFill/>
          <a:ln/>
        </p:spPr>
        <p:txBody>
          <a:bodyPr wrap="square" lIns="0" tIns="0" rIns="0" bIns="0" rtlCol="0" anchor="ctr" vert="horz"/>
          <a:lstStyle/>
          <a:p>
            <a:pPr indent="0" marL="0">
              <a:lnSpc>
                <a:spcPts val="1365"/>
              </a:lnSpc>
              <a:buNone/>
            </a:pPr>
            <a:r>
              <a:rPr lang="en-US" sz="975" dirty="0">
                <a:solidFill>
                  <a:srgbClr val="A0AEC0"/>
                </a:solidFill>
                <a:latin typeface="Noto Sans SC" pitchFamily="34" charset="0"/>
                <a:ea typeface="Noto Sans SC" pitchFamily="34" charset="-122"/>
                <a:cs typeface="Noto Sans SC" pitchFamily="34" charset="-120"/>
              </a:rPr>
              <a:t>评估在脑卒中临床模拟场景下的决策能力与实操水平。</a:t>
            </a:r>
            <a:endParaRPr lang="en-US" sz="975" dirty="0"/>
          </a:p>
        </p:txBody>
      </p:sp>
      <p:sp>
        <p:nvSpPr>
          <p:cNvPr id="41" name="SK-9-text-40"/>
          <p:cNvSpPr/>
          <p:nvPr/>
        </p:nvSpPr>
        <p:spPr>
          <a:xfrm>
            <a:off x="3150394" y="3486150"/>
            <a:ext cx="186690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学习一致性</a:t>
            </a:r>
            <a:endParaRPr lang="en-US" sz="1125" dirty="0"/>
          </a:p>
        </p:txBody>
      </p:sp>
      <p:sp>
        <p:nvSpPr>
          <p:cNvPr id="42" name="SK-9-text-41"/>
          <p:cNvSpPr/>
          <p:nvPr/>
        </p:nvSpPr>
        <p:spPr>
          <a:xfrm>
            <a:off x="2895600" y="3738563"/>
            <a:ext cx="1866900" cy="346472"/>
          </a:xfrm>
          <a:prstGeom prst="rect">
            <a:avLst/>
          </a:prstGeom>
          <a:noFill/>
          <a:ln/>
        </p:spPr>
        <p:txBody>
          <a:bodyPr wrap="square" lIns="0" tIns="0" rIns="0" bIns="0" rtlCol="0" anchor="ctr" vert="horz"/>
          <a:lstStyle/>
          <a:p>
            <a:pPr indent="0" marL="0">
              <a:lnSpc>
                <a:spcPts val="1365"/>
              </a:lnSpc>
              <a:buNone/>
            </a:pPr>
            <a:r>
              <a:rPr lang="en-US" sz="975" dirty="0">
                <a:solidFill>
                  <a:srgbClr val="A0AEC0"/>
                </a:solidFill>
                <a:latin typeface="Noto Sans SC" pitchFamily="34" charset="0"/>
                <a:ea typeface="Noto Sans SC" pitchFamily="34" charset="-122"/>
                <a:cs typeface="Noto Sans SC" pitchFamily="34" charset="-120"/>
              </a:rPr>
              <a:t>分析学习习惯的稳定性，识别潜在的动力衰减预警。</a:t>
            </a:r>
            <a:endParaRPr lang="en-US" sz="975" dirty="0"/>
          </a:p>
        </p:txBody>
      </p:sp>
      <p:sp>
        <p:nvSpPr>
          <p:cNvPr id="43" name="SK-9-text-42"/>
          <p:cNvSpPr/>
          <p:nvPr/>
        </p:nvSpPr>
        <p:spPr>
          <a:xfrm>
            <a:off x="1033462" y="4637484"/>
            <a:ext cx="4000500" cy="257175"/>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自动评估闭环反馈逻辑</a:t>
            </a:r>
            <a:endParaRPr lang="en-US" sz="1350" dirty="0"/>
          </a:p>
        </p:txBody>
      </p:sp>
      <p:sp>
        <p:nvSpPr>
          <p:cNvPr id="44" name="SK-9-text-43"/>
          <p:cNvSpPr/>
          <p:nvPr/>
        </p:nvSpPr>
        <p:spPr>
          <a:xfrm>
            <a:off x="789384" y="5370909"/>
            <a:ext cx="762000" cy="171450"/>
          </a:xfrm>
          <a:prstGeom prst="rect">
            <a:avLst/>
          </a:prstGeom>
          <a:noFill/>
          <a:ln/>
        </p:spPr>
        <p:txBody>
          <a:bodyPr wrap="square" lIns="0" tIns="0" rIns="0" bIns="0" rtlCol="0" anchor="ctr" vert="horz"/>
          <a:lstStyle/>
          <a:p>
            <a:pPr algn="ctr" indent="0" marL="0">
              <a:lnSpc>
                <a:spcPts val="1350"/>
              </a:lnSpc>
              <a:buNone/>
            </a:pPr>
            <a:r>
              <a:rPr lang="en-US" sz="900" dirty="0">
                <a:solidFill>
                  <a:srgbClr val="A0AEC0"/>
                </a:solidFill>
                <a:latin typeface="Noto Sans SC" pitchFamily="34" charset="0"/>
                <a:ea typeface="Noto Sans SC" pitchFamily="34" charset="-122"/>
                <a:cs typeface="Noto Sans SC" pitchFamily="34" charset="-120"/>
              </a:rPr>
              <a:t>实时测验批改</a:t>
            </a:r>
            <a:endParaRPr lang="en-US" sz="900" dirty="0"/>
          </a:p>
        </p:txBody>
      </p:sp>
      <p:sp>
        <p:nvSpPr>
          <p:cNvPr id="45" name="SK-9-text-44"/>
          <p:cNvSpPr/>
          <p:nvPr/>
        </p:nvSpPr>
        <p:spPr>
          <a:xfrm>
            <a:off x="1768078" y="5370909"/>
            <a:ext cx="876300" cy="171450"/>
          </a:xfrm>
          <a:prstGeom prst="rect">
            <a:avLst/>
          </a:prstGeom>
          <a:noFill/>
          <a:ln/>
        </p:spPr>
        <p:txBody>
          <a:bodyPr wrap="square" lIns="0" tIns="0" rIns="0" bIns="0" rtlCol="0" anchor="ctr" vert="horz"/>
          <a:lstStyle/>
          <a:p>
            <a:pPr algn="ctr" indent="0" marL="0">
              <a:lnSpc>
                <a:spcPts val="1350"/>
              </a:lnSpc>
              <a:buNone/>
            </a:pPr>
            <a:r>
              <a:rPr lang="en-US" sz="900" dirty="0">
                <a:solidFill>
                  <a:srgbClr val="A0AEC0"/>
                </a:solidFill>
                <a:latin typeface="Noto Sans SC" pitchFamily="34" charset="0"/>
                <a:ea typeface="Noto Sans SC" pitchFamily="34" charset="-122"/>
                <a:cs typeface="Noto Sans SC" pitchFamily="34" charset="-120"/>
              </a:rPr>
              <a:t>多维掌握度分析</a:t>
            </a:r>
            <a:endParaRPr lang="en-US" sz="900" dirty="0"/>
          </a:p>
        </p:txBody>
      </p:sp>
      <p:sp>
        <p:nvSpPr>
          <p:cNvPr id="46" name="SK-9-text-45"/>
          <p:cNvSpPr/>
          <p:nvPr/>
        </p:nvSpPr>
        <p:spPr>
          <a:xfrm>
            <a:off x="2861072" y="5370909"/>
            <a:ext cx="762000" cy="171450"/>
          </a:xfrm>
          <a:prstGeom prst="rect">
            <a:avLst/>
          </a:prstGeom>
          <a:noFill/>
          <a:ln/>
        </p:spPr>
        <p:txBody>
          <a:bodyPr wrap="square" lIns="0" tIns="0" rIns="0" bIns="0" rtlCol="0" anchor="ctr" vert="horz"/>
          <a:lstStyle/>
          <a:p>
            <a:pPr algn="ctr" indent="0" marL="0">
              <a:lnSpc>
                <a:spcPts val="1350"/>
              </a:lnSpc>
              <a:buNone/>
            </a:pPr>
            <a:r>
              <a:rPr lang="en-US" sz="900" dirty="0">
                <a:solidFill>
                  <a:srgbClr val="A0AEC0"/>
                </a:solidFill>
                <a:latin typeface="Noto Sans SC" pitchFamily="34" charset="0"/>
                <a:ea typeface="Noto Sans SC" pitchFamily="34" charset="-122"/>
                <a:cs typeface="Noto Sans SC" pitchFamily="34" charset="-120"/>
              </a:rPr>
              <a:t>画像特征刷新</a:t>
            </a:r>
            <a:endParaRPr lang="en-US" sz="900" dirty="0"/>
          </a:p>
        </p:txBody>
      </p:sp>
      <p:sp>
        <p:nvSpPr>
          <p:cNvPr id="47" name="SK-9-text-46"/>
          <p:cNvSpPr/>
          <p:nvPr/>
        </p:nvSpPr>
        <p:spPr>
          <a:xfrm>
            <a:off x="3839766" y="5370909"/>
            <a:ext cx="876300" cy="171450"/>
          </a:xfrm>
          <a:prstGeom prst="rect">
            <a:avLst/>
          </a:prstGeom>
          <a:noFill/>
          <a:ln/>
        </p:spPr>
        <p:txBody>
          <a:bodyPr wrap="square" lIns="0" tIns="0" rIns="0" bIns="0" rtlCol="0" anchor="ctr" vert="horz"/>
          <a:lstStyle/>
          <a:p>
            <a:pPr algn="ctr" indent="0" marL="0">
              <a:lnSpc>
                <a:spcPts val="1350"/>
              </a:lnSpc>
              <a:buNone/>
            </a:pPr>
            <a:r>
              <a:rPr lang="en-US" sz="900" dirty="0">
                <a:solidFill>
                  <a:srgbClr val="A0AEC0"/>
                </a:solidFill>
                <a:latin typeface="Noto Sans SC" pitchFamily="34" charset="0"/>
                <a:ea typeface="Noto Sans SC" pitchFamily="34" charset="-122"/>
                <a:cs typeface="Noto Sans SC" pitchFamily="34" charset="-120"/>
              </a:rPr>
              <a:t>路径动态重规划</a:t>
            </a:r>
            <a:endParaRPr lang="en-US" sz="900" dirty="0"/>
          </a:p>
        </p:txBody>
      </p:sp>
      <p:sp>
        <p:nvSpPr>
          <p:cNvPr id="48" name="SK-9-text-47"/>
          <p:cNvSpPr/>
          <p:nvPr/>
        </p:nvSpPr>
        <p:spPr>
          <a:xfrm>
            <a:off x="5353050" y="1590675"/>
            <a:ext cx="2743200" cy="200025"/>
          </a:xfrm>
          <a:prstGeom prst="rect">
            <a:avLst/>
          </a:prstGeom>
          <a:noFill/>
          <a:ln/>
        </p:spPr>
        <p:txBody>
          <a:bodyPr wrap="square" lIns="0" tIns="0" rIns="0" bIns="0" rtlCol="0" anchor="ctr" vert="horz"/>
          <a:lstStyle/>
          <a:p>
            <a:pPr indent="0" marL="0">
              <a:lnSpc>
                <a:spcPts val="1575"/>
              </a:lnSpc>
              <a:buNone/>
            </a:pPr>
            <a:r>
              <a:rPr lang="en-US" sz="1050" b="1" dirty="0">
                <a:solidFill>
                  <a:srgbClr val="FFFFFF"/>
                </a:solidFill>
                <a:latin typeface="Noto Sans SC" pitchFamily="34" charset="0"/>
                <a:ea typeface="Noto Sans SC" pitchFamily="34" charset="-122"/>
                <a:cs typeface="Noto Sans SC" pitchFamily="34" charset="-120"/>
              </a:rPr>
              <a:t>5维度评估量化雷达图</a:t>
            </a:r>
            <a:endParaRPr lang="en-US" sz="1050" dirty="0"/>
          </a:p>
        </p:txBody>
      </p:sp>
      <p:sp>
        <p:nvSpPr>
          <p:cNvPr id="49" name="SK-9-text-48"/>
          <p:cNvSpPr/>
          <p:nvPr/>
        </p:nvSpPr>
        <p:spPr>
          <a:xfrm>
            <a:off x="10639425" y="1593056"/>
            <a:ext cx="1345272" cy="195263"/>
          </a:xfrm>
          <a:prstGeom prst="rect">
            <a:avLst/>
          </a:prstGeom>
          <a:noFill/>
          <a:ln/>
        </p:spPr>
        <p:txBody>
          <a:bodyPr wrap="square" lIns="0" tIns="0" rIns="0" bIns="0" rtlCol="0" anchor="ctr" vert="horz"/>
          <a:lstStyle/>
          <a:p>
            <a:pPr indent="0" marL="0">
              <a:lnSpc>
                <a:spcPts val="1238"/>
              </a:lnSpc>
              <a:buNone/>
            </a:pPr>
            <a:r>
              <a:rPr lang="en-US" sz="825" dirty="0">
                <a:solidFill>
                  <a:srgbClr val="00F5FF"/>
                </a:solidFill>
                <a:latin typeface="Noto Sans SC" pitchFamily="34" charset="0"/>
                <a:ea typeface="Noto Sans SC" pitchFamily="34" charset="-122"/>
                <a:cs typeface="Noto Sans SC" pitchFamily="34" charset="-120"/>
              </a:rPr>
              <a:t>实时数据流驱动</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0-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0-img-2" descr="preencoded.png">    </p:cNvPr>
          <p:cNvPicPr>
            <a:picLocks noChangeAspect="1"/>
          </p:cNvPicPr>
          <p:nvPr/>
        </p:nvPicPr>
        <p:blipFill>
          <a:blip r:embed="rId3"/>
          <a:stretch>
            <a:fillRect/>
          </a:stretch>
        </p:blipFill>
        <p:spPr>
          <a:xfrm>
            <a:off x="571500" y="304800"/>
            <a:ext cx="1962150" cy="238125"/>
          </a:xfrm>
          <a:prstGeom prst="rect">
            <a:avLst/>
          </a:prstGeom>
        </p:spPr>
      </p:pic>
      <p:pic>
        <p:nvPicPr>
          <p:cNvPr id="4" name="SK-10-img-3" descr="preencoded.png">    </p:cNvPr>
          <p:cNvPicPr>
            <a:picLocks noChangeAspect="1"/>
          </p:cNvPicPr>
          <p:nvPr/>
        </p:nvPicPr>
        <p:blipFill>
          <a:blip r:embed="rId4"/>
          <a:stretch>
            <a:fillRect/>
          </a:stretch>
        </p:blipFill>
        <p:spPr>
          <a:xfrm>
            <a:off x="2647950" y="419100"/>
            <a:ext cx="8972550" cy="9525"/>
          </a:xfrm>
          <a:prstGeom prst="rect">
            <a:avLst/>
          </a:prstGeom>
        </p:spPr>
      </p:pic>
      <p:pic>
        <p:nvPicPr>
          <p:cNvPr id="5" name="SK-10-img-4" descr="preencoded.png">    </p:cNvPr>
          <p:cNvPicPr>
            <a:picLocks noChangeAspect="1"/>
          </p:cNvPicPr>
          <p:nvPr/>
        </p:nvPicPr>
        <p:blipFill>
          <a:blip r:embed="rId5"/>
          <a:stretch>
            <a:fillRect/>
          </a:stretch>
        </p:blipFill>
        <p:spPr>
          <a:xfrm>
            <a:off x="571500" y="1314450"/>
            <a:ext cx="38100" cy="38100"/>
          </a:xfrm>
          <a:prstGeom prst="rect">
            <a:avLst/>
          </a:prstGeom>
        </p:spPr>
      </p:pic>
      <p:pic>
        <p:nvPicPr>
          <p:cNvPr id="6" name="SK-10-img-5" descr="preencoded.png">    </p:cNvPr>
          <p:cNvPicPr>
            <a:picLocks noChangeAspect="1"/>
          </p:cNvPicPr>
          <p:nvPr/>
        </p:nvPicPr>
        <p:blipFill>
          <a:blip r:embed="rId6"/>
          <a:stretch>
            <a:fillRect/>
          </a:stretch>
        </p:blipFill>
        <p:spPr>
          <a:xfrm>
            <a:off x="571500" y="1692771"/>
            <a:ext cx="6457950" cy="1535311"/>
          </a:xfrm>
          <a:prstGeom prst="rect">
            <a:avLst/>
          </a:prstGeom>
        </p:spPr>
      </p:pic>
      <p:pic>
        <p:nvPicPr>
          <p:cNvPr id="7" name="SK-10-img-6" descr="preencoded.png">    </p:cNvPr>
          <p:cNvPicPr>
            <a:picLocks noChangeAspect="1"/>
          </p:cNvPicPr>
          <p:nvPr/>
        </p:nvPicPr>
        <p:blipFill>
          <a:blip r:embed="rId7"/>
          <a:stretch>
            <a:fillRect/>
          </a:stretch>
        </p:blipFill>
        <p:spPr>
          <a:xfrm>
            <a:off x="762000" y="1845171"/>
            <a:ext cx="381000" cy="381000"/>
          </a:xfrm>
          <a:prstGeom prst="rect">
            <a:avLst/>
          </a:prstGeom>
        </p:spPr>
      </p:pic>
      <p:pic>
        <p:nvPicPr>
          <p:cNvPr id="8" name="SK-10-img-7" descr="preencoded.png">    </p:cNvPr>
          <p:cNvPicPr>
            <a:picLocks noChangeAspect="1"/>
          </p:cNvPicPr>
          <p:nvPr/>
        </p:nvPicPr>
        <p:blipFill>
          <a:blip r:embed="rId8"/>
          <a:stretch>
            <a:fillRect/>
          </a:stretch>
        </p:blipFill>
        <p:spPr>
          <a:xfrm>
            <a:off x="845344" y="1948011"/>
            <a:ext cx="214313" cy="175320"/>
          </a:xfrm>
          <a:prstGeom prst="rect">
            <a:avLst/>
          </a:prstGeom>
        </p:spPr>
      </p:pic>
      <p:pic>
        <p:nvPicPr>
          <p:cNvPr id="9" name="SK-10-img-8" descr="preencoded.png">    </p:cNvPr>
          <p:cNvPicPr>
            <a:picLocks noChangeAspect="1"/>
          </p:cNvPicPr>
          <p:nvPr/>
        </p:nvPicPr>
        <p:blipFill>
          <a:blip r:embed="rId9"/>
          <a:stretch>
            <a:fillRect/>
          </a:stretch>
        </p:blipFill>
        <p:spPr>
          <a:xfrm>
            <a:off x="762000" y="2835771"/>
            <a:ext cx="1457325" cy="239911"/>
          </a:xfrm>
          <a:prstGeom prst="rect">
            <a:avLst/>
          </a:prstGeom>
        </p:spPr>
      </p:pic>
      <p:pic>
        <p:nvPicPr>
          <p:cNvPr id="10" name="SK-10-img-9" descr="preencoded.png">    </p:cNvPr>
          <p:cNvPicPr>
            <a:picLocks noChangeAspect="1"/>
          </p:cNvPicPr>
          <p:nvPr/>
        </p:nvPicPr>
        <p:blipFill>
          <a:blip r:embed="rId10"/>
          <a:stretch>
            <a:fillRect/>
          </a:stretch>
        </p:blipFill>
        <p:spPr>
          <a:xfrm>
            <a:off x="2295525" y="2835771"/>
            <a:ext cx="1057275" cy="239911"/>
          </a:xfrm>
          <a:prstGeom prst="rect">
            <a:avLst/>
          </a:prstGeom>
        </p:spPr>
      </p:pic>
      <p:pic>
        <p:nvPicPr>
          <p:cNvPr id="11" name="SK-10-img-10" descr="preencoded.png">    </p:cNvPr>
          <p:cNvPicPr>
            <a:picLocks noChangeAspect="1"/>
          </p:cNvPicPr>
          <p:nvPr/>
        </p:nvPicPr>
        <p:blipFill>
          <a:blip r:embed="rId11"/>
          <a:stretch>
            <a:fillRect/>
          </a:stretch>
        </p:blipFill>
        <p:spPr>
          <a:xfrm>
            <a:off x="571500" y="3351907"/>
            <a:ext cx="6457950" cy="1535311"/>
          </a:xfrm>
          <a:prstGeom prst="rect">
            <a:avLst/>
          </a:prstGeom>
        </p:spPr>
      </p:pic>
      <p:pic>
        <p:nvPicPr>
          <p:cNvPr id="12" name="SK-10-img-11" descr="preencoded.png">    </p:cNvPr>
          <p:cNvPicPr>
            <a:picLocks noChangeAspect="1"/>
          </p:cNvPicPr>
          <p:nvPr/>
        </p:nvPicPr>
        <p:blipFill>
          <a:blip r:embed="rId12"/>
          <a:stretch>
            <a:fillRect/>
          </a:stretch>
        </p:blipFill>
        <p:spPr>
          <a:xfrm>
            <a:off x="762000" y="3504307"/>
            <a:ext cx="381000" cy="381000"/>
          </a:xfrm>
          <a:prstGeom prst="rect">
            <a:avLst/>
          </a:prstGeom>
        </p:spPr>
      </p:pic>
      <p:pic>
        <p:nvPicPr>
          <p:cNvPr id="13" name="SK-10-img-12" descr="preencoded.png">    </p:cNvPr>
          <p:cNvPicPr>
            <a:picLocks noChangeAspect="1"/>
          </p:cNvPicPr>
          <p:nvPr/>
        </p:nvPicPr>
        <p:blipFill>
          <a:blip r:embed="rId13"/>
          <a:stretch>
            <a:fillRect/>
          </a:stretch>
        </p:blipFill>
        <p:spPr>
          <a:xfrm>
            <a:off x="845344" y="3607147"/>
            <a:ext cx="214313" cy="175320"/>
          </a:xfrm>
          <a:prstGeom prst="rect">
            <a:avLst/>
          </a:prstGeom>
        </p:spPr>
      </p:pic>
      <p:pic>
        <p:nvPicPr>
          <p:cNvPr id="14" name="SK-10-img-13" descr="preencoded.png">    </p:cNvPr>
          <p:cNvPicPr>
            <a:picLocks noChangeAspect="1"/>
          </p:cNvPicPr>
          <p:nvPr/>
        </p:nvPicPr>
        <p:blipFill>
          <a:blip r:embed="rId14"/>
          <a:stretch>
            <a:fillRect/>
          </a:stretch>
        </p:blipFill>
        <p:spPr>
          <a:xfrm>
            <a:off x="762000" y="4494907"/>
            <a:ext cx="857250" cy="239911"/>
          </a:xfrm>
          <a:prstGeom prst="rect">
            <a:avLst/>
          </a:prstGeom>
        </p:spPr>
      </p:pic>
      <p:pic>
        <p:nvPicPr>
          <p:cNvPr id="15" name="SK-10-img-14" descr="preencoded.png">    </p:cNvPr>
          <p:cNvPicPr>
            <a:picLocks noChangeAspect="1"/>
          </p:cNvPicPr>
          <p:nvPr/>
        </p:nvPicPr>
        <p:blipFill>
          <a:blip r:embed="rId15"/>
          <a:stretch>
            <a:fillRect/>
          </a:stretch>
        </p:blipFill>
        <p:spPr>
          <a:xfrm>
            <a:off x="1695450" y="4494907"/>
            <a:ext cx="1457325" cy="239911"/>
          </a:xfrm>
          <a:prstGeom prst="rect">
            <a:avLst/>
          </a:prstGeom>
        </p:spPr>
      </p:pic>
      <p:pic>
        <p:nvPicPr>
          <p:cNvPr id="16" name="SK-10-img-15" descr="preencoded.png">    </p:cNvPr>
          <p:cNvPicPr>
            <a:picLocks noChangeAspect="1"/>
          </p:cNvPicPr>
          <p:nvPr/>
        </p:nvPicPr>
        <p:blipFill>
          <a:blip r:embed="rId16"/>
          <a:stretch>
            <a:fillRect/>
          </a:stretch>
        </p:blipFill>
        <p:spPr>
          <a:xfrm>
            <a:off x="571500" y="5011043"/>
            <a:ext cx="6457950" cy="1535311"/>
          </a:xfrm>
          <a:prstGeom prst="rect">
            <a:avLst/>
          </a:prstGeom>
        </p:spPr>
      </p:pic>
      <p:pic>
        <p:nvPicPr>
          <p:cNvPr id="17" name="SK-10-img-16" descr="preencoded.png">    </p:cNvPr>
          <p:cNvPicPr>
            <a:picLocks noChangeAspect="1"/>
          </p:cNvPicPr>
          <p:nvPr/>
        </p:nvPicPr>
        <p:blipFill>
          <a:blip r:embed="rId17"/>
          <a:stretch>
            <a:fillRect/>
          </a:stretch>
        </p:blipFill>
        <p:spPr>
          <a:xfrm>
            <a:off x="762000" y="5163443"/>
            <a:ext cx="381000" cy="381000"/>
          </a:xfrm>
          <a:prstGeom prst="rect">
            <a:avLst/>
          </a:prstGeom>
        </p:spPr>
      </p:pic>
      <p:pic>
        <p:nvPicPr>
          <p:cNvPr id="18" name="SK-10-img-17" descr="preencoded.png">    </p:cNvPr>
          <p:cNvPicPr>
            <a:picLocks noChangeAspect="1"/>
          </p:cNvPicPr>
          <p:nvPr/>
        </p:nvPicPr>
        <p:blipFill>
          <a:blip r:embed="rId18"/>
          <a:stretch>
            <a:fillRect/>
          </a:stretch>
        </p:blipFill>
        <p:spPr>
          <a:xfrm>
            <a:off x="845344" y="5266283"/>
            <a:ext cx="214313" cy="175320"/>
          </a:xfrm>
          <a:prstGeom prst="rect">
            <a:avLst/>
          </a:prstGeom>
        </p:spPr>
      </p:pic>
      <p:pic>
        <p:nvPicPr>
          <p:cNvPr id="19" name="SK-10-img-18" descr="preencoded.png">    </p:cNvPr>
          <p:cNvPicPr>
            <a:picLocks noChangeAspect="1"/>
          </p:cNvPicPr>
          <p:nvPr/>
        </p:nvPicPr>
        <p:blipFill>
          <a:blip r:embed="rId19"/>
          <a:stretch>
            <a:fillRect/>
          </a:stretch>
        </p:blipFill>
        <p:spPr>
          <a:xfrm>
            <a:off x="762000" y="6154043"/>
            <a:ext cx="723900" cy="239911"/>
          </a:xfrm>
          <a:prstGeom prst="rect">
            <a:avLst/>
          </a:prstGeom>
        </p:spPr>
      </p:pic>
      <p:pic>
        <p:nvPicPr>
          <p:cNvPr id="20" name="SK-10-img-19" descr="preencoded.png">    </p:cNvPr>
          <p:cNvPicPr>
            <a:picLocks noChangeAspect="1"/>
          </p:cNvPicPr>
          <p:nvPr/>
        </p:nvPicPr>
        <p:blipFill>
          <a:blip r:embed="rId20"/>
          <a:stretch>
            <a:fillRect/>
          </a:stretch>
        </p:blipFill>
        <p:spPr>
          <a:xfrm>
            <a:off x="1562100" y="6154043"/>
            <a:ext cx="1257300" cy="239911"/>
          </a:xfrm>
          <a:prstGeom prst="rect">
            <a:avLst/>
          </a:prstGeom>
        </p:spPr>
      </p:pic>
      <p:pic>
        <p:nvPicPr>
          <p:cNvPr id="21" name="SK-10-img-20" descr="preencoded.png">    </p:cNvPr>
          <p:cNvPicPr>
            <a:picLocks noChangeAspect="1"/>
          </p:cNvPicPr>
          <p:nvPr/>
        </p:nvPicPr>
        <p:blipFill>
          <a:blip r:embed="rId21"/>
          <a:stretch>
            <a:fillRect/>
          </a:stretch>
        </p:blipFill>
        <p:spPr>
          <a:xfrm>
            <a:off x="7315200" y="1676400"/>
            <a:ext cx="4305300" cy="3048000"/>
          </a:xfrm>
          <a:prstGeom prst="rect">
            <a:avLst/>
          </a:prstGeom>
        </p:spPr>
      </p:pic>
      <p:pic>
        <p:nvPicPr>
          <p:cNvPr id="22" name="SK-10-img-21" descr="preencoded.png">    </p:cNvPr>
          <p:cNvPicPr>
            <a:picLocks noChangeAspect="1"/>
          </p:cNvPicPr>
          <p:nvPr/>
        </p:nvPicPr>
        <p:blipFill>
          <a:blip r:embed="rId22"/>
          <a:stretch>
            <a:fillRect/>
          </a:stretch>
        </p:blipFill>
        <p:spPr>
          <a:xfrm>
            <a:off x="7315200" y="1676400"/>
            <a:ext cx="4305300" cy="3048000"/>
          </a:xfrm>
          <a:prstGeom prst="rect">
            <a:avLst/>
          </a:prstGeom>
        </p:spPr>
      </p:pic>
      <p:pic>
        <p:nvPicPr>
          <p:cNvPr id="23" name="SK-10-img-22" descr="preencoded.png">    </p:cNvPr>
          <p:cNvPicPr>
            <a:picLocks noChangeAspect="1"/>
          </p:cNvPicPr>
          <p:nvPr/>
        </p:nvPicPr>
        <p:blipFill>
          <a:blip r:embed="rId23"/>
          <a:stretch>
            <a:fillRect/>
          </a:stretch>
        </p:blipFill>
        <p:spPr>
          <a:xfrm>
            <a:off x="7315200" y="4914900"/>
            <a:ext cx="4305300" cy="1647825"/>
          </a:xfrm>
          <a:prstGeom prst="rect">
            <a:avLst/>
          </a:prstGeom>
        </p:spPr>
      </p:pic>
      <p:pic>
        <p:nvPicPr>
          <p:cNvPr id="24" name="SK-10-img-23" descr="preencoded.png">    </p:cNvPr>
          <p:cNvPicPr>
            <a:picLocks noChangeAspect="1"/>
          </p:cNvPicPr>
          <p:nvPr/>
        </p:nvPicPr>
        <p:blipFill>
          <a:blip r:embed="rId24"/>
          <a:stretch>
            <a:fillRect/>
          </a:stretch>
        </p:blipFill>
        <p:spPr>
          <a:xfrm>
            <a:off x="7467600" y="5098703"/>
            <a:ext cx="166688" cy="137220"/>
          </a:xfrm>
          <a:prstGeom prst="rect">
            <a:avLst/>
          </a:prstGeom>
        </p:spPr>
      </p:pic>
      <p:pic>
        <p:nvPicPr>
          <p:cNvPr id="25" name="SK-10-img-24" descr="preencoded.png">    </p:cNvPr>
          <p:cNvPicPr>
            <a:picLocks noChangeAspect="1"/>
          </p:cNvPicPr>
          <p:nvPr/>
        </p:nvPicPr>
        <p:blipFill>
          <a:blip r:embed="rId25"/>
          <a:stretch>
            <a:fillRect/>
          </a:stretch>
        </p:blipFill>
        <p:spPr>
          <a:xfrm>
            <a:off x="7467600" y="5453063"/>
            <a:ext cx="57150" cy="57150"/>
          </a:xfrm>
          <a:prstGeom prst="rect">
            <a:avLst/>
          </a:prstGeom>
        </p:spPr>
      </p:pic>
      <p:pic>
        <p:nvPicPr>
          <p:cNvPr id="26" name="SK-10-img-25" descr="preencoded.png">    </p:cNvPr>
          <p:cNvPicPr>
            <a:picLocks noChangeAspect="1"/>
          </p:cNvPicPr>
          <p:nvPr/>
        </p:nvPicPr>
        <p:blipFill>
          <a:blip r:embed="rId26"/>
          <a:stretch>
            <a:fillRect/>
          </a:stretch>
        </p:blipFill>
        <p:spPr>
          <a:xfrm>
            <a:off x="7467600" y="5729288"/>
            <a:ext cx="57150" cy="57150"/>
          </a:xfrm>
          <a:prstGeom prst="rect">
            <a:avLst/>
          </a:prstGeom>
        </p:spPr>
      </p:pic>
      <p:pic>
        <p:nvPicPr>
          <p:cNvPr id="27" name="SK-10-img-26" descr="preencoded.png">    </p:cNvPr>
          <p:cNvPicPr>
            <a:picLocks noChangeAspect="1"/>
          </p:cNvPicPr>
          <p:nvPr/>
        </p:nvPicPr>
        <p:blipFill>
          <a:blip r:embed="rId27"/>
          <a:stretch>
            <a:fillRect/>
          </a:stretch>
        </p:blipFill>
        <p:spPr>
          <a:xfrm>
            <a:off x="7467600" y="6005513"/>
            <a:ext cx="57150" cy="57150"/>
          </a:xfrm>
          <a:prstGeom prst="rect">
            <a:avLst/>
          </a:prstGeom>
        </p:spPr>
      </p:pic>
      <p:pic>
        <p:nvPicPr>
          <p:cNvPr id="28" name="SK-10-img-27" descr="preencoded.png">    </p:cNvPr>
          <p:cNvPicPr>
            <a:picLocks noChangeAspect="1"/>
          </p:cNvPicPr>
          <p:nvPr/>
        </p:nvPicPr>
        <p:blipFill>
          <a:blip r:embed="rId28"/>
          <a:stretch>
            <a:fillRect/>
          </a:stretch>
        </p:blipFill>
        <p:spPr>
          <a:xfrm>
            <a:off x="7467600" y="6281738"/>
            <a:ext cx="57150" cy="57150"/>
          </a:xfrm>
          <a:prstGeom prst="rect">
            <a:avLst/>
          </a:prstGeom>
        </p:spPr>
      </p:pic>
      <p:sp>
        <p:nvSpPr>
          <p:cNvPr id="29" name="SK-10-text-28"/>
          <p:cNvSpPr/>
          <p:nvPr/>
        </p:nvSpPr>
        <p:spPr>
          <a:xfrm>
            <a:off x="647700" y="30480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06</a:t>
            </a:r>
            <a:endParaRPr lang="en-US" sz="1050" dirty="0"/>
          </a:p>
        </p:txBody>
      </p:sp>
      <p:sp>
        <p:nvSpPr>
          <p:cNvPr id="30" name="SK-10-text-29"/>
          <p:cNvSpPr/>
          <p:nvPr/>
        </p:nvSpPr>
        <p:spPr>
          <a:xfrm>
            <a:off x="571500" y="619125"/>
            <a:ext cx="1114044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模块六：多模态影像识别与辅助分析</a:t>
            </a:r>
            <a:endParaRPr lang="en-US" sz="2550" dirty="0"/>
          </a:p>
        </p:txBody>
      </p:sp>
      <p:sp>
        <p:nvSpPr>
          <p:cNvPr id="31" name="SK-10-text-30"/>
          <p:cNvSpPr/>
          <p:nvPr/>
        </p:nvSpPr>
        <p:spPr>
          <a:xfrm>
            <a:off x="685800" y="1219200"/>
            <a:ext cx="110490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集成 qwen-vl-max，实现医学影像语义理解与检验报告结构化解析</a:t>
            </a:r>
            <a:endParaRPr lang="en-US" sz="1200" dirty="0"/>
          </a:p>
        </p:txBody>
      </p:sp>
      <p:sp>
        <p:nvSpPr>
          <p:cNvPr id="32" name="SK-10-text-31"/>
          <p:cNvSpPr/>
          <p:nvPr/>
        </p:nvSpPr>
        <p:spPr>
          <a:xfrm>
            <a:off x="1257300" y="1892796"/>
            <a:ext cx="3524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智能识别与分流策略</a:t>
            </a:r>
            <a:endParaRPr lang="en-US" sz="1500" dirty="0"/>
          </a:p>
        </p:txBody>
      </p:sp>
      <p:sp>
        <p:nvSpPr>
          <p:cNvPr id="33" name="SK-10-text-32"/>
          <p:cNvSpPr/>
          <p:nvPr/>
        </p:nvSpPr>
        <p:spPr>
          <a:xfrm>
            <a:off x="762000" y="2321421"/>
            <a:ext cx="6076950" cy="754261"/>
          </a:xfrm>
          <a:prstGeom prst="rect">
            <a:avLst/>
          </a:prstGeom>
          <a:noFill/>
          <a:ln/>
        </p:spPr>
        <p:txBody>
          <a:bodyPr wrap="square" lIns="0" tIns="0" rIns="0" bIns="0" rtlCol="0" anchor="ctr" vert="horz"/>
          <a:lstStyle/>
          <a:p>
            <a:pPr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自动识别上传图片类型，匹配差异化分析引擎。支持课件笔记、代码编程及专业医学影像的精准分类。</a:t>
            </a:r>
            <a:endParaRPr lang="en-US" sz="1125" dirty="0"/>
          </a:p>
        </p:txBody>
      </p:sp>
      <p:sp>
        <p:nvSpPr>
          <p:cNvPr id="34" name="SK-10-text-33"/>
          <p:cNvSpPr/>
          <p:nvPr/>
        </p:nvSpPr>
        <p:spPr>
          <a:xfrm>
            <a:off x="1257300" y="3551932"/>
            <a:ext cx="57340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医学影像深度理解 (脑卒中专项)</a:t>
            </a:r>
            <a:endParaRPr lang="en-US" sz="1500" dirty="0"/>
          </a:p>
        </p:txBody>
      </p:sp>
      <p:sp>
        <p:nvSpPr>
          <p:cNvPr id="35" name="SK-10-text-34"/>
          <p:cNvSpPr/>
          <p:nvPr/>
        </p:nvSpPr>
        <p:spPr>
          <a:xfrm>
            <a:off x="762000" y="3980557"/>
            <a:ext cx="6076950" cy="754261"/>
          </a:xfrm>
          <a:prstGeom prst="rect">
            <a:avLst/>
          </a:prstGeom>
          <a:noFill/>
          <a:ln/>
        </p:spPr>
        <p:txBody>
          <a:bodyPr wrap="square" lIns="0" tIns="0" rIns="0" bIns="0" rtlCol="0" anchor="ctr" vert="horz"/>
          <a:lstStyle/>
          <a:p>
            <a:pPr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对急诊头颅 CT 影像进行视觉语义提取，辅助计算 ASPECTS 评分。通过流式管道实时反馈病灶区域分析。</a:t>
            </a:r>
            <a:endParaRPr lang="en-US" sz="1125" dirty="0"/>
          </a:p>
        </p:txBody>
      </p:sp>
      <p:sp>
        <p:nvSpPr>
          <p:cNvPr id="36" name="SK-10-text-35"/>
          <p:cNvSpPr/>
          <p:nvPr/>
        </p:nvSpPr>
        <p:spPr>
          <a:xfrm>
            <a:off x="1257300" y="5211068"/>
            <a:ext cx="3524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检验报告结构化解析</a:t>
            </a:r>
            <a:endParaRPr lang="en-US" sz="1500" dirty="0"/>
          </a:p>
        </p:txBody>
      </p:sp>
      <p:sp>
        <p:nvSpPr>
          <p:cNvPr id="37" name="SK-10-text-36"/>
          <p:cNvSpPr/>
          <p:nvPr/>
        </p:nvSpPr>
        <p:spPr>
          <a:xfrm>
            <a:off x="762000" y="5639693"/>
            <a:ext cx="6076950" cy="754261"/>
          </a:xfrm>
          <a:prstGeom prst="rect">
            <a:avLst/>
          </a:prstGeom>
          <a:noFill/>
          <a:ln/>
        </p:spPr>
        <p:txBody>
          <a:bodyPr wrap="square" lIns="0" tIns="0" rIns="0" bIns="0" rtlCol="0" anchor="ctr" vert="horz"/>
          <a:lstStyle/>
          <a:p>
            <a:pPr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自动识别凝血功能 (INR)、血小板计数等关键指标。将非结构化报告单图片转化为可用于推理的结构化数据。</a:t>
            </a:r>
            <a:endParaRPr lang="en-US" sz="1125" dirty="0"/>
          </a:p>
        </p:txBody>
      </p:sp>
      <p:sp>
        <p:nvSpPr>
          <p:cNvPr id="38" name="SK-10-text-37"/>
          <p:cNvSpPr/>
          <p:nvPr/>
        </p:nvSpPr>
        <p:spPr>
          <a:xfrm>
            <a:off x="7710487" y="5067300"/>
            <a:ext cx="4000500" cy="200025"/>
          </a:xfrm>
          <a:prstGeom prst="rect">
            <a:avLst/>
          </a:prstGeom>
          <a:noFill/>
          <a:ln/>
        </p:spPr>
        <p:txBody>
          <a:bodyPr wrap="square" lIns="0" tIns="0" rIns="0" bIns="0" rtlCol="0" anchor="ctr" vert="horz"/>
          <a:lstStyle/>
          <a:p>
            <a:pPr indent="0" marL="0">
              <a:lnSpc>
                <a:spcPts val="1575"/>
              </a:lnSpc>
              <a:buNone/>
            </a:pPr>
            <a:r>
              <a:rPr lang="en-US" sz="1050" b="1" spc="60" kern="0" dirty="0">
                <a:solidFill>
                  <a:srgbClr val="00F5FF"/>
                </a:solidFill>
                <a:latin typeface="Noto Sans SC" pitchFamily="34" charset="0"/>
                <a:ea typeface="Noto Sans SC" pitchFamily="34" charset="-122"/>
                <a:cs typeface="Noto Sans SC" pitchFamily="34" charset="-120"/>
              </a:rPr>
              <a:t>核心技术规格</a:t>
            </a:r>
            <a:endParaRPr lang="en-US" sz="1050" dirty="0"/>
          </a:p>
        </p:txBody>
      </p:sp>
      <p:sp>
        <p:nvSpPr>
          <p:cNvPr id="39" name="SK-10-text-38"/>
          <p:cNvSpPr/>
          <p:nvPr/>
        </p:nvSpPr>
        <p:spPr>
          <a:xfrm>
            <a:off x="7620000" y="5381625"/>
            <a:ext cx="4480560" cy="200025"/>
          </a:xfrm>
          <a:prstGeom prst="rect">
            <a:avLst/>
          </a:prstGeom>
          <a:noFill/>
          <a:ln/>
        </p:spPr>
        <p:txBody>
          <a:bodyPr wrap="square" lIns="0" tIns="0" rIns="0" bIns="0" rtlCol="0" anchor="ctr" vert="horz"/>
          <a:lstStyle/>
          <a:p>
            <a:pPr algn="l"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底层模型：</a:t>
            </a:r>
            <a:pPr algn="l" indent="0" marL="0">
              <a:lnSpc>
                <a:spcPts val="1575"/>
              </a:lnSpc>
              <a:buNone/>
            </a:pPr>
            <a:r>
              <a:rPr lang="en-US" sz="1050" b="1" dirty="0">
                <a:solidFill>
                  <a:srgbClr val="FFFFFF"/>
                </a:solidFill>
              </a:rPr>
              <a:t>qwen-vl-max</a:t>
            </a:r>
            <a:pPr algn="l"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 视觉大模型</a:t>
            </a:r>
            <a:endParaRPr lang="en-US" sz="1050" dirty="0"/>
          </a:p>
        </p:txBody>
      </p:sp>
      <p:sp>
        <p:nvSpPr>
          <p:cNvPr id="40" name="SK-10-text-39"/>
          <p:cNvSpPr/>
          <p:nvPr/>
        </p:nvSpPr>
        <p:spPr>
          <a:xfrm>
            <a:off x="7620000" y="5657850"/>
            <a:ext cx="4572000" cy="200025"/>
          </a:xfrm>
          <a:prstGeom prst="rect">
            <a:avLst/>
          </a:prstGeom>
          <a:noFill/>
          <a:ln/>
        </p:spPr>
        <p:txBody>
          <a:bodyPr wrap="square" lIns="0" tIns="0" rIns="0" bIns="0" rtlCol="0" anchor="ctr" vert="horz"/>
          <a:lstStyle/>
          <a:p>
            <a:pPr algn="l"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多图联合：支持单次请求 5+ 张图片关联分析</a:t>
            </a:r>
            <a:endParaRPr lang="en-US" sz="1050" dirty="0"/>
          </a:p>
        </p:txBody>
      </p:sp>
      <p:sp>
        <p:nvSpPr>
          <p:cNvPr id="41" name="SK-10-text-40"/>
          <p:cNvSpPr/>
          <p:nvPr/>
        </p:nvSpPr>
        <p:spPr>
          <a:xfrm>
            <a:off x="7620000" y="5934075"/>
            <a:ext cx="4572000" cy="200025"/>
          </a:xfrm>
          <a:prstGeom prst="rect">
            <a:avLst/>
          </a:prstGeom>
          <a:noFill/>
          <a:ln/>
        </p:spPr>
        <p:txBody>
          <a:bodyPr wrap="square" lIns="0" tIns="0" rIns="0" bIns="0" rtlCol="0" anchor="ctr" vert="horz"/>
          <a:lstStyle/>
          <a:p>
            <a:pPr algn="l"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前端优化：图片自动压缩 + 拖拽式 SSE 流式传输</a:t>
            </a:r>
            <a:endParaRPr lang="en-US" sz="1050" dirty="0"/>
          </a:p>
        </p:txBody>
      </p:sp>
      <p:sp>
        <p:nvSpPr>
          <p:cNvPr id="42" name="SK-10-text-41"/>
          <p:cNvSpPr/>
          <p:nvPr/>
        </p:nvSpPr>
        <p:spPr>
          <a:xfrm>
            <a:off x="7620000" y="6210300"/>
            <a:ext cx="4572000" cy="200025"/>
          </a:xfrm>
          <a:prstGeom prst="rect">
            <a:avLst/>
          </a:prstGeom>
          <a:noFill/>
          <a:ln/>
        </p:spPr>
        <p:txBody>
          <a:bodyPr wrap="square" lIns="0" tIns="0" rIns="0" bIns="0" rtlCol="0" anchor="ctr" vert="horz"/>
          <a:lstStyle/>
          <a:p>
            <a:pPr algn="l"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响应机制：无缝融入主对话流，支持图文交叉问答</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1-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1-img-2" descr="preencoded.png">    </p:cNvPr>
          <p:cNvPicPr>
            <a:picLocks noChangeAspect="1"/>
          </p:cNvPicPr>
          <p:nvPr/>
        </p:nvPicPr>
        <p:blipFill>
          <a:blip r:embed="rId3"/>
          <a:stretch>
            <a:fillRect/>
          </a:stretch>
        </p:blipFill>
        <p:spPr>
          <a:xfrm>
            <a:off x="571500" y="381000"/>
            <a:ext cx="1962150" cy="238125"/>
          </a:xfrm>
          <a:prstGeom prst="rect">
            <a:avLst/>
          </a:prstGeom>
        </p:spPr>
      </p:pic>
      <p:pic>
        <p:nvPicPr>
          <p:cNvPr id="4" name="SK-11-img-3" descr="preencoded.png">    </p:cNvPr>
          <p:cNvPicPr>
            <a:picLocks noChangeAspect="1"/>
          </p:cNvPicPr>
          <p:nvPr/>
        </p:nvPicPr>
        <p:blipFill>
          <a:blip r:embed="rId4"/>
          <a:stretch>
            <a:fillRect/>
          </a:stretch>
        </p:blipFill>
        <p:spPr>
          <a:xfrm>
            <a:off x="2647950" y="495300"/>
            <a:ext cx="8972550" cy="9525"/>
          </a:xfrm>
          <a:prstGeom prst="rect">
            <a:avLst/>
          </a:prstGeom>
        </p:spPr>
      </p:pic>
      <p:pic>
        <p:nvPicPr>
          <p:cNvPr id="5" name="SK-11-img-4" descr="preencoded.png">    </p:cNvPr>
          <p:cNvPicPr>
            <a:picLocks noChangeAspect="1"/>
          </p:cNvPicPr>
          <p:nvPr/>
        </p:nvPicPr>
        <p:blipFill>
          <a:blip r:embed="rId5"/>
          <a:stretch>
            <a:fillRect/>
          </a:stretch>
        </p:blipFill>
        <p:spPr>
          <a:xfrm>
            <a:off x="571500" y="1390650"/>
            <a:ext cx="38100" cy="38100"/>
          </a:xfrm>
          <a:prstGeom prst="rect">
            <a:avLst/>
          </a:prstGeom>
        </p:spPr>
      </p:pic>
      <p:pic>
        <p:nvPicPr>
          <p:cNvPr id="6" name="SK-11-img-5" descr="preencoded.png">    </p:cNvPr>
          <p:cNvPicPr>
            <a:picLocks noChangeAspect="1"/>
          </p:cNvPicPr>
          <p:nvPr/>
        </p:nvPicPr>
        <p:blipFill>
          <a:blip r:embed="rId6"/>
          <a:stretch>
            <a:fillRect/>
          </a:stretch>
        </p:blipFill>
        <p:spPr>
          <a:xfrm>
            <a:off x="571500" y="2147888"/>
            <a:ext cx="4328220" cy="1638300"/>
          </a:xfrm>
          <a:prstGeom prst="rect">
            <a:avLst/>
          </a:prstGeom>
        </p:spPr>
      </p:pic>
      <p:pic>
        <p:nvPicPr>
          <p:cNvPr id="7" name="SK-11-img-6" descr="preencoded.png">    </p:cNvPr>
          <p:cNvPicPr>
            <a:picLocks noChangeAspect="1"/>
          </p:cNvPicPr>
          <p:nvPr/>
        </p:nvPicPr>
        <p:blipFill>
          <a:blip r:embed="rId7"/>
          <a:stretch>
            <a:fillRect/>
          </a:stretch>
        </p:blipFill>
        <p:spPr>
          <a:xfrm>
            <a:off x="685800" y="2262188"/>
            <a:ext cx="4099620" cy="333375"/>
          </a:xfrm>
          <a:prstGeom prst="rect">
            <a:avLst/>
          </a:prstGeom>
        </p:spPr>
      </p:pic>
      <p:pic>
        <p:nvPicPr>
          <p:cNvPr id="8" name="SK-11-img-7" descr="preencoded.png">    </p:cNvPr>
          <p:cNvPicPr>
            <a:picLocks noChangeAspect="1"/>
          </p:cNvPicPr>
          <p:nvPr/>
        </p:nvPicPr>
        <p:blipFill>
          <a:blip r:embed="rId8"/>
          <a:stretch>
            <a:fillRect/>
          </a:stretch>
        </p:blipFill>
        <p:spPr>
          <a:xfrm>
            <a:off x="685800" y="2303115"/>
            <a:ext cx="214313" cy="175320"/>
          </a:xfrm>
          <a:prstGeom prst="rect">
            <a:avLst/>
          </a:prstGeom>
        </p:spPr>
      </p:pic>
      <p:pic>
        <p:nvPicPr>
          <p:cNvPr id="9" name="SK-11-img-8" descr="preencoded.png">    </p:cNvPr>
          <p:cNvPicPr>
            <a:picLocks noChangeAspect="1"/>
          </p:cNvPicPr>
          <p:nvPr/>
        </p:nvPicPr>
        <p:blipFill>
          <a:blip r:embed="rId9"/>
          <a:stretch>
            <a:fillRect/>
          </a:stretch>
        </p:blipFill>
        <p:spPr>
          <a:xfrm>
            <a:off x="685800" y="2786063"/>
            <a:ext cx="1840260" cy="885825"/>
          </a:xfrm>
          <a:prstGeom prst="rect">
            <a:avLst/>
          </a:prstGeom>
        </p:spPr>
      </p:pic>
      <p:pic>
        <p:nvPicPr>
          <p:cNvPr id="10" name="SK-11-img-9" descr="preencoded.png">    </p:cNvPr>
          <p:cNvPicPr>
            <a:picLocks noChangeAspect="1"/>
          </p:cNvPicPr>
          <p:nvPr/>
        </p:nvPicPr>
        <p:blipFill>
          <a:blip r:embed="rId10"/>
          <a:stretch>
            <a:fillRect/>
          </a:stretch>
        </p:blipFill>
        <p:spPr>
          <a:xfrm>
            <a:off x="2640360" y="3152775"/>
            <a:ext cx="190500" cy="152400"/>
          </a:xfrm>
          <a:prstGeom prst="rect">
            <a:avLst/>
          </a:prstGeom>
        </p:spPr>
      </p:pic>
      <p:pic>
        <p:nvPicPr>
          <p:cNvPr id="11" name="SK-11-img-10" descr="preencoded.png">    </p:cNvPr>
          <p:cNvPicPr>
            <a:picLocks noChangeAspect="1"/>
          </p:cNvPicPr>
          <p:nvPr/>
        </p:nvPicPr>
        <p:blipFill>
          <a:blip r:embed="rId11"/>
          <a:stretch>
            <a:fillRect/>
          </a:stretch>
        </p:blipFill>
        <p:spPr>
          <a:xfrm>
            <a:off x="2945160" y="2786063"/>
            <a:ext cx="1840260" cy="885825"/>
          </a:xfrm>
          <a:prstGeom prst="rect">
            <a:avLst/>
          </a:prstGeom>
        </p:spPr>
      </p:pic>
      <p:pic>
        <p:nvPicPr>
          <p:cNvPr id="12" name="SK-11-img-11" descr="preencoded.png">    </p:cNvPr>
          <p:cNvPicPr>
            <a:picLocks noChangeAspect="1"/>
          </p:cNvPicPr>
          <p:nvPr/>
        </p:nvPicPr>
        <p:blipFill>
          <a:blip r:embed="rId12"/>
          <a:stretch>
            <a:fillRect/>
          </a:stretch>
        </p:blipFill>
        <p:spPr>
          <a:xfrm>
            <a:off x="571500" y="3938588"/>
            <a:ext cx="4328220" cy="2105025"/>
          </a:xfrm>
          <a:prstGeom prst="rect">
            <a:avLst/>
          </a:prstGeom>
        </p:spPr>
      </p:pic>
      <p:pic>
        <p:nvPicPr>
          <p:cNvPr id="13" name="SK-11-img-12" descr="preencoded.png">    </p:cNvPr>
          <p:cNvPicPr>
            <a:picLocks noChangeAspect="1"/>
          </p:cNvPicPr>
          <p:nvPr/>
        </p:nvPicPr>
        <p:blipFill>
          <a:blip r:embed="rId13"/>
          <a:stretch>
            <a:fillRect/>
          </a:stretch>
        </p:blipFill>
        <p:spPr>
          <a:xfrm>
            <a:off x="685800" y="4052888"/>
            <a:ext cx="4099620" cy="333375"/>
          </a:xfrm>
          <a:prstGeom prst="rect">
            <a:avLst/>
          </a:prstGeom>
        </p:spPr>
      </p:pic>
      <p:pic>
        <p:nvPicPr>
          <p:cNvPr id="14" name="SK-11-img-13" descr="preencoded.png">    </p:cNvPr>
          <p:cNvPicPr>
            <a:picLocks noChangeAspect="1"/>
          </p:cNvPicPr>
          <p:nvPr/>
        </p:nvPicPr>
        <p:blipFill>
          <a:blip r:embed="rId14"/>
          <a:stretch>
            <a:fillRect/>
          </a:stretch>
        </p:blipFill>
        <p:spPr>
          <a:xfrm>
            <a:off x="685800" y="4093815"/>
            <a:ext cx="214313" cy="175320"/>
          </a:xfrm>
          <a:prstGeom prst="rect">
            <a:avLst/>
          </a:prstGeom>
        </p:spPr>
      </p:pic>
      <p:pic>
        <p:nvPicPr>
          <p:cNvPr id="15" name="SK-11-img-14" descr="preencoded.png">    </p:cNvPr>
          <p:cNvPicPr>
            <a:picLocks noChangeAspect="1"/>
          </p:cNvPicPr>
          <p:nvPr/>
        </p:nvPicPr>
        <p:blipFill>
          <a:blip r:embed="rId15"/>
          <a:stretch>
            <a:fillRect/>
          </a:stretch>
        </p:blipFill>
        <p:spPr>
          <a:xfrm>
            <a:off x="685800" y="4500563"/>
            <a:ext cx="2011710" cy="300038"/>
          </a:xfrm>
          <a:prstGeom prst="rect">
            <a:avLst/>
          </a:prstGeom>
        </p:spPr>
      </p:pic>
      <p:pic>
        <p:nvPicPr>
          <p:cNvPr id="16" name="SK-11-img-15" descr="preencoded.png">    </p:cNvPr>
          <p:cNvPicPr>
            <a:picLocks noChangeAspect="1"/>
          </p:cNvPicPr>
          <p:nvPr/>
        </p:nvPicPr>
        <p:blipFill>
          <a:blip r:embed="rId16"/>
          <a:stretch>
            <a:fillRect/>
          </a:stretch>
        </p:blipFill>
        <p:spPr>
          <a:xfrm>
            <a:off x="2773710" y="4500563"/>
            <a:ext cx="2011710" cy="300038"/>
          </a:xfrm>
          <a:prstGeom prst="rect">
            <a:avLst/>
          </a:prstGeom>
        </p:spPr>
      </p:pic>
      <p:pic>
        <p:nvPicPr>
          <p:cNvPr id="17" name="SK-11-img-16" descr="preencoded.png">    </p:cNvPr>
          <p:cNvPicPr>
            <a:picLocks noChangeAspect="1"/>
          </p:cNvPicPr>
          <p:nvPr/>
        </p:nvPicPr>
        <p:blipFill>
          <a:blip r:embed="rId17"/>
          <a:stretch>
            <a:fillRect/>
          </a:stretch>
        </p:blipFill>
        <p:spPr>
          <a:xfrm>
            <a:off x="685800" y="4876800"/>
            <a:ext cx="2011710" cy="300038"/>
          </a:xfrm>
          <a:prstGeom prst="rect">
            <a:avLst/>
          </a:prstGeom>
        </p:spPr>
      </p:pic>
      <p:pic>
        <p:nvPicPr>
          <p:cNvPr id="18" name="SK-11-img-17" descr="preencoded.png">    </p:cNvPr>
          <p:cNvPicPr>
            <a:picLocks noChangeAspect="1"/>
          </p:cNvPicPr>
          <p:nvPr/>
        </p:nvPicPr>
        <p:blipFill>
          <a:blip r:embed="rId18"/>
          <a:stretch>
            <a:fillRect/>
          </a:stretch>
        </p:blipFill>
        <p:spPr>
          <a:xfrm>
            <a:off x="2773710" y="4876800"/>
            <a:ext cx="2011710" cy="300038"/>
          </a:xfrm>
          <a:prstGeom prst="rect">
            <a:avLst/>
          </a:prstGeom>
        </p:spPr>
      </p:pic>
      <p:pic>
        <p:nvPicPr>
          <p:cNvPr id="19" name="SK-11-img-18" descr="preencoded.png">    </p:cNvPr>
          <p:cNvPicPr>
            <a:picLocks noChangeAspect="1"/>
          </p:cNvPicPr>
          <p:nvPr/>
        </p:nvPicPr>
        <p:blipFill>
          <a:blip r:embed="rId19"/>
          <a:stretch>
            <a:fillRect/>
          </a:stretch>
        </p:blipFill>
        <p:spPr>
          <a:xfrm>
            <a:off x="685800" y="5253038"/>
            <a:ext cx="2011710" cy="300038"/>
          </a:xfrm>
          <a:prstGeom prst="rect">
            <a:avLst/>
          </a:prstGeom>
        </p:spPr>
      </p:pic>
      <p:pic>
        <p:nvPicPr>
          <p:cNvPr id="20" name="SK-11-img-19" descr="preencoded.png">    </p:cNvPr>
          <p:cNvPicPr>
            <a:picLocks noChangeAspect="1"/>
          </p:cNvPicPr>
          <p:nvPr/>
        </p:nvPicPr>
        <p:blipFill>
          <a:blip r:embed="rId20"/>
          <a:stretch>
            <a:fillRect/>
          </a:stretch>
        </p:blipFill>
        <p:spPr>
          <a:xfrm>
            <a:off x="2773710" y="5253038"/>
            <a:ext cx="2011710" cy="300038"/>
          </a:xfrm>
          <a:prstGeom prst="rect">
            <a:avLst/>
          </a:prstGeom>
        </p:spPr>
      </p:pic>
      <p:pic>
        <p:nvPicPr>
          <p:cNvPr id="21" name="SK-11-img-20" descr="preencoded.png">    </p:cNvPr>
          <p:cNvPicPr>
            <a:picLocks noChangeAspect="1"/>
          </p:cNvPicPr>
          <p:nvPr/>
        </p:nvPicPr>
        <p:blipFill>
          <a:blip r:embed="rId21"/>
          <a:stretch>
            <a:fillRect/>
          </a:stretch>
        </p:blipFill>
        <p:spPr>
          <a:xfrm>
            <a:off x="685800" y="5629275"/>
            <a:ext cx="2011710" cy="300038"/>
          </a:xfrm>
          <a:prstGeom prst="rect">
            <a:avLst/>
          </a:prstGeom>
        </p:spPr>
      </p:pic>
      <p:pic>
        <p:nvPicPr>
          <p:cNvPr id="22" name="SK-11-img-21" descr="preencoded.png">    </p:cNvPr>
          <p:cNvPicPr>
            <a:picLocks noChangeAspect="1"/>
          </p:cNvPicPr>
          <p:nvPr/>
        </p:nvPicPr>
        <p:blipFill>
          <a:blip r:embed="rId22"/>
          <a:stretch>
            <a:fillRect/>
          </a:stretch>
        </p:blipFill>
        <p:spPr>
          <a:xfrm>
            <a:off x="2773710" y="5629275"/>
            <a:ext cx="2011710" cy="300038"/>
          </a:xfrm>
          <a:prstGeom prst="rect">
            <a:avLst/>
          </a:prstGeom>
        </p:spPr>
      </p:pic>
      <p:pic>
        <p:nvPicPr>
          <p:cNvPr id="23" name="SK-11-img-22" descr="preencoded.png">    </p:cNvPr>
          <p:cNvPicPr>
            <a:picLocks noChangeAspect="1"/>
          </p:cNvPicPr>
          <p:nvPr/>
        </p:nvPicPr>
        <p:blipFill>
          <a:blip r:embed="rId23"/>
          <a:stretch>
            <a:fillRect/>
          </a:stretch>
        </p:blipFill>
        <p:spPr>
          <a:xfrm>
            <a:off x="5128320" y="1714500"/>
            <a:ext cx="6492180" cy="2909888"/>
          </a:xfrm>
          <a:prstGeom prst="rect">
            <a:avLst/>
          </a:prstGeom>
        </p:spPr>
      </p:pic>
      <p:pic>
        <p:nvPicPr>
          <p:cNvPr id="24" name="SK-11-img-23" descr="preencoded.png">    </p:cNvPr>
          <p:cNvPicPr>
            <a:picLocks noChangeAspect="1"/>
          </p:cNvPicPr>
          <p:nvPr/>
        </p:nvPicPr>
        <p:blipFill>
          <a:blip r:embed="rId24"/>
          <a:stretch>
            <a:fillRect/>
          </a:stretch>
        </p:blipFill>
        <p:spPr>
          <a:xfrm>
            <a:off x="5242620" y="1828800"/>
            <a:ext cx="6263580" cy="333375"/>
          </a:xfrm>
          <a:prstGeom prst="rect">
            <a:avLst/>
          </a:prstGeom>
        </p:spPr>
      </p:pic>
      <p:pic>
        <p:nvPicPr>
          <p:cNvPr id="25" name="SK-11-img-24" descr="preencoded.png">    </p:cNvPr>
          <p:cNvPicPr>
            <a:picLocks noChangeAspect="1"/>
          </p:cNvPicPr>
          <p:nvPr/>
        </p:nvPicPr>
        <p:blipFill>
          <a:blip r:embed="rId25"/>
          <a:stretch>
            <a:fillRect/>
          </a:stretch>
        </p:blipFill>
        <p:spPr>
          <a:xfrm>
            <a:off x="5242620" y="1869728"/>
            <a:ext cx="214313" cy="175320"/>
          </a:xfrm>
          <a:prstGeom prst="rect">
            <a:avLst/>
          </a:prstGeom>
        </p:spPr>
      </p:pic>
      <p:pic>
        <p:nvPicPr>
          <p:cNvPr id="26" name="SK-11-img-25" descr="preencoded.png">    </p:cNvPr>
          <p:cNvPicPr>
            <a:picLocks noChangeAspect="1"/>
          </p:cNvPicPr>
          <p:nvPr/>
        </p:nvPicPr>
        <p:blipFill>
          <a:blip r:embed="rId26"/>
          <a:stretch>
            <a:fillRect/>
          </a:stretch>
        </p:blipFill>
        <p:spPr>
          <a:xfrm>
            <a:off x="5242620" y="2276475"/>
            <a:ext cx="3131790" cy="390525"/>
          </a:xfrm>
          <a:prstGeom prst="rect">
            <a:avLst/>
          </a:prstGeom>
        </p:spPr>
      </p:pic>
      <p:pic>
        <p:nvPicPr>
          <p:cNvPr id="27" name="SK-11-img-26" descr="preencoded.png">    </p:cNvPr>
          <p:cNvPicPr>
            <a:picLocks noChangeAspect="1"/>
          </p:cNvPicPr>
          <p:nvPr/>
        </p:nvPicPr>
        <p:blipFill>
          <a:blip r:embed="rId27"/>
          <a:stretch>
            <a:fillRect/>
          </a:stretch>
        </p:blipFill>
        <p:spPr>
          <a:xfrm>
            <a:off x="8374410" y="2276475"/>
            <a:ext cx="3131790" cy="390525"/>
          </a:xfrm>
          <a:prstGeom prst="rect">
            <a:avLst/>
          </a:prstGeom>
        </p:spPr>
      </p:pic>
      <p:pic>
        <p:nvPicPr>
          <p:cNvPr id="28" name="SK-11-img-27" descr="preencoded.png">    </p:cNvPr>
          <p:cNvPicPr>
            <a:picLocks noChangeAspect="1"/>
          </p:cNvPicPr>
          <p:nvPr/>
        </p:nvPicPr>
        <p:blipFill>
          <a:blip r:embed="rId28"/>
          <a:stretch>
            <a:fillRect/>
          </a:stretch>
        </p:blipFill>
        <p:spPr>
          <a:xfrm>
            <a:off x="5242620" y="2667000"/>
            <a:ext cx="3131790" cy="921544"/>
          </a:xfrm>
          <a:prstGeom prst="rect">
            <a:avLst/>
          </a:prstGeom>
        </p:spPr>
      </p:pic>
      <p:pic>
        <p:nvPicPr>
          <p:cNvPr id="29" name="SK-11-img-28" descr="preencoded.png">    </p:cNvPr>
          <p:cNvPicPr>
            <a:picLocks noChangeAspect="1"/>
          </p:cNvPicPr>
          <p:nvPr/>
        </p:nvPicPr>
        <p:blipFill>
          <a:blip r:embed="rId29"/>
          <a:stretch>
            <a:fillRect/>
          </a:stretch>
        </p:blipFill>
        <p:spPr>
          <a:xfrm>
            <a:off x="8374410" y="2667000"/>
            <a:ext cx="3131790" cy="921544"/>
          </a:xfrm>
          <a:prstGeom prst="rect">
            <a:avLst/>
          </a:prstGeom>
        </p:spPr>
      </p:pic>
      <p:pic>
        <p:nvPicPr>
          <p:cNvPr id="30" name="SK-11-img-29" descr="preencoded.png">    </p:cNvPr>
          <p:cNvPicPr>
            <a:picLocks noChangeAspect="1"/>
          </p:cNvPicPr>
          <p:nvPr/>
        </p:nvPicPr>
        <p:blipFill>
          <a:blip r:embed="rId30"/>
          <a:stretch>
            <a:fillRect/>
          </a:stretch>
        </p:blipFill>
        <p:spPr>
          <a:xfrm>
            <a:off x="5242620" y="3588544"/>
            <a:ext cx="3131790" cy="921544"/>
          </a:xfrm>
          <a:prstGeom prst="rect">
            <a:avLst/>
          </a:prstGeom>
        </p:spPr>
      </p:pic>
      <p:pic>
        <p:nvPicPr>
          <p:cNvPr id="31" name="SK-11-img-30" descr="preencoded.png">    </p:cNvPr>
          <p:cNvPicPr>
            <a:picLocks noChangeAspect="1"/>
          </p:cNvPicPr>
          <p:nvPr/>
        </p:nvPicPr>
        <p:blipFill>
          <a:blip r:embed="rId31"/>
          <a:stretch>
            <a:fillRect/>
          </a:stretch>
        </p:blipFill>
        <p:spPr>
          <a:xfrm>
            <a:off x="8374410" y="3588544"/>
            <a:ext cx="3131790" cy="921544"/>
          </a:xfrm>
          <a:prstGeom prst="rect">
            <a:avLst/>
          </a:prstGeom>
        </p:spPr>
      </p:pic>
      <p:pic>
        <p:nvPicPr>
          <p:cNvPr id="32" name="SK-11-img-31" descr="preencoded.png">    </p:cNvPr>
          <p:cNvPicPr>
            <a:picLocks noChangeAspect="1"/>
          </p:cNvPicPr>
          <p:nvPr/>
        </p:nvPicPr>
        <p:blipFill>
          <a:blip r:embed="rId32"/>
          <a:stretch>
            <a:fillRect/>
          </a:stretch>
        </p:blipFill>
        <p:spPr>
          <a:xfrm>
            <a:off x="5128320" y="4776788"/>
            <a:ext cx="6492180" cy="1700213"/>
          </a:xfrm>
          <a:prstGeom prst="rect">
            <a:avLst/>
          </a:prstGeom>
        </p:spPr>
      </p:pic>
      <p:pic>
        <p:nvPicPr>
          <p:cNvPr id="33" name="SK-11-img-32" descr="preencoded.png">    </p:cNvPr>
          <p:cNvPicPr>
            <a:picLocks noChangeAspect="1"/>
          </p:cNvPicPr>
          <p:nvPr/>
        </p:nvPicPr>
        <p:blipFill>
          <a:blip r:embed="rId33"/>
          <a:stretch>
            <a:fillRect/>
          </a:stretch>
        </p:blipFill>
        <p:spPr>
          <a:xfrm>
            <a:off x="5242620" y="4891088"/>
            <a:ext cx="6263580" cy="333375"/>
          </a:xfrm>
          <a:prstGeom prst="rect">
            <a:avLst/>
          </a:prstGeom>
        </p:spPr>
      </p:pic>
      <p:pic>
        <p:nvPicPr>
          <p:cNvPr id="34" name="SK-11-img-33" descr="preencoded.png">    </p:cNvPr>
          <p:cNvPicPr>
            <a:picLocks noChangeAspect="1"/>
          </p:cNvPicPr>
          <p:nvPr/>
        </p:nvPicPr>
        <p:blipFill>
          <a:blip r:embed="rId34"/>
          <a:stretch>
            <a:fillRect/>
          </a:stretch>
        </p:blipFill>
        <p:spPr>
          <a:xfrm>
            <a:off x="5242620" y="4932015"/>
            <a:ext cx="214313" cy="175320"/>
          </a:xfrm>
          <a:prstGeom prst="rect">
            <a:avLst/>
          </a:prstGeom>
        </p:spPr>
      </p:pic>
      <p:pic>
        <p:nvPicPr>
          <p:cNvPr id="35" name="SK-11-img-34" descr="preencoded.png">    </p:cNvPr>
          <p:cNvPicPr>
            <a:picLocks noChangeAspect="1"/>
          </p:cNvPicPr>
          <p:nvPr/>
        </p:nvPicPr>
        <p:blipFill>
          <a:blip r:embed="rId35"/>
          <a:stretch>
            <a:fillRect/>
          </a:stretch>
        </p:blipFill>
        <p:spPr>
          <a:xfrm>
            <a:off x="5242620" y="5338763"/>
            <a:ext cx="2011561" cy="1023938"/>
          </a:xfrm>
          <a:prstGeom prst="rect">
            <a:avLst/>
          </a:prstGeom>
        </p:spPr>
      </p:pic>
      <p:pic>
        <p:nvPicPr>
          <p:cNvPr id="36" name="SK-11-img-35" descr="preencoded.png">    </p:cNvPr>
          <p:cNvPicPr>
            <a:picLocks noChangeAspect="1"/>
          </p:cNvPicPr>
          <p:nvPr/>
        </p:nvPicPr>
        <p:blipFill>
          <a:blip r:embed="rId36"/>
          <a:stretch>
            <a:fillRect/>
          </a:stretch>
        </p:blipFill>
        <p:spPr>
          <a:xfrm>
            <a:off x="5356920" y="5453063"/>
            <a:ext cx="214313" cy="175320"/>
          </a:xfrm>
          <a:prstGeom prst="rect">
            <a:avLst/>
          </a:prstGeom>
        </p:spPr>
      </p:pic>
      <p:pic>
        <p:nvPicPr>
          <p:cNvPr id="37" name="SK-11-img-36" descr="preencoded.png">    </p:cNvPr>
          <p:cNvPicPr>
            <a:picLocks noChangeAspect="1"/>
          </p:cNvPicPr>
          <p:nvPr/>
        </p:nvPicPr>
        <p:blipFill>
          <a:blip r:embed="rId37"/>
          <a:stretch>
            <a:fillRect/>
          </a:stretch>
        </p:blipFill>
        <p:spPr>
          <a:xfrm>
            <a:off x="7368480" y="5338763"/>
            <a:ext cx="2011710" cy="1023938"/>
          </a:xfrm>
          <a:prstGeom prst="rect">
            <a:avLst/>
          </a:prstGeom>
        </p:spPr>
      </p:pic>
      <p:pic>
        <p:nvPicPr>
          <p:cNvPr id="38" name="SK-11-img-37" descr="preencoded.png">    </p:cNvPr>
          <p:cNvPicPr>
            <a:picLocks noChangeAspect="1"/>
          </p:cNvPicPr>
          <p:nvPr/>
        </p:nvPicPr>
        <p:blipFill>
          <a:blip r:embed="rId38"/>
          <a:stretch>
            <a:fillRect/>
          </a:stretch>
        </p:blipFill>
        <p:spPr>
          <a:xfrm>
            <a:off x="7482780" y="5453063"/>
            <a:ext cx="214313" cy="175320"/>
          </a:xfrm>
          <a:prstGeom prst="rect">
            <a:avLst/>
          </a:prstGeom>
        </p:spPr>
      </p:pic>
      <p:pic>
        <p:nvPicPr>
          <p:cNvPr id="39" name="SK-11-img-38" descr="preencoded.png">    </p:cNvPr>
          <p:cNvPicPr>
            <a:picLocks noChangeAspect="1"/>
          </p:cNvPicPr>
          <p:nvPr/>
        </p:nvPicPr>
        <p:blipFill>
          <a:blip r:embed="rId39"/>
          <a:stretch>
            <a:fillRect/>
          </a:stretch>
        </p:blipFill>
        <p:spPr>
          <a:xfrm>
            <a:off x="9494490" y="5338763"/>
            <a:ext cx="2011710" cy="1023938"/>
          </a:xfrm>
          <a:prstGeom prst="rect">
            <a:avLst/>
          </a:prstGeom>
        </p:spPr>
      </p:pic>
      <p:pic>
        <p:nvPicPr>
          <p:cNvPr id="40" name="SK-11-img-39" descr="preencoded.png">    </p:cNvPr>
          <p:cNvPicPr>
            <a:picLocks noChangeAspect="1"/>
          </p:cNvPicPr>
          <p:nvPr/>
        </p:nvPicPr>
        <p:blipFill>
          <a:blip r:embed="rId40"/>
          <a:stretch>
            <a:fillRect/>
          </a:stretch>
        </p:blipFill>
        <p:spPr>
          <a:xfrm>
            <a:off x="9608790" y="5453063"/>
            <a:ext cx="214313" cy="175320"/>
          </a:xfrm>
          <a:prstGeom prst="rect">
            <a:avLst/>
          </a:prstGeom>
        </p:spPr>
      </p:pic>
      <p:sp>
        <p:nvSpPr>
          <p:cNvPr id="41" name="SK-11-text-40"/>
          <p:cNvSpPr/>
          <p:nvPr/>
        </p:nvSpPr>
        <p:spPr>
          <a:xfrm>
            <a:off x="647700" y="38100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07</a:t>
            </a:r>
            <a:endParaRPr lang="en-US" sz="1050" dirty="0"/>
          </a:p>
        </p:txBody>
      </p:sp>
      <p:sp>
        <p:nvSpPr>
          <p:cNvPr id="42" name="SK-11-text-41"/>
          <p:cNvSpPr/>
          <p:nvPr/>
        </p:nvSpPr>
        <p:spPr>
          <a:xfrm>
            <a:off x="571500" y="695325"/>
            <a:ext cx="116205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模块七：PubMed 国际文献检索与循证扩展</a:t>
            </a:r>
            <a:endParaRPr lang="en-US" sz="2550" dirty="0"/>
          </a:p>
        </p:txBody>
      </p:sp>
      <p:sp>
        <p:nvSpPr>
          <p:cNvPr id="43" name="SK-11-text-42"/>
          <p:cNvSpPr/>
          <p:nvPr/>
        </p:nvSpPr>
        <p:spPr>
          <a:xfrm>
            <a:off x="685800" y="1295400"/>
            <a:ext cx="110490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结合 8 级证据等级排序，实现国际前沿文献检索，强化循证医学支撑</a:t>
            </a:r>
            <a:endParaRPr lang="en-US" sz="1200" dirty="0"/>
          </a:p>
        </p:txBody>
      </p:sp>
      <p:sp>
        <p:nvSpPr>
          <p:cNvPr id="44" name="SK-11-text-43"/>
          <p:cNvSpPr/>
          <p:nvPr/>
        </p:nvSpPr>
        <p:spPr>
          <a:xfrm>
            <a:off x="995363" y="2262188"/>
            <a:ext cx="4099620" cy="333375"/>
          </a:xfrm>
          <a:prstGeom prst="rect">
            <a:avLst/>
          </a:prstGeom>
          <a:noFill/>
          <a:ln/>
        </p:spPr>
        <p:txBody>
          <a:bodyPr wrap="square" lIns="0" tIns="0" rIns="0" bIns="0" rtlCol="0" anchor="ctr" vert="horz"/>
          <a:lstStyle/>
          <a:p>
            <a:pPr indent="0" marL="0">
              <a:lnSpc>
                <a:spcPts val="2025"/>
              </a:lnSpc>
              <a:buNone/>
            </a:pPr>
            <a:r>
              <a:rPr lang="en-US" sz="1350" b="1" dirty="0">
                <a:solidFill>
                  <a:srgbClr val="00F5FF"/>
                </a:solidFill>
                <a:latin typeface="Noto Sans SC" pitchFamily="34" charset="0"/>
                <a:ea typeface="Noto Sans SC" pitchFamily="34" charset="-122"/>
                <a:cs typeface="Noto Sans SC" pitchFamily="34" charset="-120"/>
              </a:rPr>
              <a:t>检索流程与两步验证</a:t>
            </a:r>
            <a:endParaRPr lang="en-US" sz="1350" dirty="0"/>
          </a:p>
        </p:txBody>
      </p:sp>
      <p:sp>
        <p:nvSpPr>
          <p:cNvPr id="45" name="SK-11-text-44"/>
          <p:cNvSpPr/>
          <p:nvPr/>
        </p:nvSpPr>
        <p:spPr>
          <a:xfrm>
            <a:off x="742950" y="2881313"/>
            <a:ext cx="1725960" cy="200025"/>
          </a:xfrm>
          <a:prstGeom prst="rect">
            <a:avLst/>
          </a:prstGeom>
          <a:noFill/>
          <a:ln/>
        </p:spPr>
        <p:txBody>
          <a:bodyPr wrap="square" lIns="0" tIns="0" rIns="0" bIns="0" rtlCol="0" anchor="ctr" vert="horz"/>
          <a:lstStyle/>
          <a:p>
            <a:pPr algn="ctr" indent="0" marL="0">
              <a:lnSpc>
                <a:spcPts val="1575"/>
              </a:lnSpc>
              <a:buNone/>
            </a:pPr>
            <a:r>
              <a:rPr lang="en-US" sz="1050" dirty="0">
                <a:solidFill>
                  <a:srgbClr val="7B61FF"/>
                </a:solidFill>
              </a:rPr>
              <a:t>esearch</a:t>
            </a:r>
            <a:endParaRPr lang="en-US" sz="1050" dirty="0"/>
          </a:p>
        </p:txBody>
      </p:sp>
      <p:sp>
        <p:nvSpPr>
          <p:cNvPr id="46" name="SK-11-text-45"/>
          <p:cNvSpPr/>
          <p:nvPr/>
        </p:nvSpPr>
        <p:spPr>
          <a:xfrm>
            <a:off x="1234380" y="3167063"/>
            <a:ext cx="742950" cy="381000"/>
          </a:xfrm>
          <a:prstGeom prst="rect">
            <a:avLst/>
          </a:prstGeom>
          <a:noFill/>
          <a:ln/>
        </p:spPr>
        <p:txBody>
          <a:bodyPr wrap="square" lIns="0" tIns="0" rIns="0" bIns="0" rtlCol="0" anchor="ctr" vert="horz"/>
          <a:lstStyle/>
          <a:p>
            <a:pPr algn="ct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按相关性获取</a:t>
            </a:r>
            <a:endParaRPr lang="en-US" sz="975" dirty="0"/>
          </a:p>
          <a:p>
            <a:pPr algn="ct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PMID 列表</a:t>
            </a:r>
            <a:endParaRPr lang="en-US" sz="975" dirty="0"/>
          </a:p>
        </p:txBody>
      </p:sp>
      <p:sp>
        <p:nvSpPr>
          <p:cNvPr id="47" name="SK-11-text-46"/>
          <p:cNvSpPr/>
          <p:nvPr/>
        </p:nvSpPr>
        <p:spPr>
          <a:xfrm>
            <a:off x="3002310" y="2881313"/>
            <a:ext cx="1725960" cy="200025"/>
          </a:xfrm>
          <a:prstGeom prst="rect">
            <a:avLst/>
          </a:prstGeom>
          <a:noFill/>
          <a:ln/>
        </p:spPr>
        <p:txBody>
          <a:bodyPr wrap="square" lIns="0" tIns="0" rIns="0" bIns="0" rtlCol="0" anchor="ctr" vert="horz"/>
          <a:lstStyle/>
          <a:p>
            <a:pPr algn="ctr" indent="0" marL="0">
              <a:lnSpc>
                <a:spcPts val="1575"/>
              </a:lnSpc>
              <a:buNone/>
            </a:pPr>
            <a:r>
              <a:rPr lang="en-US" sz="1050" dirty="0">
                <a:solidFill>
                  <a:srgbClr val="7B61FF"/>
                </a:solidFill>
              </a:rPr>
              <a:t>efetch</a:t>
            </a:r>
            <a:endParaRPr lang="en-US" sz="1050" dirty="0"/>
          </a:p>
        </p:txBody>
      </p:sp>
      <p:sp>
        <p:nvSpPr>
          <p:cNvPr id="48" name="SK-11-text-47"/>
          <p:cNvSpPr/>
          <p:nvPr/>
        </p:nvSpPr>
        <p:spPr>
          <a:xfrm>
            <a:off x="3431828" y="3167063"/>
            <a:ext cx="866775" cy="381000"/>
          </a:xfrm>
          <a:prstGeom prst="rect">
            <a:avLst/>
          </a:prstGeom>
          <a:noFill/>
          <a:ln/>
        </p:spPr>
        <p:txBody>
          <a:bodyPr wrap="square" lIns="0" tIns="0" rIns="0" bIns="0" rtlCol="0" anchor="ctr" vert="horz"/>
          <a:lstStyle/>
          <a:p>
            <a:pPr algn="ct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批量获取</a:t>
            </a:r>
            <a:endParaRPr lang="en-US" sz="975" dirty="0"/>
          </a:p>
          <a:p>
            <a:pPr algn="ct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文献详细元数据</a:t>
            </a:r>
            <a:endParaRPr lang="en-US" sz="975" dirty="0"/>
          </a:p>
        </p:txBody>
      </p:sp>
      <p:sp>
        <p:nvSpPr>
          <p:cNvPr id="49" name="SK-11-text-48"/>
          <p:cNvSpPr/>
          <p:nvPr/>
        </p:nvSpPr>
        <p:spPr>
          <a:xfrm>
            <a:off x="995363" y="4052888"/>
            <a:ext cx="4183380" cy="333375"/>
          </a:xfrm>
          <a:prstGeom prst="rect">
            <a:avLst/>
          </a:prstGeom>
          <a:noFill/>
          <a:ln/>
        </p:spPr>
        <p:txBody>
          <a:bodyPr wrap="square" lIns="0" tIns="0" rIns="0" bIns="0" rtlCol="0" anchor="ctr" vert="horz"/>
          <a:lstStyle/>
          <a:p>
            <a:pPr indent="0" marL="0">
              <a:lnSpc>
                <a:spcPts val="2025"/>
              </a:lnSpc>
              <a:buNone/>
            </a:pPr>
            <a:r>
              <a:rPr lang="en-US" sz="1350" b="1" dirty="0">
                <a:solidFill>
                  <a:srgbClr val="00F5FF"/>
                </a:solidFill>
                <a:latin typeface="Noto Sans SC" pitchFamily="34" charset="0"/>
                <a:ea typeface="Noto Sans SC" pitchFamily="34" charset="-122"/>
                <a:cs typeface="Noto Sans SC" pitchFamily="34" charset="-120"/>
              </a:rPr>
              <a:t>8 级证据等级排序 (EBM)</a:t>
            </a:r>
            <a:endParaRPr lang="en-US" sz="1350" dirty="0"/>
          </a:p>
        </p:txBody>
      </p:sp>
      <p:sp>
        <p:nvSpPr>
          <p:cNvPr id="50" name="SK-11-text-49"/>
          <p:cNvSpPr/>
          <p:nvPr/>
        </p:nvSpPr>
        <p:spPr>
          <a:xfrm>
            <a:off x="781050" y="4500563"/>
            <a:ext cx="3004262" cy="300038"/>
          </a:xfrm>
          <a:prstGeom prst="rect">
            <a:avLst/>
          </a:prstGeom>
          <a:noFill/>
          <a:ln/>
        </p:spPr>
        <p:txBody>
          <a:bodyPr wrap="square" lIns="0" tIns="0" rIns="0" bIns="0" rtlCol="0" anchor="ctr" vert="horz"/>
          <a:lstStyle/>
          <a:p>
            <a:pPr algn="l" indent="0" marL="0">
              <a:lnSpc>
                <a:spcPts val="1463"/>
              </a:lnSpc>
              <a:buNone/>
            </a:pPr>
            <a:r>
              <a:rPr lang="en-US" sz="975" b="1" dirty="0">
                <a:solidFill>
                  <a:srgbClr val="00F5FF"/>
                </a:solidFill>
              </a:rPr>
              <a:t>01</a:t>
            </a:r>
            <a:pPr algn="l" indent="0" marL="0">
              <a:lnSpc>
                <a:spcPts val="1463"/>
              </a:lnSpc>
              <a:buNone/>
            </a:pPr>
            <a:r>
              <a:rPr lang="en-US" sz="975" dirty="0">
                <a:solidFill>
                  <a:srgbClr val="FFFFFF"/>
                </a:solidFill>
                <a:latin typeface="Noto Sans SC" pitchFamily="34" charset="0"/>
                <a:ea typeface="Noto Sans SC" pitchFamily="34" charset="-122"/>
                <a:cs typeface="Noto Sans SC" pitchFamily="34" charset="-120"/>
              </a:rPr>
              <a:t>Practice Guideline</a:t>
            </a:r>
            <a:endParaRPr lang="en-US" sz="975" dirty="0"/>
          </a:p>
        </p:txBody>
      </p:sp>
      <p:sp>
        <p:nvSpPr>
          <p:cNvPr id="51" name="SK-11-text-50"/>
          <p:cNvSpPr/>
          <p:nvPr/>
        </p:nvSpPr>
        <p:spPr>
          <a:xfrm>
            <a:off x="2868960" y="4500563"/>
            <a:ext cx="1821210" cy="300038"/>
          </a:xfrm>
          <a:prstGeom prst="rect">
            <a:avLst/>
          </a:prstGeom>
          <a:noFill/>
          <a:ln/>
        </p:spPr>
        <p:txBody>
          <a:bodyPr wrap="square" lIns="0" tIns="0" rIns="0" bIns="0" rtlCol="0" anchor="ctr" vert="horz"/>
          <a:lstStyle/>
          <a:p>
            <a:pPr algn="l" indent="0" marL="0">
              <a:lnSpc>
                <a:spcPts val="1463"/>
              </a:lnSpc>
              <a:buNone/>
            </a:pPr>
            <a:r>
              <a:rPr lang="en-US" sz="975" b="1" dirty="0">
                <a:solidFill>
                  <a:srgbClr val="00F5FF"/>
                </a:solidFill>
              </a:rPr>
              <a:t>02</a:t>
            </a:r>
            <a:pPr algn="l" indent="0" marL="0">
              <a:lnSpc>
                <a:spcPts val="1463"/>
              </a:lnSpc>
              <a:buNone/>
            </a:pPr>
            <a:r>
              <a:rPr lang="en-US" sz="975" dirty="0">
                <a:solidFill>
                  <a:srgbClr val="FFFFFF"/>
                </a:solidFill>
                <a:latin typeface="Noto Sans SC" pitchFamily="34" charset="0"/>
                <a:ea typeface="Noto Sans SC" pitchFamily="34" charset="-122"/>
                <a:cs typeface="Noto Sans SC" pitchFamily="34" charset="-120"/>
              </a:rPr>
              <a:t>Guideline</a:t>
            </a:r>
            <a:endParaRPr lang="en-US" sz="975" dirty="0"/>
          </a:p>
        </p:txBody>
      </p:sp>
      <p:sp>
        <p:nvSpPr>
          <p:cNvPr id="52" name="SK-11-text-51"/>
          <p:cNvSpPr/>
          <p:nvPr/>
        </p:nvSpPr>
        <p:spPr>
          <a:xfrm>
            <a:off x="781050" y="4876800"/>
            <a:ext cx="2331666" cy="300038"/>
          </a:xfrm>
          <a:prstGeom prst="rect">
            <a:avLst/>
          </a:prstGeom>
          <a:noFill/>
          <a:ln/>
        </p:spPr>
        <p:txBody>
          <a:bodyPr wrap="square" lIns="0" tIns="0" rIns="0" bIns="0" rtlCol="0" anchor="ctr" vert="horz"/>
          <a:lstStyle/>
          <a:p>
            <a:pPr algn="l" indent="0" marL="0">
              <a:lnSpc>
                <a:spcPts val="1463"/>
              </a:lnSpc>
              <a:buNone/>
            </a:pPr>
            <a:r>
              <a:rPr lang="en-US" sz="975" b="1" dirty="0">
                <a:solidFill>
                  <a:srgbClr val="00F5FF"/>
                </a:solidFill>
              </a:rPr>
              <a:t>03</a:t>
            </a:r>
            <a:pPr algn="l" indent="0" marL="0">
              <a:lnSpc>
                <a:spcPts val="1463"/>
              </a:lnSpc>
              <a:buNone/>
            </a:pPr>
            <a:r>
              <a:rPr lang="en-US" sz="975" dirty="0">
                <a:solidFill>
                  <a:srgbClr val="FFFFFF"/>
                </a:solidFill>
                <a:latin typeface="Noto Sans SC" pitchFamily="34" charset="0"/>
                <a:ea typeface="Noto Sans SC" pitchFamily="34" charset="-122"/>
                <a:cs typeface="Noto Sans SC" pitchFamily="34" charset="-120"/>
              </a:rPr>
              <a:t>Meta-Analysis</a:t>
            </a:r>
            <a:endParaRPr lang="en-US" sz="975" dirty="0"/>
          </a:p>
        </p:txBody>
      </p:sp>
      <p:sp>
        <p:nvSpPr>
          <p:cNvPr id="53" name="SK-11-text-52"/>
          <p:cNvSpPr/>
          <p:nvPr/>
        </p:nvSpPr>
        <p:spPr>
          <a:xfrm>
            <a:off x="2868960" y="4876800"/>
            <a:ext cx="2869743" cy="300038"/>
          </a:xfrm>
          <a:prstGeom prst="rect">
            <a:avLst/>
          </a:prstGeom>
          <a:noFill/>
          <a:ln/>
        </p:spPr>
        <p:txBody>
          <a:bodyPr wrap="square" lIns="0" tIns="0" rIns="0" bIns="0" rtlCol="0" anchor="ctr" vert="horz"/>
          <a:lstStyle/>
          <a:p>
            <a:pPr algn="l" indent="0" marL="0">
              <a:lnSpc>
                <a:spcPts val="1463"/>
              </a:lnSpc>
              <a:buNone/>
            </a:pPr>
            <a:r>
              <a:rPr lang="en-US" sz="975" b="1" dirty="0">
                <a:solidFill>
                  <a:srgbClr val="00F5FF"/>
                </a:solidFill>
              </a:rPr>
              <a:t>04</a:t>
            </a:r>
            <a:pPr algn="l" indent="0" marL="0">
              <a:lnSpc>
                <a:spcPts val="1463"/>
              </a:lnSpc>
              <a:buNone/>
            </a:pPr>
            <a:r>
              <a:rPr lang="en-US" sz="975" dirty="0">
                <a:solidFill>
                  <a:srgbClr val="FFFFFF"/>
                </a:solidFill>
                <a:latin typeface="Noto Sans SC" pitchFamily="34" charset="0"/>
                <a:ea typeface="Noto Sans SC" pitchFamily="34" charset="-122"/>
                <a:cs typeface="Noto Sans SC" pitchFamily="34" charset="-120"/>
              </a:rPr>
              <a:t>Systematic Review</a:t>
            </a:r>
            <a:endParaRPr lang="en-US" sz="975" dirty="0"/>
          </a:p>
        </p:txBody>
      </p:sp>
      <p:sp>
        <p:nvSpPr>
          <p:cNvPr id="54" name="SK-11-text-53"/>
          <p:cNvSpPr/>
          <p:nvPr/>
        </p:nvSpPr>
        <p:spPr>
          <a:xfrm>
            <a:off x="781050" y="5253038"/>
            <a:ext cx="2286826" cy="300038"/>
          </a:xfrm>
          <a:prstGeom prst="rect">
            <a:avLst/>
          </a:prstGeom>
          <a:noFill/>
          <a:ln/>
        </p:spPr>
        <p:txBody>
          <a:bodyPr wrap="square" lIns="0" tIns="0" rIns="0" bIns="0" rtlCol="0" anchor="ctr" vert="horz"/>
          <a:lstStyle/>
          <a:p>
            <a:pPr algn="l" indent="0" marL="0">
              <a:lnSpc>
                <a:spcPts val="1463"/>
              </a:lnSpc>
              <a:buNone/>
            </a:pPr>
            <a:r>
              <a:rPr lang="en-US" sz="975" b="1" dirty="0">
                <a:solidFill>
                  <a:srgbClr val="00F5FF"/>
                </a:solidFill>
              </a:rPr>
              <a:t>05</a:t>
            </a:r>
            <a:pPr algn="l" indent="0" marL="0">
              <a:lnSpc>
                <a:spcPts val="1463"/>
              </a:lnSpc>
              <a:buNone/>
            </a:pPr>
            <a:r>
              <a:rPr lang="en-US" sz="975" dirty="0">
                <a:solidFill>
                  <a:srgbClr val="FFFFFF"/>
                </a:solidFill>
                <a:latin typeface="Noto Sans SC" pitchFamily="34" charset="0"/>
                <a:ea typeface="Noto Sans SC" pitchFamily="34" charset="-122"/>
                <a:cs typeface="Noto Sans SC" pitchFamily="34" charset="-120"/>
              </a:rPr>
              <a:t>RCT (随机对照)</a:t>
            </a:r>
            <a:endParaRPr lang="en-US" sz="975" dirty="0"/>
          </a:p>
        </p:txBody>
      </p:sp>
      <p:sp>
        <p:nvSpPr>
          <p:cNvPr id="55" name="SK-11-text-54"/>
          <p:cNvSpPr/>
          <p:nvPr/>
        </p:nvSpPr>
        <p:spPr>
          <a:xfrm>
            <a:off x="2868960" y="5253038"/>
            <a:ext cx="2466185" cy="300038"/>
          </a:xfrm>
          <a:prstGeom prst="rect">
            <a:avLst/>
          </a:prstGeom>
          <a:noFill/>
          <a:ln/>
        </p:spPr>
        <p:txBody>
          <a:bodyPr wrap="square" lIns="0" tIns="0" rIns="0" bIns="0" rtlCol="0" anchor="ctr" vert="horz"/>
          <a:lstStyle/>
          <a:p>
            <a:pPr algn="l" indent="0" marL="0">
              <a:lnSpc>
                <a:spcPts val="1463"/>
              </a:lnSpc>
              <a:buNone/>
            </a:pPr>
            <a:r>
              <a:rPr lang="en-US" sz="975" b="1" dirty="0">
                <a:solidFill>
                  <a:srgbClr val="00F5FF"/>
                </a:solidFill>
              </a:rPr>
              <a:t>06</a:t>
            </a:r>
            <a:pPr algn="l" indent="0" marL="0">
              <a:lnSpc>
                <a:spcPts val="1463"/>
              </a:lnSpc>
              <a:buNone/>
            </a:pPr>
            <a:r>
              <a:rPr lang="en-US" sz="975" dirty="0">
                <a:solidFill>
                  <a:srgbClr val="FFFFFF"/>
                </a:solidFill>
                <a:latin typeface="Noto Sans SC" pitchFamily="34" charset="0"/>
                <a:ea typeface="Noto Sans SC" pitchFamily="34" charset="-122"/>
                <a:cs typeface="Noto Sans SC" pitchFamily="34" charset="-120"/>
              </a:rPr>
              <a:t>Clinical Trial</a:t>
            </a:r>
            <a:endParaRPr lang="en-US" sz="975" dirty="0"/>
          </a:p>
        </p:txBody>
      </p:sp>
      <p:sp>
        <p:nvSpPr>
          <p:cNvPr id="56" name="SK-11-text-55"/>
          <p:cNvSpPr/>
          <p:nvPr/>
        </p:nvSpPr>
        <p:spPr>
          <a:xfrm>
            <a:off x="781050" y="5629275"/>
            <a:ext cx="2241986" cy="300038"/>
          </a:xfrm>
          <a:prstGeom prst="rect">
            <a:avLst/>
          </a:prstGeom>
          <a:noFill/>
          <a:ln/>
        </p:spPr>
        <p:txBody>
          <a:bodyPr wrap="square" lIns="0" tIns="0" rIns="0" bIns="0" rtlCol="0" anchor="ctr" vert="horz"/>
          <a:lstStyle/>
          <a:p>
            <a:pPr algn="l" indent="0" marL="0">
              <a:lnSpc>
                <a:spcPts val="1463"/>
              </a:lnSpc>
              <a:buNone/>
            </a:pPr>
            <a:r>
              <a:rPr lang="en-US" sz="975" b="1" dirty="0">
                <a:solidFill>
                  <a:srgbClr val="00F5FF"/>
                </a:solidFill>
              </a:rPr>
              <a:t>07</a:t>
            </a:r>
            <a:pPr algn="l" indent="0" marL="0">
              <a:lnSpc>
                <a:spcPts val="1463"/>
              </a:lnSpc>
              <a:buNone/>
            </a:pPr>
            <a:r>
              <a:rPr lang="en-US" sz="975" dirty="0">
                <a:solidFill>
                  <a:srgbClr val="FFFFFF"/>
                </a:solidFill>
                <a:latin typeface="Noto Sans SC" pitchFamily="34" charset="0"/>
                <a:ea typeface="Noto Sans SC" pitchFamily="34" charset="-122"/>
                <a:cs typeface="Noto Sans SC" pitchFamily="34" charset="-120"/>
              </a:rPr>
              <a:t>Review (综述)</a:t>
            </a:r>
            <a:endParaRPr lang="en-US" sz="975" dirty="0"/>
          </a:p>
        </p:txBody>
      </p:sp>
      <p:sp>
        <p:nvSpPr>
          <p:cNvPr id="57" name="SK-11-text-56"/>
          <p:cNvSpPr/>
          <p:nvPr/>
        </p:nvSpPr>
        <p:spPr>
          <a:xfrm>
            <a:off x="2868960" y="5629275"/>
            <a:ext cx="2197147" cy="300038"/>
          </a:xfrm>
          <a:prstGeom prst="rect">
            <a:avLst/>
          </a:prstGeom>
          <a:noFill/>
          <a:ln/>
        </p:spPr>
        <p:txBody>
          <a:bodyPr wrap="square" lIns="0" tIns="0" rIns="0" bIns="0" rtlCol="0" anchor="ctr" vert="horz"/>
          <a:lstStyle/>
          <a:p>
            <a:pPr algn="l" indent="0" marL="0">
              <a:lnSpc>
                <a:spcPts val="1463"/>
              </a:lnSpc>
              <a:buNone/>
            </a:pPr>
            <a:r>
              <a:rPr lang="en-US" sz="975" b="1" dirty="0">
                <a:solidFill>
                  <a:srgbClr val="00F5FF"/>
                </a:solidFill>
              </a:rPr>
              <a:t>08</a:t>
            </a:r>
            <a:pPr algn="l" indent="0" marL="0">
              <a:lnSpc>
                <a:spcPts val="1463"/>
              </a:lnSpc>
              <a:buNone/>
            </a:pPr>
            <a:r>
              <a:rPr lang="en-US" sz="975" dirty="0">
                <a:solidFill>
                  <a:srgbClr val="FFFFFF"/>
                </a:solidFill>
                <a:latin typeface="Noto Sans SC" pitchFamily="34" charset="0"/>
                <a:ea typeface="Noto Sans SC" pitchFamily="34" charset="-122"/>
                <a:cs typeface="Noto Sans SC" pitchFamily="34" charset="-120"/>
              </a:rPr>
              <a:t>Case Reports</a:t>
            </a:r>
            <a:endParaRPr lang="en-US" sz="975" dirty="0"/>
          </a:p>
        </p:txBody>
      </p:sp>
      <p:sp>
        <p:nvSpPr>
          <p:cNvPr id="58" name="SK-11-text-57"/>
          <p:cNvSpPr/>
          <p:nvPr/>
        </p:nvSpPr>
        <p:spPr>
          <a:xfrm>
            <a:off x="5552182" y="1828800"/>
            <a:ext cx="6639818" cy="333375"/>
          </a:xfrm>
          <a:prstGeom prst="rect">
            <a:avLst/>
          </a:prstGeom>
          <a:noFill/>
          <a:ln/>
        </p:spPr>
        <p:txBody>
          <a:bodyPr wrap="square" lIns="0" tIns="0" rIns="0" bIns="0" rtlCol="0" anchor="ctr" vert="horz"/>
          <a:lstStyle/>
          <a:p>
            <a:pPr indent="0" marL="0">
              <a:lnSpc>
                <a:spcPts val="2025"/>
              </a:lnSpc>
              <a:buNone/>
            </a:pPr>
            <a:r>
              <a:rPr lang="en-US" sz="1350" b="1" dirty="0">
                <a:solidFill>
                  <a:srgbClr val="00F5FF"/>
                </a:solidFill>
                <a:latin typeface="Noto Sans SC" pitchFamily="34" charset="0"/>
                <a:ea typeface="Noto Sans SC" pitchFamily="34" charset="-122"/>
                <a:cs typeface="Noto Sans SC" pitchFamily="34" charset="-120"/>
              </a:rPr>
              <a:t>双重循证机制：本地 RAG 与 PubMed 互补</a:t>
            </a:r>
            <a:endParaRPr lang="en-US" sz="1350" dirty="0"/>
          </a:p>
        </p:txBody>
      </p:sp>
      <p:sp>
        <p:nvSpPr>
          <p:cNvPr id="59" name="SK-11-text-58"/>
          <p:cNvSpPr/>
          <p:nvPr/>
        </p:nvSpPr>
        <p:spPr>
          <a:xfrm>
            <a:off x="5337870" y="2276475"/>
            <a:ext cx="3017490" cy="390525"/>
          </a:xfrm>
          <a:prstGeom prst="rect">
            <a:avLst/>
          </a:prstGeom>
          <a:noFill/>
          <a:ln/>
        </p:spPr>
        <p:txBody>
          <a:bodyPr wrap="square" lIns="0" tIns="0" rIns="0" bIns="0" rtlCol="0" anchor="ctr" vert="horz"/>
          <a:lstStyle/>
          <a:p>
            <a:pPr algn="l" indent="0" marL="0">
              <a:lnSpc>
                <a:spcPts val="1575"/>
              </a:lnSpc>
              <a:buNone/>
            </a:pPr>
            <a:r>
              <a:rPr lang="en-US" sz="1050" b="1" dirty="0">
                <a:solidFill>
                  <a:srgbClr val="FFFFFF"/>
                </a:solidFill>
                <a:latin typeface="Noto Sans SC" pitchFamily="34" charset="0"/>
                <a:ea typeface="Noto Sans SC" pitchFamily="34" charset="-122"/>
                <a:cs typeface="Noto Sans SC" pitchFamily="34" charset="-120"/>
              </a:rPr>
              <a:t>本地 RAG (ChromaDB)</a:t>
            </a:r>
            <a:endParaRPr lang="en-US" sz="1050" dirty="0"/>
          </a:p>
        </p:txBody>
      </p:sp>
      <p:sp>
        <p:nvSpPr>
          <p:cNvPr id="60" name="SK-11-text-59"/>
          <p:cNvSpPr/>
          <p:nvPr/>
        </p:nvSpPr>
        <p:spPr>
          <a:xfrm>
            <a:off x="8469660" y="2276475"/>
            <a:ext cx="3282308" cy="390525"/>
          </a:xfrm>
          <a:prstGeom prst="rect">
            <a:avLst/>
          </a:prstGeom>
          <a:noFill/>
          <a:ln/>
        </p:spPr>
        <p:txBody>
          <a:bodyPr wrap="square" lIns="0" tIns="0" rIns="0" bIns="0" rtlCol="0" anchor="ctr" vert="horz"/>
          <a:lstStyle/>
          <a:p>
            <a:pPr algn="l" indent="0" marL="0">
              <a:lnSpc>
                <a:spcPts val="1575"/>
              </a:lnSpc>
              <a:buNone/>
            </a:pPr>
            <a:r>
              <a:rPr lang="en-US" sz="1050" b="1" dirty="0">
                <a:solidFill>
                  <a:srgbClr val="FFFFFF"/>
                </a:solidFill>
                <a:latin typeface="Noto Sans SC" pitchFamily="34" charset="0"/>
                <a:ea typeface="Noto Sans SC" pitchFamily="34" charset="-122"/>
                <a:cs typeface="Noto Sans SC" pitchFamily="34" charset="-120"/>
              </a:rPr>
              <a:t>国际 PubMed (Live API)</a:t>
            </a:r>
            <a:endParaRPr lang="en-US" sz="1050" dirty="0"/>
          </a:p>
        </p:txBody>
      </p:sp>
      <p:sp>
        <p:nvSpPr>
          <p:cNvPr id="61" name="SK-11-textBg-60"/>
          <p:cNvSpPr/>
          <p:nvPr/>
        </p:nvSpPr>
        <p:spPr>
          <a:xfrm>
            <a:off x="5337870" y="2771775"/>
            <a:ext cx="552450" cy="214313"/>
          </a:xfrm>
          <a:prstGeom prst="roundRect">
            <a:avLst>
              <a:gd name="adj" fmla="val 17778"/>
            </a:avLst>
          </a:prstGeom>
          <a:solidFill>
            <a:srgbClr val="00F5FF">
              <a:alpha val="10000"/>
            </a:srgbClr>
          </a:solidFill>
          <a:ln w="12700">
            <a:solidFill>
              <a:srgbClr val="333333">
                <a:alpha val="0"/>
              </a:srgbClr>
            </a:solidFill>
            <a:prstDash val="solid"/>
          </a:ln>
        </p:spPr>
      </p:sp>
      <p:sp>
        <p:nvSpPr>
          <p:cNvPr id="62" name="SK-11-text-61"/>
          <p:cNvSpPr/>
          <p:nvPr/>
        </p:nvSpPr>
        <p:spPr>
          <a:xfrm>
            <a:off x="5404545" y="2771775"/>
            <a:ext cx="664779" cy="214313"/>
          </a:xfrm>
          <a:prstGeom prst="rect">
            <a:avLst/>
          </a:prstGeom>
          <a:noFill/>
          <a:ln/>
        </p:spPr>
        <p:txBody>
          <a:bodyPr wrap="square" lIns="0" tIns="0" rIns="0" bIns="0" rtlCol="0" anchor="ctr" vert="horz"/>
          <a:lstStyle/>
          <a:p>
            <a:pPr indent="0" marL="0">
              <a:lnSpc>
                <a:spcPts val="1238"/>
              </a:lnSpc>
              <a:buNone/>
            </a:pPr>
            <a:r>
              <a:rPr lang="en-US" sz="825" b="1" dirty="0">
                <a:solidFill>
                  <a:srgbClr val="00F5FF"/>
                </a:solidFill>
                <a:latin typeface="Noto Sans SC" pitchFamily="34" charset="0"/>
                <a:ea typeface="Noto Sans SC" pitchFamily="34" charset="-122"/>
                <a:cs typeface="Noto Sans SC" pitchFamily="34" charset="-120"/>
              </a:rPr>
              <a:t>权威指南</a:t>
            </a:r>
            <a:endParaRPr lang="en-US" sz="825" dirty="0"/>
          </a:p>
        </p:txBody>
      </p:sp>
      <p:sp>
        <p:nvSpPr>
          <p:cNvPr id="63" name="SK-11-text-62"/>
          <p:cNvSpPr/>
          <p:nvPr/>
        </p:nvSpPr>
        <p:spPr>
          <a:xfrm>
            <a:off x="5337870" y="3024188"/>
            <a:ext cx="2941290" cy="400050"/>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收录国内脑卒中临床路径、行业专家共识与标准教材。</a:t>
            </a:r>
            <a:endParaRPr lang="en-US" sz="1050" dirty="0"/>
          </a:p>
        </p:txBody>
      </p:sp>
      <p:sp>
        <p:nvSpPr>
          <p:cNvPr id="64" name="SK-11-textBg-63"/>
          <p:cNvSpPr/>
          <p:nvPr/>
        </p:nvSpPr>
        <p:spPr>
          <a:xfrm>
            <a:off x="8469660" y="2771775"/>
            <a:ext cx="552450" cy="214313"/>
          </a:xfrm>
          <a:prstGeom prst="roundRect">
            <a:avLst>
              <a:gd name="adj" fmla="val 17778"/>
            </a:avLst>
          </a:prstGeom>
          <a:solidFill>
            <a:srgbClr val="7B61FF">
              <a:alpha val="10000"/>
            </a:srgbClr>
          </a:solidFill>
          <a:ln w="12700">
            <a:solidFill>
              <a:srgbClr val="333333">
                <a:alpha val="0"/>
              </a:srgbClr>
            </a:solidFill>
            <a:prstDash val="solid"/>
          </a:ln>
        </p:spPr>
      </p:sp>
      <p:sp>
        <p:nvSpPr>
          <p:cNvPr id="65" name="SK-11-text-64"/>
          <p:cNvSpPr/>
          <p:nvPr/>
        </p:nvSpPr>
        <p:spPr>
          <a:xfrm>
            <a:off x="8536335" y="2771775"/>
            <a:ext cx="664779" cy="214313"/>
          </a:xfrm>
          <a:prstGeom prst="rect">
            <a:avLst/>
          </a:prstGeom>
          <a:noFill/>
          <a:ln/>
        </p:spPr>
        <p:txBody>
          <a:bodyPr wrap="square" lIns="0" tIns="0" rIns="0" bIns="0" rtlCol="0" anchor="ctr" vert="horz"/>
          <a:lstStyle/>
          <a:p>
            <a:pPr indent="0" marL="0">
              <a:lnSpc>
                <a:spcPts val="1238"/>
              </a:lnSpc>
              <a:buNone/>
            </a:pPr>
            <a:r>
              <a:rPr lang="en-US" sz="825" b="1" dirty="0">
                <a:solidFill>
                  <a:srgbClr val="7B61FF"/>
                </a:solidFill>
                <a:latin typeface="Noto Sans SC" pitchFamily="34" charset="0"/>
                <a:ea typeface="Noto Sans SC" pitchFamily="34" charset="-122"/>
                <a:cs typeface="Noto Sans SC" pitchFamily="34" charset="-120"/>
              </a:rPr>
              <a:t>前沿进展</a:t>
            </a:r>
            <a:endParaRPr lang="en-US" sz="825" dirty="0"/>
          </a:p>
        </p:txBody>
      </p:sp>
      <p:sp>
        <p:nvSpPr>
          <p:cNvPr id="66" name="SK-11-text-65"/>
          <p:cNvSpPr/>
          <p:nvPr/>
        </p:nvSpPr>
        <p:spPr>
          <a:xfrm>
            <a:off x="8469660" y="3024188"/>
            <a:ext cx="3722340" cy="2000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实时检索全球最新研究成果，追踪国际医学动态。</a:t>
            </a:r>
            <a:endParaRPr lang="en-US" sz="1050" dirty="0"/>
          </a:p>
        </p:txBody>
      </p:sp>
      <p:sp>
        <p:nvSpPr>
          <p:cNvPr id="67" name="SK-11-textBg-66"/>
          <p:cNvSpPr/>
          <p:nvPr/>
        </p:nvSpPr>
        <p:spPr>
          <a:xfrm>
            <a:off x="5337870" y="3693319"/>
            <a:ext cx="552450" cy="214313"/>
          </a:xfrm>
          <a:prstGeom prst="roundRect">
            <a:avLst>
              <a:gd name="adj" fmla="val 17778"/>
            </a:avLst>
          </a:prstGeom>
          <a:solidFill>
            <a:srgbClr val="00F5FF">
              <a:alpha val="10000"/>
            </a:srgbClr>
          </a:solidFill>
          <a:ln w="12700">
            <a:solidFill>
              <a:srgbClr val="333333">
                <a:alpha val="0"/>
              </a:srgbClr>
            </a:solidFill>
            <a:prstDash val="solid"/>
          </a:ln>
        </p:spPr>
      </p:sp>
      <p:sp>
        <p:nvSpPr>
          <p:cNvPr id="68" name="SK-11-text-67"/>
          <p:cNvSpPr/>
          <p:nvPr/>
        </p:nvSpPr>
        <p:spPr>
          <a:xfrm>
            <a:off x="5404545" y="3693319"/>
            <a:ext cx="664779" cy="214313"/>
          </a:xfrm>
          <a:prstGeom prst="rect">
            <a:avLst/>
          </a:prstGeom>
          <a:noFill/>
          <a:ln/>
        </p:spPr>
        <p:txBody>
          <a:bodyPr wrap="square" lIns="0" tIns="0" rIns="0" bIns="0" rtlCol="0" anchor="ctr" vert="horz"/>
          <a:lstStyle/>
          <a:p>
            <a:pPr indent="0" marL="0">
              <a:lnSpc>
                <a:spcPts val="1238"/>
              </a:lnSpc>
              <a:buNone/>
            </a:pPr>
            <a:r>
              <a:rPr lang="en-US" sz="825" b="1" dirty="0">
                <a:solidFill>
                  <a:srgbClr val="00F5FF"/>
                </a:solidFill>
                <a:latin typeface="Noto Sans SC" pitchFamily="34" charset="0"/>
                <a:ea typeface="Noto Sans SC" pitchFamily="34" charset="-122"/>
                <a:cs typeface="Noto Sans SC" pitchFamily="34" charset="-120"/>
              </a:rPr>
              <a:t>精准溯源</a:t>
            </a:r>
            <a:endParaRPr lang="en-US" sz="825" dirty="0"/>
          </a:p>
        </p:txBody>
      </p:sp>
      <p:sp>
        <p:nvSpPr>
          <p:cNvPr id="69" name="SK-11-text-68"/>
          <p:cNvSpPr/>
          <p:nvPr/>
        </p:nvSpPr>
        <p:spPr>
          <a:xfrm>
            <a:off x="5337870" y="3945731"/>
            <a:ext cx="2941290" cy="400050"/>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QA 衍生引擎结合页码标签，确保指南引用的绝对准确性。</a:t>
            </a:r>
            <a:endParaRPr lang="en-US" sz="1050" dirty="0"/>
          </a:p>
        </p:txBody>
      </p:sp>
      <p:sp>
        <p:nvSpPr>
          <p:cNvPr id="70" name="SK-11-textBg-69"/>
          <p:cNvSpPr/>
          <p:nvPr/>
        </p:nvSpPr>
        <p:spPr>
          <a:xfrm>
            <a:off x="8469660" y="3693319"/>
            <a:ext cx="552450" cy="214313"/>
          </a:xfrm>
          <a:prstGeom prst="roundRect">
            <a:avLst>
              <a:gd name="adj" fmla="val 17778"/>
            </a:avLst>
          </a:prstGeom>
          <a:solidFill>
            <a:srgbClr val="7B61FF">
              <a:alpha val="10000"/>
            </a:srgbClr>
          </a:solidFill>
          <a:ln w="12700">
            <a:solidFill>
              <a:srgbClr val="333333">
                <a:alpha val="0"/>
              </a:srgbClr>
            </a:solidFill>
            <a:prstDash val="solid"/>
          </a:ln>
        </p:spPr>
      </p:sp>
      <p:sp>
        <p:nvSpPr>
          <p:cNvPr id="71" name="SK-11-text-70"/>
          <p:cNvSpPr/>
          <p:nvPr/>
        </p:nvSpPr>
        <p:spPr>
          <a:xfrm>
            <a:off x="8536335" y="3693319"/>
            <a:ext cx="664779" cy="214313"/>
          </a:xfrm>
          <a:prstGeom prst="rect">
            <a:avLst/>
          </a:prstGeom>
          <a:noFill/>
          <a:ln/>
        </p:spPr>
        <p:txBody>
          <a:bodyPr wrap="square" lIns="0" tIns="0" rIns="0" bIns="0" rtlCol="0" anchor="ctr" vert="horz"/>
          <a:lstStyle/>
          <a:p>
            <a:pPr indent="0" marL="0">
              <a:lnSpc>
                <a:spcPts val="1238"/>
              </a:lnSpc>
              <a:buNone/>
            </a:pPr>
            <a:r>
              <a:rPr lang="en-US" sz="825" b="1" dirty="0">
                <a:solidFill>
                  <a:srgbClr val="7B61FF"/>
                </a:solidFill>
                <a:latin typeface="Noto Sans SC" pitchFamily="34" charset="0"/>
                <a:ea typeface="Noto Sans SC" pitchFamily="34" charset="-122"/>
                <a:cs typeface="Noto Sans SC" pitchFamily="34" charset="-120"/>
              </a:rPr>
              <a:t>全球视野</a:t>
            </a:r>
            <a:endParaRPr lang="en-US" sz="825" dirty="0"/>
          </a:p>
        </p:txBody>
      </p:sp>
      <p:sp>
        <p:nvSpPr>
          <p:cNvPr id="72" name="SK-11-text-71"/>
          <p:cNvSpPr/>
          <p:nvPr/>
        </p:nvSpPr>
        <p:spPr>
          <a:xfrm>
            <a:off x="8469660" y="3945731"/>
            <a:ext cx="2941290" cy="400050"/>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提供多维度的证据链补充，弥补本地知识库的更新延迟。</a:t>
            </a:r>
            <a:endParaRPr lang="en-US" sz="1050" dirty="0"/>
          </a:p>
        </p:txBody>
      </p:sp>
      <p:sp>
        <p:nvSpPr>
          <p:cNvPr id="73" name="SK-11-text-72"/>
          <p:cNvSpPr/>
          <p:nvPr/>
        </p:nvSpPr>
        <p:spPr>
          <a:xfrm>
            <a:off x="5552182" y="4891088"/>
            <a:ext cx="6263580" cy="333375"/>
          </a:xfrm>
          <a:prstGeom prst="rect">
            <a:avLst/>
          </a:prstGeom>
          <a:noFill/>
          <a:ln/>
        </p:spPr>
        <p:txBody>
          <a:bodyPr wrap="square" lIns="0" tIns="0" rIns="0" bIns="0" rtlCol="0" anchor="ctr" vert="horz"/>
          <a:lstStyle/>
          <a:p>
            <a:pPr indent="0" marL="0">
              <a:lnSpc>
                <a:spcPts val="2025"/>
              </a:lnSpc>
              <a:buNone/>
            </a:pPr>
            <a:r>
              <a:rPr lang="en-US" sz="1350" b="1" dirty="0">
                <a:solidFill>
                  <a:srgbClr val="00F5FF"/>
                </a:solidFill>
                <a:latin typeface="Noto Sans SC" pitchFamily="34" charset="0"/>
                <a:ea typeface="Noto Sans SC" pitchFamily="34" charset="-122"/>
                <a:cs typeface="Noto Sans SC" pitchFamily="34" charset="-120"/>
              </a:rPr>
              <a:t>工程优化与鲁棒性</a:t>
            </a:r>
            <a:endParaRPr lang="en-US" sz="1350" dirty="0"/>
          </a:p>
        </p:txBody>
      </p:sp>
      <p:sp>
        <p:nvSpPr>
          <p:cNvPr id="74" name="SK-11-text-73"/>
          <p:cNvSpPr/>
          <p:nvPr/>
        </p:nvSpPr>
        <p:spPr>
          <a:xfrm>
            <a:off x="5356920" y="5685532"/>
            <a:ext cx="1859161" cy="185738"/>
          </a:xfrm>
          <a:prstGeom prst="rect">
            <a:avLst/>
          </a:prstGeom>
          <a:noFill/>
          <a:ln/>
        </p:spPr>
        <p:txBody>
          <a:bodyPr wrap="square" lIns="0" tIns="0" rIns="0" bIns="0" rtlCol="0" anchor="ctr" vert="horz"/>
          <a:lstStyle/>
          <a:p>
            <a:pPr indent="0" marL="0">
              <a:lnSpc>
                <a:spcPts val="1463"/>
              </a:lnSpc>
              <a:buNone/>
            </a:pPr>
            <a:r>
              <a:rPr lang="en-US" sz="975" b="1" dirty="0">
                <a:solidFill>
                  <a:srgbClr val="FFFFFF"/>
                </a:solidFill>
                <a:latin typeface="Noto Sans SC" pitchFamily="34" charset="0"/>
                <a:ea typeface="Noto Sans SC" pitchFamily="34" charset="-122"/>
                <a:cs typeface="Noto Sans SC" pitchFamily="34" charset="-120"/>
              </a:rPr>
              <a:t>API 加速</a:t>
            </a:r>
            <a:endParaRPr lang="en-US" sz="975" dirty="0"/>
          </a:p>
        </p:txBody>
      </p:sp>
      <p:sp>
        <p:nvSpPr>
          <p:cNvPr id="75" name="SK-11-text-74"/>
          <p:cNvSpPr/>
          <p:nvPr/>
        </p:nvSpPr>
        <p:spPr>
          <a:xfrm>
            <a:off x="5356920" y="5928420"/>
            <a:ext cx="1782961" cy="319980"/>
          </a:xfrm>
          <a:prstGeom prst="rect">
            <a:avLst/>
          </a:prstGeom>
          <a:noFill/>
          <a:ln/>
        </p:spPr>
        <p:txBody>
          <a:bodyPr wrap="square" lIns="0" tIns="0" rIns="0" bIns="0" rtlCol="0" anchor="ctr" vert="horz"/>
          <a:lstStyle/>
          <a:p>
            <a:pPr indent="0" marL="0">
              <a:lnSpc>
                <a:spcPts val="1260"/>
              </a:lnSpc>
              <a:buNone/>
            </a:pPr>
            <a:r>
              <a:rPr lang="en-US" sz="900" dirty="0">
                <a:solidFill>
                  <a:srgbClr val="718096"/>
                </a:solidFill>
                <a:latin typeface="Noto Sans SC" pitchFamily="34" charset="0"/>
                <a:ea typeface="Noto Sans SC" pitchFamily="34" charset="-122"/>
                <a:cs typeface="Noto Sans SC" pitchFamily="34" charset="-120"/>
              </a:rPr>
              <a:t>Key 鉴权提升速率至 10次/秒，保障高并发调用。</a:t>
            </a:r>
            <a:endParaRPr lang="en-US" sz="900" dirty="0"/>
          </a:p>
        </p:txBody>
      </p:sp>
      <p:sp>
        <p:nvSpPr>
          <p:cNvPr id="76" name="SK-11-text-75"/>
          <p:cNvSpPr/>
          <p:nvPr/>
        </p:nvSpPr>
        <p:spPr>
          <a:xfrm>
            <a:off x="7482780" y="5685532"/>
            <a:ext cx="1859310" cy="185738"/>
          </a:xfrm>
          <a:prstGeom prst="rect">
            <a:avLst/>
          </a:prstGeom>
          <a:noFill/>
          <a:ln/>
        </p:spPr>
        <p:txBody>
          <a:bodyPr wrap="square" lIns="0" tIns="0" rIns="0" bIns="0" rtlCol="0" anchor="ctr" vert="horz"/>
          <a:lstStyle/>
          <a:p>
            <a:pPr indent="0" marL="0">
              <a:lnSpc>
                <a:spcPts val="1463"/>
              </a:lnSpc>
              <a:buNone/>
            </a:pPr>
            <a:r>
              <a:rPr lang="en-US" sz="975" b="1" dirty="0">
                <a:solidFill>
                  <a:srgbClr val="FFFFFF"/>
                </a:solidFill>
                <a:latin typeface="Noto Sans SC" pitchFamily="34" charset="0"/>
                <a:ea typeface="Noto Sans SC" pitchFamily="34" charset="-122"/>
                <a:cs typeface="Noto Sans SC" pitchFamily="34" charset="-120"/>
              </a:rPr>
              <a:t>异常降级</a:t>
            </a:r>
            <a:endParaRPr lang="en-US" sz="975" dirty="0"/>
          </a:p>
        </p:txBody>
      </p:sp>
      <p:sp>
        <p:nvSpPr>
          <p:cNvPr id="77" name="SK-11-text-76"/>
          <p:cNvSpPr/>
          <p:nvPr/>
        </p:nvSpPr>
        <p:spPr>
          <a:xfrm>
            <a:off x="7482780" y="5928420"/>
            <a:ext cx="1783110" cy="319980"/>
          </a:xfrm>
          <a:prstGeom prst="rect">
            <a:avLst/>
          </a:prstGeom>
          <a:noFill/>
          <a:ln/>
        </p:spPr>
        <p:txBody>
          <a:bodyPr wrap="square" lIns="0" tIns="0" rIns="0" bIns="0" rtlCol="0" anchor="ctr" vert="horz"/>
          <a:lstStyle/>
          <a:p>
            <a:pPr indent="0" marL="0">
              <a:lnSpc>
                <a:spcPts val="1260"/>
              </a:lnSpc>
              <a:buNone/>
            </a:pPr>
            <a:r>
              <a:rPr lang="en-US" sz="900" dirty="0">
                <a:solidFill>
                  <a:srgbClr val="718096"/>
                </a:solidFill>
                <a:latin typeface="Noto Sans SC" pitchFamily="34" charset="0"/>
                <a:ea typeface="Noto Sans SC" pitchFamily="34" charset="-122"/>
                <a:cs typeface="Noto Sans SC" pitchFamily="34" charset="-120"/>
              </a:rPr>
              <a:t>三层异常处理机制，检索失败时优雅降级。</a:t>
            </a:r>
            <a:endParaRPr lang="en-US" sz="900" dirty="0"/>
          </a:p>
        </p:txBody>
      </p:sp>
      <p:sp>
        <p:nvSpPr>
          <p:cNvPr id="78" name="SK-11-text-77"/>
          <p:cNvSpPr/>
          <p:nvPr/>
        </p:nvSpPr>
        <p:spPr>
          <a:xfrm>
            <a:off x="9608790" y="5685532"/>
            <a:ext cx="1859310" cy="185738"/>
          </a:xfrm>
          <a:prstGeom prst="rect">
            <a:avLst/>
          </a:prstGeom>
          <a:noFill/>
          <a:ln/>
        </p:spPr>
        <p:txBody>
          <a:bodyPr wrap="square" lIns="0" tIns="0" rIns="0" bIns="0" rtlCol="0" anchor="ctr" vert="horz"/>
          <a:lstStyle/>
          <a:p>
            <a:pPr indent="0" marL="0">
              <a:lnSpc>
                <a:spcPts val="1463"/>
              </a:lnSpc>
              <a:buNone/>
            </a:pPr>
            <a:r>
              <a:rPr lang="en-US" sz="975" b="1" dirty="0">
                <a:solidFill>
                  <a:srgbClr val="FFFFFF"/>
                </a:solidFill>
                <a:latin typeface="Noto Sans SC" pitchFamily="34" charset="0"/>
                <a:ea typeface="Noto Sans SC" pitchFamily="34" charset="-122"/>
                <a:cs typeface="Noto Sans SC" pitchFamily="34" charset="-120"/>
              </a:rPr>
              <a:t>深度解析</a:t>
            </a:r>
            <a:endParaRPr lang="en-US" sz="975" dirty="0"/>
          </a:p>
        </p:txBody>
      </p:sp>
      <p:sp>
        <p:nvSpPr>
          <p:cNvPr id="79" name="SK-11-text-78"/>
          <p:cNvSpPr/>
          <p:nvPr/>
        </p:nvSpPr>
        <p:spPr>
          <a:xfrm>
            <a:off x="9608790" y="5928420"/>
            <a:ext cx="1783110" cy="319980"/>
          </a:xfrm>
          <a:prstGeom prst="rect">
            <a:avLst/>
          </a:prstGeom>
          <a:noFill/>
          <a:ln/>
        </p:spPr>
        <p:txBody>
          <a:bodyPr wrap="square" lIns="0" tIns="0" rIns="0" bIns="0" rtlCol="0" anchor="ctr" vert="horz"/>
          <a:lstStyle/>
          <a:p>
            <a:pPr indent="0" marL="0">
              <a:lnSpc>
                <a:spcPts val="1260"/>
              </a:lnSpc>
              <a:buNone/>
            </a:pPr>
            <a:r>
              <a:rPr lang="en-US" sz="900" dirty="0">
                <a:solidFill>
                  <a:srgbClr val="718096"/>
                </a:solidFill>
                <a:latin typeface="Noto Sans SC" pitchFamily="34" charset="0"/>
                <a:ea typeface="Noto Sans SC" pitchFamily="34" charset="-122"/>
                <a:cs typeface="Noto Sans SC" pitchFamily="34" charset="-120"/>
              </a:rPr>
              <a:t>XML 结构化解析，提取摘要、年份与证据类型。</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2-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2-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12-img-3" descr="preencoded.png">    </p:cNvPr>
          <p:cNvPicPr>
            <a:picLocks noChangeAspect="1"/>
          </p:cNvPicPr>
          <p:nvPr/>
        </p:nvPicPr>
        <p:blipFill>
          <a:blip r:embed="rId4"/>
          <a:stretch>
            <a:fillRect/>
          </a:stretch>
        </p:blipFill>
        <p:spPr>
          <a:xfrm>
            <a:off x="571500" y="304800"/>
            <a:ext cx="1962150" cy="238125"/>
          </a:xfrm>
          <a:prstGeom prst="rect">
            <a:avLst/>
          </a:prstGeom>
        </p:spPr>
      </p:pic>
      <p:pic>
        <p:nvPicPr>
          <p:cNvPr id="5" name="SK-12-img-4" descr="preencoded.png">    </p:cNvPr>
          <p:cNvPicPr>
            <a:picLocks noChangeAspect="1"/>
          </p:cNvPicPr>
          <p:nvPr/>
        </p:nvPicPr>
        <p:blipFill>
          <a:blip r:embed="rId5"/>
          <a:stretch>
            <a:fillRect/>
          </a:stretch>
        </p:blipFill>
        <p:spPr>
          <a:xfrm>
            <a:off x="2647950" y="419100"/>
            <a:ext cx="8972550" cy="9525"/>
          </a:xfrm>
          <a:prstGeom prst="rect">
            <a:avLst/>
          </a:prstGeom>
        </p:spPr>
      </p:pic>
      <p:pic>
        <p:nvPicPr>
          <p:cNvPr id="6" name="SK-12-img-5" descr="preencoded.png">    </p:cNvPr>
          <p:cNvPicPr>
            <a:picLocks noChangeAspect="1"/>
          </p:cNvPicPr>
          <p:nvPr/>
        </p:nvPicPr>
        <p:blipFill>
          <a:blip r:embed="rId6"/>
          <a:stretch>
            <a:fillRect/>
          </a:stretch>
        </p:blipFill>
        <p:spPr>
          <a:xfrm>
            <a:off x="571500" y="1314450"/>
            <a:ext cx="38100" cy="38100"/>
          </a:xfrm>
          <a:prstGeom prst="rect">
            <a:avLst/>
          </a:prstGeom>
        </p:spPr>
      </p:pic>
      <p:pic>
        <p:nvPicPr>
          <p:cNvPr id="7" name="SK-12-img-6" descr="preencoded.png">    </p:cNvPr>
          <p:cNvPicPr>
            <a:picLocks noChangeAspect="1"/>
          </p:cNvPicPr>
          <p:nvPr/>
        </p:nvPicPr>
        <p:blipFill>
          <a:blip r:embed="rId7"/>
          <a:stretch>
            <a:fillRect/>
          </a:stretch>
        </p:blipFill>
        <p:spPr>
          <a:xfrm>
            <a:off x="571500" y="1676400"/>
            <a:ext cx="6492180" cy="1543050"/>
          </a:xfrm>
          <a:prstGeom prst="rect">
            <a:avLst/>
          </a:prstGeom>
        </p:spPr>
      </p:pic>
      <p:pic>
        <p:nvPicPr>
          <p:cNvPr id="8" name="SK-12-img-7" descr="preencoded.png">    </p:cNvPr>
          <p:cNvPicPr>
            <a:picLocks noChangeAspect="1"/>
          </p:cNvPicPr>
          <p:nvPr/>
        </p:nvPicPr>
        <p:blipFill>
          <a:blip r:embed="rId8"/>
          <a:stretch>
            <a:fillRect/>
          </a:stretch>
        </p:blipFill>
        <p:spPr>
          <a:xfrm>
            <a:off x="723900" y="1800225"/>
            <a:ext cx="381000" cy="381000"/>
          </a:xfrm>
          <a:prstGeom prst="rect">
            <a:avLst/>
          </a:prstGeom>
        </p:spPr>
      </p:pic>
      <p:pic>
        <p:nvPicPr>
          <p:cNvPr id="9" name="SK-12-img-8" descr="preencoded.png">    </p:cNvPr>
          <p:cNvPicPr>
            <a:picLocks noChangeAspect="1"/>
          </p:cNvPicPr>
          <p:nvPr/>
        </p:nvPicPr>
        <p:blipFill>
          <a:blip r:embed="rId9"/>
          <a:stretch>
            <a:fillRect/>
          </a:stretch>
        </p:blipFill>
        <p:spPr>
          <a:xfrm>
            <a:off x="807244" y="1903065"/>
            <a:ext cx="214313" cy="175320"/>
          </a:xfrm>
          <a:prstGeom prst="rect">
            <a:avLst/>
          </a:prstGeom>
        </p:spPr>
      </p:pic>
      <p:pic>
        <p:nvPicPr>
          <p:cNvPr id="10" name="SK-12-img-9" descr="preencoded.png">    </p:cNvPr>
          <p:cNvPicPr>
            <a:picLocks noChangeAspect="1"/>
          </p:cNvPicPr>
          <p:nvPr/>
        </p:nvPicPr>
        <p:blipFill>
          <a:blip r:embed="rId10"/>
          <a:stretch>
            <a:fillRect/>
          </a:stretch>
        </p:blipFill>
        <p:spPr>
          <a:xfrm>
            <a:off x="723900" y="2800350"/>
            <a:ext cx="809625" cy="242888"/>
          </a:xfrm>
          <a:prstGeom prst="rect">
            <a:avLst/>
          </a:prstGeom>
        </p:spPr>
      </p:pic>
      <p:pic>
        <p:nvPicPr>
          <p:cNvPr id="11" name="SK-12-img-10" descr="preencoded.png">    </p:cNvPr>
          <p:cNvPicPr>
            <a:picLocks noChangeAspect="1"/>
          </p:cNvPicPr>
          <p:nvPr/>
        </p:nvPicPr>
        <p:blipFill>
          <a:blip r:embed="rId11"/>
          <a:stretch>
            <a:fillRect/>
          </a:stretch>
        </p:blipFill>
        <p:spPr>
          <a:xfrm>
            <a:off x="1609725" y="2800350"/>
            <a:ext cx="933450" cy="242888"/>
          </a:xfrm>
          <a:prstGeom prst="rect">
            <a:avLst/>
          </a:prstGeom>
        </p:spPr>
      </p:pic>
      <p:pic>
        <p:nvPicPr>
          <p:cNvPr id="12" name="SK-12-img-11" descr="preencoded.png">    </p:cNvPr>
          <p:cNvPicPr>
            <a:picLocks noChangeAspect="1"/>
          </p:cNvPicPr>
          <p:nvPr/>
        </p:nvPicPr>
        <p:blipFill>
          <a:blip r:embed="rId12"/>
          <a:stretch>
            <a:fillRect/>
          </a:stretch>
        </p:blipFill>
        <p:spPr>
          <a:xfrm>
            <a:off x="2619375" y="2800350"/>
            <a:ext cx="685800" cy="242888"/>
          </a:xfrm>
          <a:prstGeom prst="rect">
            <a:avLst/>
          </a:prstGeom>
        </p:spPr>
      </p:pic>
      <p:pic>
        <p:nvPicPr>
          <p:cNvPr id="13" name="SK-12-img-12" descr="preencoded.png">    </p:cNvPr>
          <p:cNvPicPr>
            <a:picLocks noChangeAspect="1"/>
          </p:cNvPicPr>
          <p:nvPr/>
        </p:nvPicPr>
        <p:blipFill>
          <a:blip r:embed="rId13"/>
          <a:stretch>
            <a:fillRect/>
          </a:stretch>
        </p:blipFill>
        <p:spPr>
          <a:xfrm>
            <a:off x="571500" y="3343275"/>
            <a:ext cx="6492180" cy="1543050"/>
          </a:xfrm>
          <a:prstGeom prst="rect">
            <a:avLst/>
          </a:prstGeom>
        </p:spPr>
      </p:pic>
      <p:pic>
        <p:nvPicPr>
          <p:cNvPr id="14" name="SK-12-img-13" descr="preencoded.png">    </p:cNvPr>
          <p:cNvPicPr>
            <a:picLocks noChangeAspect="1"/>
          </p:cNvPicPr>
          <p:nvPr/>
        </p:nvPicPr>
        <p:blipFill>
          <a:blip r:embed="rId14"/>
          <a:stretch>
            <a:fillRect/>
          </a:stretch>
        </p:blipFill>
        <p:spPr>
          <a:xfrm>
            <a:off x="723900" y="3467100"/>
            <a:ext cx="381000" cy="381000"/>
          </a:xfrm>
          <a:prstGeom prst="rect">
            <a:avLst/>
          </a:prstGeom>
        </p:spPr>
      </p:pic>
      <p:pic>
        <p:nvPicPr>
          <p:cNvPr id="15" name="SK-12-img-14" descr="preencoded.png">    </p:cNvPr>
          <p:cNvPicPr>
            <a:picLocks noChangeAspect="1"/>
          </p:cNvPicPr>
          <p:nvPr/>
        </p:nvPicPr>
        <p:blipFill>
          <a:blip r:embed="rId15"/>
          <a:stretch>
            <a:fillRect/>
          </a:stretch>
        </p:blipFill>
        <p:spPr>
          <a:xfrm>
            <a:off x="807244" y="3569940"/>
            <a:ext cx="214313" cy="175320"/>
          </a:xfrm>
          <a:prstGeom prst="rect">
            <a:avLst/>
          </a:prstGeom>
        </p:spPr>
      </p:pic>
      <p:pic>
        <p:nvPicPr>
          <p:cNvPr id="16" name="SK-12-img-15" descr="preencoded.png">    </p:cNvPr>
          <p:cNvPicPr>
            <a:picLocks noChangeAspect="1"/>
          </p:cNvPicPr>
          <p:nvPr/>
        </p:nvPicPr>
        <p:blipFill>
          <a:blip r:embed="rId16"/>
          <a:stretch>
            <a:fillRect/>
          </a:stretch>
        </p:blipFill>
        <p:spPr>
          <a:xfrm>
            <a:off x="723900" y="4467225"/>
            <a:ext cx="685800" cy="242888"/>
          </a:xfrm>
          <a:prstGeom prst="rect">
            <a:avLst/>
          </a:prstGeom>
        </p:spPr>
      </p:pic>
      <p:pic>
        <p:nvPicPr>
          <p:cNvPr id="17" name="SK-12-img-16" descr="preencoded.png">    </p:cNvPr>
          <p:cNvPicPr>
            <a:picLocks noChangeAspect="1"/>
          </p:cNvPicPr>
          <p:nvPr/>
        </p:nvPicPr>
        <p:blipFill>
          <a:blip r:embed="rId17"/>
          <a:stretch>
            <a:fillRect/>
          </a:stretch>
        </p:blipFill>
        <p:spPr>
          <a:xfrm>
            <a:off x="1485900" y="4467225"/>
            <a:ext cx="685800" cy="242888"/>
          </a:xfrm>
          <a:prstGeom prst="rect">
            <a:avLst/>
          </a:prstGeom>
        </p:spPr>
      </p:pic>
      <p:pic>
        <p:nvPicPr>
          <p:cNvPr id="18" name="SK-12-img-17" descr="preencoded.png">    </p:cNvPr>
          <p:cNvPicPr>
            <a:picLocks noChangeAspect="1"/>
          </p:cNvPicPr>
          <p:nvPr/>
        </p:nvPicPr>
        <p:blipFill>
          <a:blip r:embed="rId18"/>
          <a:stretch>
            <a:fillRect/>
          </a:stretch>
        </p:blipFill>
        <p:spPr>
          <a:xfrm>
            <a:off x="2247900" y="4467225"/>
            <a:ext cx="685800" cy="242888"/>
          </a:xfrm>
          <a:prstGeom prst="rect">
            <a:avLst/>
          </a:prstGeom>
        </p:spPr>
      </p:pic>
      <p:pic>
        <p:nvPicPr>
          <p:cNvPr id="19" name="SK-12-img-18" descr="preencoded.png">    </p:cNvPr>
          <p:cNvPicPr>
            <a:picLocks noChangeAspect="1"/>
          </p:cNvPicPr>
          <p:nvPr/>
        </p:nvPicPr>
        <p:blipFill>
          <a:blip r:embed="rId19"/>
          <a:stretch>
            <a:fillRect/>
          </a:stretch>
        </p:blipFill>
        <p:spPr>
          <a:xfrm>
            <a:off x="571500" y="5010150"/>
            <a:ext cx="6492180" cy="1543050"/>
          </a:xfrm>
          <a:prstGeom prst="rect">
            <a:avLst/>
          </a:prstGeom>
        </p:spPr>
      </p:pic>
      <p:pic>
        <p:nvPicPr>
          <p:cNvPr id="20" name="SK-12-img-19" descr="preencoded.png">    </p:cNvPr>
          <p:cNvPicPr>
            <a:picLocks noChangeAspect="1"/>
          </p:cNvPicPr>
          <p:nvPr/>
        </p:nvPicPr>
        <p:blipFill>
          <a:blip r:embed="rId20"/>
          <a:stretch>
            <a:fillRect/>
          </a:stretch>
        </p:blipFill>
        <p:spPr>
          <a:xfrm>
            <a:off x="723900" y="5133975"/>
            <a:ext cx="381000" cy="381000"/>
          </a:xfrm>
          <a:prstGeom prst="rect">
            <a:avLst/>
          </a:prstGeom>
        </p:spPr>
      </p:pic>
      <p:pic>
        <p:nvPicPr>
          <p:cNvPr id="21" name="SK-12-img-20" descr="preencoded.png">    </p:cNvPr>
          <p:cNvPicPr>
            <a:picLocks noChangeAspect="1"/>
          </p:cNvPicPr>
          <p:nvPr/>
        </p:nvPicPr>
        <p:blipFill>
          <a:blip r:embed="rId21"/>
          <a:stretch>
            <a:fillRect/>
          </a:stretch>
        </p:blipFill>
        <p:spPr>
          <a:xfrm>
            <a:off x="807244" y="5236815"/>
            <a:ext cx="214313" cy="175320"/>
          </a:xfrm>
          <a:prstGeom prst="rect">
            <a:avLst/>
          </a:prstGeom>
        </p:spPr>
      </p:pic>
      <p:pic>
        <p:nvPicPr>
          <p:cNvPr id="22" name="SK-12-img-21" descr="preencoded.png">    </p:cNvPr>
          <p:cNvPicPr>
            <a:picLocks noChangeAspect="1"/>
          </p:cNvPicPr>
          <p:nvPr/>
        </p:nvPicPr>
        <p:blipFill>
          <a:blip r:embed="rId22"/>
          <a:stretch>
            <a:fillRect/>
          </a:stretch>
        </p:blipFill>
        <p:spPr>
          <a:xfrm>
            <a:off x="723900" y="6134100"/>
            <a:ext cx="685800" cy="242888"/>
          </a:xfrm>
          <a:prstGeom prst="rect">
            <a:avLst/>
          </a:prstGeom>
        </p:spPr>
      </p:pic>
      <p:pic>
        <p:nvPicPr>
          <p:cNvPr id="23" name="SK-12-img-22" descr="preencoded.png">    </p:cNvPr>
          <p:cNvPicPr>
            <a:picLocks noChangeAspect="1"/>
          </p:cNvPicPr>
          <p:nvPr/>
        </p:nvPicPr>
        <p:blipFill>
          <a:blip r:embed="rId23"/>
          <a:stretch>
            <a:fillRect/>
          </a:stretch>
        </p:blipFill>
        <p:spPr>
          <a:xfrm>
            <a:off x="1485900" y="6134100"/>
            <a:ext cx="685800" cy="242888"/>
          </a:xfrm>
          <a:prstGeom prst="rect">
            <a:avLst/>
          </a:prstGeom>
        </p:spPr>
      </p:pic>
      <p:pic>
        <p:nvPicPr>
          <p:cNvPr id="24" name="SK-12-img-23" descr="preencoded.png">    </p:cNvPr>
          <p:cNvPicPr>
            <a:picLocks noChangeAspect="1"/>
          </p:cNvPicPr>
          <p:nvPr/>
        </p:nvPicPr>
        <p:blipFill>
          <a:blip r:embed="rId24"/>
          <a:stretch>
            <a:fillRect/>
          </a:stretch>
        </p:blipFill>
        <p:spPr>
          <a:xfrm>
            <a:off x="2247900" y="6134100"/>
            <a:ext cx="685800" cy="242888"/>
          </a:xfrm>
          <a:prstGeom prst="rect">
            <a:avLst/>
          </a:prstGeom>
        </p:spPr>
      </p:pic>
      <p:pic>
        <p:nvPicPr>
          <p:cNvPr id="25" name="SK-12-img-24" descr="preencoded.png">    </p:cNvPr>
          <p:cNvPicPr>
            <a:picLocks noChangeAspect="1"/>
          </p:cNvPicPr>
          <p:nvPr/>
        </p:nvPicPr>
        <p:blipFill>
          <a:blip r:embed="rId25"/>
          <a:stretch>
            <a:fillRect/>
          </a:stretch>
        </p:blipFill>
        <p:spPr>
          <a:xfrm>
            <a:off x="7292280" y="1676400"/>
            <a:ext cx="4328220" cy="4876800"/>
          </a:xfrm>
          <a:prstGeom prst="rect">
            <a:avLst/>
          </a:prstGeom>
        </p:spPr>
      </p:pic>
      <p:pic>
        <p:nvPicPr>
          <p:cNvPr id="26" name="SK-12-img-25" descr="preencoded.png">    </p:cNvPr>
          <p:cNvPicPr>
            <a:picLocks noChangeAspect="1"/>
          </p:cNvPicPr>
          <p:nvPr/>
        </p:nvPicPr>
        <p:blipFill>
          <a:blip r:embed="rId26"/>
          <a:stretch>
            <a:fillRect/>
          </a:stretch>
        </p:blipFill>
        <p:spPr>
          <a:xfrm>
            <a:off x="7520880" y="1905000"/>
            <a:ext cx="3871020" cy="314325"/>
          </a:xfrm>
          <a:prstGeom prst="rect">
            <a:avLst/>
          </a:prstGeom>
        </p:spPr>
      </p:pic>
      <p:pic>
        <p:nvPicPr>
          <p:cNvPr id="27" name="SK-12-img-26" descr="preencoded.png">    </p:cNvPr>
          <p:cNvPicPr>
            <a:picLocks noChangeAspect="1"/>
          </p:cNvPicPr>
          <p:nvPr/>
        </p:nvPicPr>
        <p:blipFill>
          <a:blip r:embed="rId27"/>
          <a:stretch>
            <a:fillRect/>
          </a:stretch>
        </p:blipFill>
        <p:spPr>
          <a:xfrm>
            <a:off x="7520880" y="2447925"/>
            <a:ext cx="214313" cy="175320"/>
          </a:xfrm>
          <a:prstGeom prst="rect">
            <a:avLst/>
          </a:prstGeom>
        </p:spPr>
      </p:pic>
      <p:pic>
        <p:nvPicPr>
          <p:cNvPr id="28" name="SK-12-img-27" descr="preencoded.png">    </p:cNvPr>
          <p:cNvPicPr>
            <a:picLocks noChangeAspect="1"/>
          </p:cNvPicPr>
          <p:nvPr/>
        </p:nvPicPr>
        <p:blipFill>
          <a:blip r:embed="rId28"/>
          <a:stretch>
            <a:fillRect/>
          </a:stretch>
        </p:blipFill>
        <p:spPr>
          <a:xfrm>
            <a:off x="7520880" y="3081338"/>
            <a:ext cx="214313" cy="175320"/>
          </a:xfrm>
          <a:prstGeom prst="rect">
            <a:avLst/>
          </a:prstGeom>
        </p:spPr>
      </p:pic>
      <p:pic>
        <p:nvPicPr>
          <p:cNvPr id="29" name="SK-12-img-28" descr="preencoded.png">    </p:cNvPr>
          <p:cNvPicPr>
            <a:picLocks noChangeAspect="1"/>
          </p:cNvPicPr>
          <p:nvPr/>
        </p:nvPicPr>
        <p:blipFill>
          <a:blip r:embed="rId29"/>
          <a:stretch>
            <a:fillRect/>
          </a:stretch>
        </p:blipFill>
        <p:spPr>
          <a:xfrm>
            <a:off x="7520880" y="3714750"/>
            <a:ext cx="214313" cy="175320"/>
          </a:xfrm>
          <a:prstGeom prst="rect">
            <a:avLst/>
          </a:prstGeom>
        </p:spPr>
      </p:pic>
      <p:pic>
        <p:nvPicPr>
          <p:cNvPr id="30" name="SK-12-img-29" descr="preencoded.png">    </p:cNvPr>
          <p:cNvPicPr>
            <a:picLocks noChangeAspect="1"/>
          </p:cNvPicPr>
          <p:nvPr/>
        </p:nvPicPr>
        <p:blipFill>
          <a:blip r:embed="rId30"/>
          <a:stretch>
            <a:fillRect/>
          </a:stretch>
        </p:blipFill>
        <p:spPr>
          <a:xfrm>
            <a:off x="7520880" y="4348163"/>
            <a:ext cx="3871020" cy="1714500"/>
          </a:xfrm>
          <a:prstGeom prst="rect">
            <a:avLst/>
          </a:prstGeom>
        </p:spPr>
      </p:pic>
      <p:pic>
        <p:nvPicPr>
          <p:cNvPr id="31" name="SK-12-img-30" descr="preencoded.png">    </p:cNvPr>
          <p:cNvPicPr>
            <a:picLocks noChangeAspect="1"/>
          </p:cNvPicPr>
          <p:nvPr/>
        </p:nvPicPr>
        <p:blipFill>
          <a:blip r:embed="rId31"/>
          <a:stretch>
            <a:fillRect/>
          </a:stretch>
        </p:blipFill>
        <p:spPr>
          <a:xfrm>
            <a:off x="7635180" y="4462463"/>
            <a:ext cx="3642420" cy="152400"/>
          </a:xfrm>
          <a:prstGeom prst="rect">
            <a:avLst/>
          </a:prstGeom>
        </p:spPr>
      </p:pic>
      <p:pic>
        <p:nvPicPr>
          <p:cNvPr id="32" name="SK-12-img-31" descr="preencoded.png">    </p:cNvPr>
          <p:cNvPicPr>
            <a:picLocks noChangeAspect="1"/>
          </p:cNvPicPr>
          <p:nvPr/>
        </p:nvPicPr>
        <p:blipFill>
          <a:blip r:embed="rId32"/>
          <a:stretch>
            <a:fillRect/>
          </a:stretch>
        </p:blipFill>
        <p:spPr>
          <a:xfrm>
            <a:off x="7635180" y="4462463"/>
            <a:ext cx="76200" cy="76200"/>
          </a:xfrm>
          <a:prstGeom prst="rect">
            <a:avLst/>
          </a:prstGeom>
        </p:spPr>
      </p:pic>
      <p:pic>
        <p:nvPicPr>
          <p:cNvPr id="33" name="SK-12-img-32" descr="preencoded.png">    </p:cNvPr>
          <p:cNvPicPr>
            <a:picLocks noChangeAspect="1"/>
          </p:cNvPicPr>
          <p:nvPr/>
        </p:nvPicPr>
        <p:blipFill>
          <a:blip r:embed="rId33"/>
          <a:stretch>
            <a:fillRect/>
          </a:stretch>
        </p:blipFill>
        <p:spPr>
          <a:xfrm>
            <a:off x="7768530" y="4462463"/>
            <a:ext cx="76200" cy="76200"/>
          </a:xfrm>
          <a:prstGeom prst="rect">
            <a:avLst/>
          </a:prstGeom>
        </p:spPr>
      </p:pic>
      <p:pic>
        <p:nvPicPr>
          <p:cNvPr id="34" name="SK-12-img-33" descr="preencoded.png">    </p:cNvPr>
          <p:cNvPicPr>
            <a:picLocks noChangeAspect="1"/>
          </p:cNvPicPr>
          <p:nvPr/>
        </p:nvPicPr>
        <p:blipFill>
          <a:blip r:embed="rId34"/>
          <a:stretch>
            <a:fillRect/>
          </a:stretch>
        </p:blipFill>
        <p:spPr>
          <a:xfrm>
            <a:off x="7901880" y="4462463"/>
            <a:ext cx="76200" cy="76200"/>
          </a:xfrm>
          <a:prstGeom prst="rect">
            <a:avLst/>
          </a:prstGeom>
        </p:spPr>
      </p:pic>
      <p:pic>
        <p:nvPicPr>
          <p:cNvPr id="35" name="SK-12-img-34" descr="preencoded.png">    </p:cNvPr>
          <p:cNvPicPr>
            <a:picLocks noChangeAspect="1"/>
          </p:cNvPicPr>
          <p:nvPr/>
        </p:nvPicPr>
        <p:blipFill>
          <a:blip r:embed="rId35"/>
          <a:stretch>
            <a:fillRect/>
          </a:stretch>
        </p:blipFill>
        <p:spPr>
          <a:xfrm>
            <a:off x="7635180" y="5700713"/>
            <a:ext cx="3642420" cy="247650"/>
          </a:xfrm>
          <a:prstGeom prst="rect">
            <a:avLst/>
          </a:prstGeom>
        </p:spPr>
      </p:pic>
      <p:pic>
        <p:nvPicPr>
          <p:cNvPr id="36" name="SK-12-img-35" descr="preencoded.png">    </p:cNvPr>
          <p:cNvPicPr>
            <a:picLocks noChangeAspect="1"/>
          </p:cNvPicPr>
          <p:nvPr/>
        </p:nvPicPr>
        <p:blipFill>
          <a:blip r:embed="rId36"/>
          <a:stretch>
            <a:fillRect/>
          </a:stretch>
        </p:blipFill>
        <p:spPr>
          <a:xfrm>
            <a:off x="7635180" y="5812185"/>
            <a:ext cx="142875" cy="114300"/>
          </a:xfrm>
          <a:prstGeom prst="rect">
            <a:avLst/>
          </a:prstGeom>
        </p:spPr>
      </p:pic>
      <p:sp>
        <p:nvSpPr>
          <p:cNvPr id="37" name="SK-12-text-36"/>
          <p:cNvSpPr/>
          <p:nvPr/>
        </p:nvSpPr>
        <p:spPr>
          <a:xfrm>
            <a:off x="647700" y="30480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08</a:t>
            </a:r>
            <a:endParaRPr lang="en-US" sz="1050" dirty="0"/>
          </a:p>
        </p:txBody>
      </p:sp>
      <p:sp>
        <p:nvSpPr>
          <p:cNvPr id="38" name="SK-12-text-37"/>
          <p:cNvSpPr/>
          <p:nvPr/>
        </p:nvSpPr>
        <p:spPr>
          <a:xfrm>
            <a:off x="571500" y="6191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模块八：代码辅助开发</a:t>
            </a:r>
            <a:endParaRPr lang="en-US" sz="2550" dirty="0"/>
          </a:p>
        </p:txBody>
      </p:sp>
      <p:sp>
        <p:nvSpPr>
          <p:cNvPr id="39" name="SK-12-text-38"/>
          <p:cNvSpPr/>
          <p:nvPr/>
        </p:nvSpPr>
        <p:spPr>
          <a:xfrm>
            <a:off x="685800" y="12192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提供代码实操案例生成、执行沙箱及错误诊断，培养医学生在临床数据分析方面的编程素养。</a:t>
            </a:r>
            <a:endParaRPr lang="en-US" sz="1200" dirty="0"/>
          </a:p>
        </p:txBody>
      </p:sp>
      <p:sp>
        <p:nvSpPr>
          <p:cNvPr id="40" name="SK-12-text-39"/>
          <p:cNvSpPr/>
          <p:nvPr/>
        </p:nvSpPr>
        <p:spPr>
          <a:xfrm>
            <a:off x="1219200" y="1847850"/>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智能实操案例生成</a:t>
            </a:r>
            <a:endParaRPr lang="en-US" sz="1500" dirty="0"/>
          </a:p>
        </p:txBody>
      </p:sp>
      <p:sp>
        <p:nvSpPr>
          <p:cNvPr id="41" name="SK-12-text-40"/>
          <p:cNvSpPr/>
          <p:nvPr/>
        </p:nvSpPr>
        <p:spPr>
          <a:xfrm>
            <a:off x="723900" y="2276475"/>
            <a:ext cx="6187380"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共享多智能体协同推理管道，结合 8 维度画像与医学知识库，生成高度适配学生水平的个性化编程实践任务。</a:t>
            </a:r>
            <a:endParaRPr lang="en-US" sz="1125" dirty="0"/>
          </a:p>
        </p:txBody>
      </p:sp>
      <p:sp>
        <p:nvSpPr>
          <p:cNvPr id="42" name="SK-12-text-41"/>
          <p:cNvSpPr/>
          <p:nvPr/>
        </p:nvSpPr>
        <p:spPr>
          <a:xfrm>
            <a:off x="819150" y="2800350"/>
            <a:ext cx="1023097" cy="242888"/>
          </a:xfrm>
          <a:prstGeom prst="rect">
            <a:avLst/>
          </a:prstGeom>
          <a:noFill/>
          <a:ln/>
        </p:spPr>
        <p:txBody>
          <a:bodyPr wrap="square" lIns="0" tIns="0" rIns="0" bIns="0" rtlCol="0" anchor="ctr" vert="horz"/>
          <a:lstStyle/>
          <a:p>
            <a:pPr indent="0" marL="0">
              <a:lnSpc>
                <a:spcPts val="1463"/>
              </a:lnSpc>
              <a:buNone/>
            </a:pPr>
            <a:r>
              <a:rPr lang="en-US" sz="975" dirty="0">
                <a:solidFill>
                  <a:srgbClr val="7B61FF"/>
                </a:solidFill>
                <a:latin typeface="Noto Sans SC" pitchFamily="34" charset="0"/>
                <a:ea typeface="Noto Sans SC" pitchFamily="34" charset="-122"/>
                <a:cs typeface="Noto Sans SC" pitchFamily="34" charset="-120"/>
              </a:rPr>
              <a:t>难度自适应</a:t>
            </a:r>
            <a:endParaRPr lang="en-US" sz="975" dirty="0"/>
          </a:p>
        </p:txBody>
      </p:sp>
      <p:sp>
        <p:nvSpPr>
          <p:cNvPr id="43" name="SK-12-text-42"/>
          <p:cNvSpPr/>
          <p:nvPr/>
        </p:nvSpPr>
        <p:spPr>
          <a:xfrm>
            <a:off x="1704975" y="2800350"/>
            <a:ext cx="1258855" cy="242888"/>
          </a:xfrm>
          <a:prstGeom prst="rect">
            <a:avLst/>
          </a:prstGeom>
          <a:noFill/>
          <a:ln/>
        </p:spPr>
        <p:txBody>
          <a:bodyPr wrap="square" lIns="0" tIns="0" rIns="0" bIns="0" rtlCol="0" anchor="ctr" vert="horz"/>
          <a:lstStyle/>
          <a:p>
            <a:pPr indent="0" marL="0">
              <a:lnSpc>
                <a:spcPts val="1463"/>
              </a:lnSpc>
              <a:buNone/>
            </a:pPr>
            <a:r>
              <a:rPr lang="en-US" sz="975" dirty="0">
                <a:solidFill>
                  <a:srgbClr val="7B61FF"/>
                </a:solidFill>
                <a:latin typeface="Noto Sans SC" pitchFamily="34" charset="0"/>
                <a:ea typeface="Noto Sans SC" pitchFamily="34" charset="-122"/>
                <a:cs typeface="Noto Sans SC" pitchFamily="34" charset="-120"/>
              </a:rPr>
              <a:t>临床场景模拟</a:t>
            </a:r>
            <a:endParaRPr lang="en-US" sz="975" dirty="0"/>
          </a:p>
        </p:txBody>
      </p:sp>
      <p:sp>
        <p:nvSpPr>
          <p:cNvPr id="44" name="SK-12-text-43"/>
          <p:cNvSpPr/>
          <p:nvPr/>
        </p:nvSpPr>
        <p:spPr>
          <a:xfrm>
            <a:off x="2714625" y="2800350"/>
            <a:ext cx="791633" cy="242888"/>
          </a:xfrm>
          <a:prstGeom prst="rect">
            <a:avLst/>
          </a:prstGeom>
          <a:noFill/>
          <a:ln/>
        </p:spPr>
        <p:txBody>
          <a:bodyPr wrap="square" lIns="0" tIns="0" rIns="0" bIns="0" rtlCol="0" anchor="ctr" vert="horz"/>
          <a:lstStyle/>
          <a:p>
            <a:pPr indent="0" marL="0">
              <a:lnSpc>
                <a:spcPts val="1463"/>
              </a:lnSpc>
              <a:buNone/>
            </a:pPr>
            <a:r>
              <a:rPr lang="en-US" sz="975" dirty="0">
                <a:solidFill>
                  <a:srgbClr val="7B61FF"/>
                </a:solidFill>
                <a:latin typeface="Noto Sans SC" pitchFamily="34" charset="0"/>
                <a:ea typeface="Noto Sans SC" pitchFamily="34" charset="-122"/>
                <a:cs typeface="Noto Sans SC" pitchFamily="34" charset="-120"/>
              </a:rPr>
              <a:t>数据驱动</a:t>
            </a:r>
            <a:endParaRPr lang="en-US" sz="975" dirty="0"/>
          </a:p>
        </p:txBody>
      </p:sp>
      <p:sp>
        <p:nvSpPr>
          <p:cNvPr id="45" name="SK-12-text-44"/>
          <p:cNvSpPr/>
          <p:nvPr/>
        </p:nvSpPr>
        <p:spPr>
          <a:xfrm>
            <a:off x="1219200" y="3514725"/>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在线执行沙箱接口</a:t>
            </a:r>
            <a:endParaRPr lang="en-US" sz="1500" dirty="0"/>
          </a:p>
        </p:txBody>
      </p:sp>
      <p:sp>
        <p:nvSpPr>
          <p:cNvPr id="46" name="SK-12-text-45"/>
          <p:cNvSpPr/>
          <p:nvPr/>
        </p:nvSpPr>
        <p:spPr>
          <a:xfrm>
            <a:off x="723900" y="3943350"/>
            <a:ext cx="6187380"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提供隔离的安全代码执行环境，支持医学数据处理库（Pandas, NumPy, Scikit-learn）的即时运行与可视化调试。</a:t>
            </a:r>
            <a:endParaRPr lang="en-US" sz="1125" dirty="0"/>
          </a:p>
        </p:txBody>
      </p:sp>
      <p:sp>
        <p:nvSpPr>
          <p:cNvPr id="47" name="SK-12-text-46"/>
          <p:cNvSpPr/>
          <p:nvPr/>
        </p:nvSpPr>
        <p:spPr>
          <a:xfrm>
            <a:off x="819150" y="4467225"/>
            <a:ext cx="791633" cy="242888"/>
          </a:xfrm>
          <a:prstGeom prst="rect">
            <a:avLst/>
          </a:prstGeom>
          <a:noFill/>
          <a:ln/>
        </p:spPr>
        <p:txBody>
          <a:bodyPr wrap="square" lIns="0" tIns="0" rIns="0" bIns="0" rtlCol="0" anchor="ctr" vert="horz"/>
          <a:lstStyle/>
          <a:p>
            <a:pPr indent="0" marL="0">
              <a:lnSpc>
                <a:spcPts val="1463"/>
              </a:lnSpc>
              <a:buNone/>
            </a:pPr>
            <a:r>
              <a:rPr lang="en-US" sz="975" dirty="0">
                <a:solidFill>
                  <a:srgbClr val="7B61FF"/>
                </a:solidFill>
                <a:latin typeface="Noto Sans SC" pitchFamily="34" charset="0"/>
                <a:ea typeface="Noto Sans SC" pitchFamily="34" charset="-122"/>
                <a:cs typeface="Noto Sans SC" pitchFamily="34" charset="-120"/>
              </a:rPr>
              <a:t>实时回显</a:t>
            </a:r>
            <a:endParaRPr lang="en-US" sz="975" dirty="0"/>
          </a:p>
        </p:txBody>
      </p:sp>
      <p:sp>
        <p:nvSpPr>
          <p:cNvPr id="48" name="SK-12-text-47"/>
          <p:cNvSpPr/>
          <p:nvPr/>
        </p:nvSpPr>
        <p:spPr>
          <a:xfrm>
            <a:off x="1581150" y="4467225"/>
            <a:ext cx="791633" cy="242888"/>
          </a:xfrm>
          <a:prstGeom prst="rect">
            <a:avLst/>
          </a:prstGeom>
          <a:noFill/>
          <a:ln/>
        </p:spPr>
        <p:txBody>
          <a:bodyPr wrap="square" lIns="0" tIns="0" rIns="0" bIns="0" rtlCol="0" anchor="ctr" vert="horz"/>
          <a:lstStyle/>
          <a:p>
            <a:pPr indent="0" marL="0">
              <a:lnSpc>
                <a:spcPts val="1463"/>
              </a:lnSpc>
              <a:buNone/>
            </a:pPr>
            <a:r>
              <a:rPr lang="en-US" sz="975" dirty="0">
                <a:solidFill>
                  <a:srgbClr val="7B61FF"/>
                </a:solidFill>
                <a:latin typeface="Noto Sans SC" pitchFamily="34" charset="0"/>
                <a:ea typeface="Noto Sans SC" pitchFamily="34" charset="-122"/>
                <a:cs typeface="Noto Sans SC" pitchFamily="34" charset="-120"/>
              </a:rPr>
              <a:t>安全沙箱</a:t>
            </a:r>
            <a:endParaRPr lang="en-US" sz="975" dirty="0"/>
          </a:p>
        </p:txBody>
      </p:sp>
      <p:sp>
        <p:nvSpPr>
          <p:cNvPr id="49" name="SK-12-text-48"/>
          <p:cNvSpPr/>
          <p:nvPr/>
        </p:nvSpPr>
        <p:spPr>
          <a:xfrm>
            <a:off x="2343150" y="4467225"/>
            <a:ext cx="791633" cy="242888"/>
          </a:xfrm>
          <a:prstGeom prst="rect">
            <a:avLst/>
          </a:prstGeom>
          <a:noFill/>
          <a:ln/>
        </p:spPr>
        <p:txBody>
          <a:bodyPr wrap="square" lIns="0" tIns="0" rIns="0" bIns="0" rtlCol="0" anchor="ctr" vert="horz"/>
          <a:lstStyle/>
          <a:p>
            <a:pPr indent="0" marL="0">
              <a:lnSpc>
                <a:spcPts val="1463"/>
              </a:lnSpc>
              <a:buNone/>
            </a:pPr>
            <a:r>
              <a:rPr lang="en-US" sz="975" dirty="0">
                <a:solidFill>
                  <a:srgbClr val="7B61FF"/>
                </a:solidFill>
                <a:latin typeface="Noto Sans SC" pitchFamily="34" charset="0"/>
                <a:ea typeface="Noto Sans SC" pitchFamily="34" charset="-122"/>
                <a:cs typeface="Noto Sans SC" pitchFamily="34" charset="-120"/>
              </a:rPr>
              <a:t>环境预置</a:t>
            </a:r>
            <a:endParaRPr lang="en-US" sz="975" dirty="0"/>
          </a:p>
        </p:txBody>
      </p:sp>
      <p:sp>
        <p:nvSpPr>
          <p:cNvPr id="50" name="SK-12-text-49"/>
          <p:cNvSpPr/>
          <p:nvPr/>
        </p:nvSpPr>
        <p:spPr>
          <a:xfrm>
            <a:off x="1219200" y="5181600"/>
            <a:ext cx="34480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AI 编程辅助与诊断</a:t>
            </a:r>
            <a:endParaRPr lang="en-US" sz="1500" dirty="0"/>
          </a:p>
        </p:txBody>
      </p:sp>
      <p:sp>
        <p:nvSpPr>
          <p:cNvPr id="51" name="SK-12-text-50"/>
          <p:cNvSpPr/>
          <p:nvPr/>
        </p:nvSpPr>
        <p:spPr>
          <a:xfrm>
            <a:off x="723900" y="5610225"/>
            <a:ext cx="6187380"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针对医学编程中的逻辑错误与专业性偏差，提供代码补全、错误根因分析及符合医学统计规范的优化建议。</a:t>
            </a:r>
            <a:endParaRPr lang="en-US" sz="1125" dirty="0"/>
          </a:p>
        </p:txBody>
      </p:sp>
      <p:sp>
        <p:nvSpPr>
          <p:cNvPr id="52" name="SK-12-text-51"/>
          <p:cNvSpPr/>
          <p:nvPr/>
        </p:nvSpPr>
        <p:spPr>
          <a:xfrm>
            <a:off x="819150" y="6134100"/>
            <a:ext cx="791633" cy="242888"/>
          </a:xfrm>
          <a:prstGeom prst="rect">
            <a:avLst/>
          </a:prstGeom>
          <a:noFill/>
          <a:ln/>
        </p:spPr>
        <p:txBody>
          <a:bodyPr wrap="square" lIns="0" tIns="0" rIns="0" bIns="0" rtlCol="0" anchor="ctr" vert="horz"/>
          <a:lstStyle/>
          <a:p>
            <a:pPr indent="0" marL="0">
              <a:lnSpc>
                <a:spcPts val="1463"/>
              </a:lnSpc>
              <a:buNone/>
            </a:pPr>
            <a:r>
              <a:rPr lang="en-US" sz="975" dirty="0">
                <a:solidFill>
                  <a:srgbClr val="7B61FF"/>
                </a:solidFill>
                <a:latin typeface="Noto Sans SC" pitchFamily="34" charset="0"/>
                <a:ea typeface="Noto Sans SC" pitchFamily="34" charset="-122"/>
                <a:cs typeface="Noto Sans SC" pitchFamily="34" charset="-120"/>
              </a:rPr>
              <a:t>逻辑校验</a:t>
            </a:r>
            <a:endParaRPr lang="en-US" sz="975" dirty="0"/>
          </a:p>
        </p:txBody>
      </p:sp>
      <p:sp>
        <p:nvSpPr>
          <p:cNvPr id="53" name="SK-12-text-52"/>
          <p:cNvSpPr/>
          <p:nvPr/>
        </p:nvSpPr>
        <p:spPr>
          <a:xfrm>
            <a:off x="1581150" y="6134100"/>
            <a:ext cx="791633" cy="242888"/>
          </a:xfrm>
          <a:prstGeom prst="rect">
            <a:avLst/>
          </a:prstGeom>
          <a:noFill/>
          <a:ln/>
        </p:spPr>
        <p:txBody>
          <a:bodyPr wrap="square" lIns="0" tIns="0" rIns="0" bIns="0" rtlCol="0" anchor="ctr" vert="horz"/>
          <a:lstStyle/>
          <a:p>
            <a:pPr indent="0" marL="0">
              <a:lnSpc>
                <a:spcPts val="1463"/>
              </a:lnSpc>
              <a:buNone/>
            </a:pPr>
            <a:r>
              <a:rPr lang="en-US" sz="975" dirty="0">
                <a:solidFill>
                  <a:srgbClr val="7B61FF"/>
                </a:solidFill>
                <a:latin typeface="Noto Sans SC" pitchFamily="34" charset="0"/>
                <a:ea typeface="Noto Sans SC" pitchFamily="34" charset="-122"/>
                <a:cs typeface="Noto Sans SC" pitchFamily="34" charset="-120"/>
              </a:rPr>
              <a:t>性能优化</a:t>
            </a:r>
            <a:endParaRPr lang="en-US" sz="975" dirty="0"/>
          </a:p>
        </p:txBody>
      </p:sp>
      <p:sp>
        <p:nvSpPr>
          <p:cNvPr id="54" name="SK-12-text-53"/>
          <p:cNvSpPr/>
          <p:nvPr/>
        </p:nvSpPr>
        <p:spPr>
          <a:xfrm>
            <a:off x="2343150" y="6134100"/>
            <a:ext cx="791633" cy="242888"/>
          </a:xfrm>
          <a:prstGeom prst="rect">
            <a:avLst/>
          </a:prstGeom>
          <a:noFill/>
          <a:ln/>
        </p:spPr>
        <p:txBody>
          <a:bodyPr wrap="square" lIns="0" tIns="0" rIns="0" bIns="0" rtlCol="0" anchor="ctr" vert="horz"/>
          <a:lstStyle/>
          <a:p>
            <a:pPr indent="0" marL="0">
              <a:lnSpc>
                <a:spcPts val="1463"/>
              </a:lnSpc>
              <a:buNone/>
            </a:pPr>
            <a:r>
              <a:rPr lang="en-US" sz="975" dirty="0">
                <a:solidFill>
                  <a:srgbClr val="7B61FF"/>
                </a:solidFill>
                <a:latin typeface="Noto Sans SC" pitchFamily="34" charset="0"/>
                <a:ea typeface="Noto Sans SC" pitchFamily="34" charset="-122"/>
                <a:cs typeface="Noto Sans SC" pitchFamily="34" charset="-120"/>
              </a:rPr>
              <a:t>注释增强</a:t>
            </a:r>
            <a:endParaRPr lang="en-US" sz="975" dirty="0"/>
          </a:p>
        </p:txBody>
      </p:sp>
      <p:sp>
        <p:nvSpPr>
          <p:cNvPr id="55" name="SK-12-text-54"/>
          <p:cNvSpPr/>
          <p:nvPr/>
        </p:nvSpPr>
        <p:spPr>
          <a:xfrm>
            <a:off x="7635180" y="1905000"/>
            <a:ext cx="4172027" cy="314325"/>
          </a:xfrm>
          <a:prstGeom prst="rect">
            <a:avLst/>
          </a:prstGeom>
          <a:noFill/>
          <a:ln/>
        </p:spPr>
        <p:txBody>
          <a:bodyPr wrap="square" lIns="0" tIns="0" rIns="0" bIns="0" rtlCol="0" anchor="ctr" vert="horz"/>
          <a:lstStyle/>
          <a:p>
            <a:pPr indent="0" marL="0">
              <a:lnSpc>
                <a:spcPts val="2475"/>
              </a:lnSpc>
              <a:buNone/>
            </a:pPr>
            <a:r>
              <a:rPr lang="en-US" sz="1650" b="1" dirty="0">
                <a:solidFill>
                  <a:srgbClr val="00F5FF"/>
                </a:solidFill>
                <a:latin typeface="Noto Sans SC" pitchFamily="34" charset="0"/>
                <a:ea typeface="Noto Sans SC" pitchFamily="34" charset="-122"/>
                <a:cs typeface="Noto Sans SC" pitchFamily="34" charset="-120"/>
              </a:rPr>
              <a:t>面向医学生的深度赋能</a:t>
            </a:r>
            <a:endParaRPr lang="en-US" sz="1650" dirty="0"/>
          </a:p>
        </p:txBody>
      </p:sp>
      <p:sp>
        <p:nvSpPr>
          <p:cNvPr id="56" name="SK-12-text-55"/>
          <p:cNvSpPr/>
          <p:nvPr/>
        </p:nvSpPr>
        <p:spPr>
          <a:xfrm>
            <a:off x="7887593" y="2409825"/>
            <a:ext cx="3348038"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医学数据分析编程</a:t>
            </a:r>
            <a:endParaRPr lang="en-US" sz="1275" dirty="0"/>
          </a:p>
        </p:txBody>
      </p:sp>
      <p:sp>
        <p:nvSpPr>
          <p:cNvPr id="57" name="SK-12-text-56"/>
          <p:cNvSpPr/>
          <p:nvPr/>
        </p:nvSpPr>
        <p:spPr>
          <a:xfrm>
            <a:off x="7887593" y="2690813"/>
            <a:ext cx="4304407" cy="200025"/>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对脑卒中患者 NIHSS 评分进行趋势分析与相关性研究。</a:t>
            </a:r>
            <a:endParaRPr lang="en-US" sz="1050" dirty="0"/>
          </a:p>
        </p:txBody>
      </p:sp>
      <p:sp>
        <p:nvSpPr>
          <p:cNvPr id="58" name="SK-12-text-57"/>
          <p:cNvSpPr/>
          <p:nvPr/>
        </p:nvSpPr>
        <p:spPr>
          <a:xfrm>
            <a:off x="7887593" y="3043238"/>
            <a:ext cx="354806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临床决策支持代码</a:t>
            </a:r>
            <a:endParaRPr lang="en-US" sz="1275" dirty="0"/>
          </a:p>
        </p:txBody>
      </p:sp>
      <p:sp>
        <p:nvSpPr>
          <p:cNvPr id="59" name="SK-12-text-58"/>
          <p:cNvSpPr/>
          <p:nvPr/>
        </p:nvSpPr>
        <p:spPr>
          <a:xfrm>
            <a:off x="7887593" y="3324225"/>
            <a:ext cx="4304407" cy="200025"/>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基于临床指南逻辑编写自动化的 ASPECTS 评分辅助工具。</a:t>
            </a:r>
            <a:endParaRPr lang="en-US" sz="1050" dirty="0"/>
          </a:p>
        </p:txBody>
      </p:sp>
      <p:sp>
        <p:nvSpPr>
          <p:cNvPr id="60" name="SK-12-text-59"/>
          <p:cNvSpPr/>
          <p:nvPr/>
        </p:nvSpPr>
        <p:spPr>
          <a:xfrm>
            <a:off x="7887593" y="3676650"/>
            <a:ext cx="2881313"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医学 AI 模型实操</a:t>
            </a:r>
            <a:endParaRPr lang="en-US" sz="1275" dirty="0"/>
          </a:p>
        </p:txBody>
      </p:sp>
      <p:sp>
        <p:nvSpPr>
          <p:cNvPr id="61" name="SK-12-text-60"/>
          <p:cNvSpPr/>
          <p:nvPr/>
        </p:nvSpPr>
        <p:spPr>
          <a:xfrm>
            <a:off x="7887593" y="3957638"/>
            <a:ext cx="4304407" cy="200025"/>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体验简单的医学影像分类模型调用与预测流程。</a:t>
            </a:r>
            <a:endParaRPr lang="en-US" sz="1050" dirty="0"/>
          </a:p>
        </p:txBody>
      </p:sp>
      <p:sp>
        <p:nvSpPr>
          <p:cNvPr id="62" name="SK-12-text-61"/>
          <p:cNvSpPr/>
          <p:nvPr/>
        </p:nvSpPr>
        <p:spPr>
          <a:xfrm>
            <a:off x="7635180" y="4710113"/>
            <a:ext cx="3642420" cy="173236"/>
          </a:xfrm>
          <a:prstGeom prst="rect">
            <a:avLst/>
          </a:prstGeom>
          <a:noFill/>
          <a:ln/>
        </p:spPr>
        <p:txBody>
          <a:bodyPr wrap="square" lIns="0" tIns="0" rIns="0" bIns="0" rtlCol="0" anchor="ctr" vert="horz"/>
          <a:lstStyle/>
          <a:p>
            <a:pPr indent="0" marL="0">
              <a:lnSpc>
                <a:spcPts val="1365"/>
              </a:lnSpc>
              <a:buNone/>
            </a:pPr>
            <a:r>
              <a:rPr lang="en-US" sz="975" dirty="0">
                <a:solidFill>
                  <a:srgbClr val="C678DD"/>
                </a:solidFill>
              </a:rPr>
              <a:t>import</a:t>
            </a:r>
            <a:pPr indent="0" marL="0">
              <a:lnSpc>
                <a:spcPts val="1365"/>
              </a:lnSpc>
              <a:buNone/>
            </a:pPr>
            <a:r>
              <a:rPr lang="en-US" sz="975" dirty="0">
                <a:solidFill>
                  <a:srgbClr val="DCDCDC"/>
                </a:solidFill>
              </a:rPr>
              <a:t> pandas </a:t>
            </a:r>
            <a:pPr indent="0" marL="0">
              <a:lnSpc>
                <a:spcPts val="1365"/>
              </a:lnSpc>
              <a:buNone/>
            </a:pPr>
            <a:r>
              <a:rPr lang="en-US" sz="975" dirty="0">
                <a:solidFill>
                  <a:srgbClr val="C678DD"/>
                </a:solidFill>
              </a:rPr>
              <a:t>as</a:t>
            </a:r>
            <a:pPr indent="0" marL="0">
              <a:lnSpc>
                <a:spcPts val="1365"/>
              </a:lnSpc>
              <a:buNone/>
            </a:pPr>
            <a:r>
              <a:rPr lang="en-US" sz="975" dirty="0">
                <a:solidFill>
                  <a:srgbClr val="DCDCDC"/>
                </a:solidFill>
              </a:rPr>
              <a:t> pd</a:t>
            </a:r>
            <a:endParaRPr lang="en-US" sz="975" dirty="0"/>
          </a:p>
        </p:txBody>
      </p:sp>
      <p:sp>
        <p:nvSpPr>
          <p:cNvPr id="63" name="SK-12-text-62"/>
          <p:cNvSpPr/>
          <p:nvPr/>
        </p:nvSpPr>
        <p:spPr>
          <a:xfrm>
            <a:off x="7635180" y="4892873"/>
            <a:ext cx="3493770" cy="152400"/>
          </a:xfrm>
          <a:prstGeom prst="rect">
            <a:avLst/>
          </a:prstGeom>
          <a:noFill/>
          <a:ln/>
        </p:spPr>
        <p:txBody>
          <a:bodyPr wrap="square" lIns="0" tIns="0" rIns="0" bIns="0" rtlCol="0" anchor="ctr" vert="horz"/>
          <a:lstStyle/>
          <a:p>
            <a:pPr indent="0" marL="0">
              <a:lnSpc>
                <a:spcPts val="1365"/>
              </a:lnSpc>
              <a:buNone/>
            </a:pPr>
            <a:r>
              <a:rPr lang="en-US" sz="975" dirty="0">
                <a:solidFill>
                  <a:srgbClr val="5C6370"/>
                </a:solidFill>
              </a:rPr>
              <a:t># 计算患者平均 NIHSS 评分</a:t>
            </a:r>
            <a:endParaRPr lang="en-US" sz="975" dirty="0"/>
          </a:p>
        </p:txBody>
      </p:sp>
      <p:sp>
        <p:nvSpPr>
          <p:cNvPr id="64" name="SK-12-text-63"/>
          <p:cNvSpPr/>
          <p:nvPr/>
        </p:nvSpPr>
        <p:spPr>
          <a:xfrm>
            <a:off x="7635180" y="5056584"/>
            <a:ext cx="4556820" cy="173236"/>
          </a:xfrm>
          <a:prstGeom prst="rect">
            <a:avLst/>
          </a:prstGeom>
          <a:noFill/>
          <a:ln/>
        </p:spPr>
        <p:txBody>
          <a:bodyPr wrap="square" lIns="0" tIns="0" rIns="0" bIns="0" rtlCol="0" anchor="ctr" vert="horz"/>
          <a:lstStyle/>
          <a:p>
            <a:pPr indent="0" marL="0">
              <a:lnSpc>
                <a:spcPts val="1365"/>
              </a:lnSpc>
              <a:buNone/>
            </a:pPr>
            <a:r>
              <a:rPr lang="en-US" sz="975" dirty="0">
                <a:solidFill>
                  <a:srgbClr val="DCDCDC"/>
                </a:solidFill>
              </a:rPr>
              <a:t>df = pd.</a:t>
            </a:r>
            <a:pPr indent="0" marL="0">
              <a:lnSpc>
                <a:spcPts val="1365"/>
              </a:lnSpc>
              <a:buNone/>
            </a:pPr>
            <a:r>
              <a:rPr lang="en-US" sz="975" dirty="0">
                <a:solidFill>
                  <a:srgbClr val="61AFEF"/>
                </a:solidFill>
              </a:rPr>
              <a:t>read_csv</a:t>
            </a:r>
            <a:pPr indent="0" marL="0">
              <a:lnSpc>
                <a:spcPts val="1365"/>
              </a:lnSpc>
              <a:buNone/>
            </a:pPr>
            <a:r>
              <a:rPr lang="en-US" sz="975" dirty="0">
                <a:solidFill>
                  <a:srgbClr val="DCDCDC"/>
                </a:solidFill>
              </a:rPr>
              <a:t>(</a:t>
            </a:r>
            <a:pPr indent="0" marL="0">
              <a:lnSpc>
                <a:spcPts val="1365"/>
              </a:lnSpc>
              <a:buNone/>
            </a:pPr>
            <a:r>
              <a:rPr lang="en-US" sz="975" dirty="0">
                <a:solidFill>
                  <a:srgbClr val="98C379"/>
                </a:solidFill>
              </a:rPr>
              <a:t>"stroke_data.csv"</a:t>
            </a:r>
            <a:pPr indent="0" marL="0">
              <a:lnSpc>
                <a:spcPts val="1365"/>
              </a:lnSpc>
              <a:buNone/>
            </a:pPr>
            <a:r>
              <a:rPr lang="en-US" sz="975" dirty="0">
                <a:solidFill>
                  <a:srgbClr val="DCDCDC"/>
                </a:solidFill>
              </a:rPr>
              <a:t>)</a:t>
            </a:r>
            <a:endParaRPr lang="en-US" sz="975" dirty="0"/>
          </a:p>
        </p:txBody>
      </p:sp>
      <p:sp>
        <p:nvSpPr>
          <p:cNvPr id="65" name="SK-12-text-64"/>
          <p:cNvSpPr/>
          <p:nvPr/>
        </p:nvSpPr>
        <p:spPr>
          <a:xfrm>
            <a:off x="7635180" y="5229820"/>
            <a:ext cx="4457700" cy="173236"/>
          </a:xfrm>
          <a:prstGeom prst="rect">
            <a:avLst/>
          </a:prstGeom>
          <a:noFill/>
          <a:ln/>
        </p:spPr>
        <p:txBody>
          <a:bodyPr wrap="square" lIns="0" tIns="0" rIns="0" bIns="0" rtlCol="0" anchor="ctr" vert="horz"/>
          <a:lstStyle/>
          <a:p>
            <a:pPr indent="0" marL="0">
              <a:lnSpc>
                <a:spcPts val="1365"/>
              </a:lnSpc>
              <a:buNone/>
            </a:pPr>
            <a:r>
              <a:rPr lang="en-US" sz="975" dirty="0">
                <a:solidFill>
                  <a:srgbClr val="DCDCDC"/>
                </a:solidFill>
              </a:rPr>
              <a:t>avg_score = df[</a:t>
            </a:r>
            <a:pPr indent="0" marL="0">
              <a:lnSpc>
                <a:spcPts val="1365"/>
              </a:lnSpc>
              <a:buNone/>
            </a:pPr>
            <a:r>
              <a:rPr lang="en-US" sz="975" dirty="0">
                <a:solidFill>
                  <a:srgbClr val="98C379"/>
                </a:solidFill>
              </a:rPr>
              <a:t>'nihss'</a:t>
            </a:r>
            <a:pPr indent="0" marL="0">
              <a:lnSpc>
                <a:spcPts val="1365"/>
              </a:lnSpc>
              <a:buNone/>
            </a:pPr>
            <a:r>
              <a:rPr lang="en-US" sz="975" dirty="0">
                <a:solidFill>
                  <a:srgbClr val="DCDCDC"/>
                </a:solidFill>
              </a:rPr>
              <a:t>].</a:t>
            </a:r>
            <a:pPr indent="0" marL="0">
              <a:lnSpc>
                <a:spcPts val="1365"/>
              </a:lnSpc>
              <a:buNone/>
            </a:pPr>
            <a:r>
              <a:rPr lang="en-US" sz="975" dirty="0">
                <a:solidFill>
                  <a:srgbClr val="61AFEF"/>
                </a:solidFill>
              </a:rPr>
              <a:t>mean</a:t>
            </a:r>
            <a:pPr indent="0" marL="0">
              <a:lnSpc>
                <a:spcPts val="1365"/>
              </a:lnSpc>
              <a:buNone/>
            </a:pPr>
            <a:r>
              <a:rPr lang="en-US" sz="975" dirty="0">
                <a:solidFill>
                  <a:srgbClr val="DCDCDC"/>
                </a:solidFill>
              </a:rPr>
              <a:t>()</a:t>
            </a:r>
            <a:endParaRPr lang="en-US" sz="975" dirty="0"/>
          </a:p>
        </p:txBody>
      </p:sp>
      <p:sp>
        <p:nvSpPr>
          <p:cNvPr id="66" name="SK-12-text-65"/>
          <p:cNvSpPr/>
          <p:nvPr/>
        </p:nvSpPr>
        <p:spPr>
          <a:xfrm>
            <a:off x="7635180" y="5403056"/>
            <a:ext cx="4556820" cy="173236"/>
          </a:xfrm>
          <a:prstGeom prst="rect">
            <a:avLst/>
          </a:prstGeom>
          <a:noFill/>
          <a:ln/>
        </p:spPr>
        <p:txBody>
          <a:bodyPr wrap="square" lIns="0" tIns="0" rIns="0" bIns="0" rtlCol="0" anchor="ctr" vert="horz"/>
          <a:lstStyle/>
          <a:p>
            <a:pPr indent="0" marL="0">
              <a:lnSpc>
                <a:spcPts val="1365"/>
              </a:lnSpc>
              <a:buNone/>
            </a:pPr>
            <a:r>
              <a:rPr lang="en-US" sz="975" dirty="0">
                <a:solidFill>
                  <a:srgbClr val="61AFEF"/>
                </a:solidFill>
              </a:rPr>
              <a:t>print</a:t>
            </a:r>
            <a:pPr indent="0" marL="0">
              <a:lnSpc>
                <a:spcPts val="1365"/>
              </a:lnSpc>
              <a:buNone/>
            </a:pPr>
            <a:r>
              <a:rPr lang="en-US" sz="975" dirty="0">
                <a:solidFill>
                  <a:srgbClr val="DCDCDC"/>
                </a:solidFill>
              </a:rPr>
              <a:t>(</a:t>
            </a:r>
            <a:pPr indent="0" marL="0">
              <a:lnSpc>
                <a:spcPts val="1365"/>
              </a:lnSpc>
              <a:buNone/>
            </a:pPr>
            <a:r>
              <a:rPr lang="en-US" sz="975" dirty="0">
                <a:solidFill>
                  <a:srgbClr val="98C379"/>
                </a:solidFill>
              </a:rPr>
              <a:t>f"平均评分: {avg_score:.2f}"</a:t>
            </a:r>
            <a:pPr indent="0" marL="0">
              <a:lnSpc>
                <a:spcPts val="1365"/>
              </a:lnSpc>
              <a:buNone/>
            </a:pPr>
            <a:r>
              <a:rPr lang="en-US" sz="975" dirty="0">
                <a:solidFill>
                  <a:srgbClr val="DCDCDC"/>
                </a:solidFill>
              </a:rPr>
              <a:t>)</a:t>
            </a:r>
            <a:endParaRPr lang="en-US" sz="975" dirty="0"/>
          </a:p>
        </p:txBody>
      </p:sp>
      <p:sp>
        <p:nvSpPr>
          <p:cNvPr id="67" name="SK-12-text-66"/>
          <p:cNvSpPr/>
          <p:nvPr/>
        </p:nvSpPr>
        <p:spPr>
          <a:xfrm>
            <a:off x="7778055" y="5700713"/>
            <a:ext cx="4413945" cy="247650"/>
          </a:xfrm>
          <a:prstGeom prst="rect">
            <a:avLst/>
          </a:prstGeom>
          <a:noFill/>
          <a:ln/>
        </p:spPr>
        <p:txBody>
          <a:bodyPr wrap="square" lIns="0" tIns="0" rIns="0" bIns="0" rtlCol="0" anchor="ctr" vert="horz"/>
          <a:lstStyle/>
          <a:p>
            <a:pPr indent="0" marL="0">
              <a:lnSpc>
                <a:spcPts val="1350"/>
              </a:lnSpc>
              <a:buNone/>
            </a:pPr>
            <a:r>
              <a:rPr lang="en-US" sz="900" dirty="0">
                <a:solidFill>
                  <a:srgbClr val="48BB78"/>
                </a:solidFill>
              </a:rPr>
              <a:t> Output: 平均评分: 14.25 (Execution Success)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3-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3-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13-img-3" descr="preencoded.png">    </p:cNvPr>
          <p:cNvPicPr>
            <a:picLocks noChangeAspect="1"/>
          </p:cNvPicPr>
          <p:nvPr/>
        </p:nvPicPr>
        <p:blipFill>
          <a:blip r:embed="rId4"/>
          <a:stretch>
            <a:fillRect/>
          </a:stretch>
        </p:blipFill>
        <p:spPr>
          <a:xfrm>
            <a:off x="571500" y="304800"/>
            <a:ext cx="1962150" cy="238125"/>
          </a:xfrm>
          <a:prstGeom prst="rect">
            <a:avLst/>
          </a:prstGeom>
        </p:spPr>
      </p:pic>
      <p:pic>
        <p:nvPicPr>
          <p:cNvPr id="5" name="SK-13-img-4" descr="preencoded.png">    </p:cNvPr>
          <p:cNvPicPr>
            <a:picLocks noChangeAspect="1"/>
          </p:cNvPicPr>
          <p:nvPr/>
        </p:nvPicPr>
        <p:blipFill>
          <a:blip r:embed="rId5"/>
          <a:stretch>
            <a:fillRect/>
          </a:stretch>
        </p:blipFill>
        <p:spPr>
          <a:xfrm>
            <a:off x="2647950" y="419100"/>
            <a:ext cx="8972550" cy="9525"/>
          </a:xfrm>
          <a:prstGeom prst="rect">
            <a:avLst/>
          </a:prstGeom>
        </p:spPr>
      </p:pic>
      <p:pic>
        <p:nvPicPr>
          <p:cNvPr id="6" name="SK-13-img-5" descr="preencoded.png">    </p:cNvPr>
          <p:cNvPicPr>
            <a:picLocks noChangeAspect="1"/>
          </p:cNvPicPr>
          <p:nvPr/>
        </p:nvPicPr>
        <p:blipFill>
          <a:blip r:embed="rId6"/>
          <a:stretch>
            <a:fillRect/>
          </a:stretch>
        </p:blipFill>
        <p:spPr>
          <a:xfrm>
            <a:off x="571500" y="1314450"/>
            <a:ext cx="38100" cy="38100"/>
          </a:xfrm>
          <a:prstGeom prst="rect">
            <a:avLst/>
          </a:prstGeom>
        </p:spPr>
      </p:pic>
      <p:pic>
        <p:nvPicPr>
          <p:cNvPr id="7" name="SK-13-img-6" descr="preencoded.png">    </p:cNvPr>
          <p:cNvPicPr>
            <a:picLocks noChangeAspect="1"/>
          </p:cNvPicPr>
          <p:nvPr/>
        </p:nvPicPr>
        <p:blipFill>
          <a:blip r:embed="rId7"/>
          <a:stretch>
            <a:fillRect/>
          </a:stretch>
        </p:blipFill>
        <p:spPr>
          <a:xfrm>
            <a:off x="571500" y="1600200"/>
            <a:ext cx="4267200" cy="1549450"/>
          </a:xfrm>
          <a:prstGeom prst="rect">
            <a:avLst/>
          </a:prstGeom>
        </p:spPr>
      </p:pic>
      <p:pic>
        <p:nvPicPr>
          <p:cNvPr id="8" name="SK-13-img-7" descr="preencoded.png">    </p:cNvPr>
          <p:cNvPicPr>
            <a:picLocks noChangeAspect="1"/>
          </p:cNvPicPr>
          <p:nvPr/>
        </p:nvPicPr>
        <p:blipFill>
          <a:blip r:embed="rId8"/>
          <a:stretch>
            <a:fillRect/>
          </a:stretch>
        </p:blipFill>
        <p:spPr>
          <a:xfrm>
            <a:off x="762000" y="1854845"/>
            <a:ext cx="304800" cy="228600"/>
          </a:xfrm>
          <a:prstGeom prst="rect">
            <a:avLst/>
          </a:prstGeom>
        </p:spPr>
      </p:pic>
      <p:pic>
        <p:nvPicPr>
          <p:cNvPr id="9" name="SK-13-img-8" descr="preencoded.png">    </p:cNvPr>
          <p:cNvPicPr>
            <a:picLocks noChangeAspect="1"/>
          </p:cNvPicPr>
          <p:nvPr/>
        </p:nvPicPr>
        <p:blipFill>
          <a:blip r:embed="rId9"/>
          <a:stretch>
            <a:fillRect/>
          </a:stretch>
        </p:blipFill>
        <p:spPr>
          <a:xfrm>
            <a:off x="762000" y="2675781"/>
            <a:ext cx="657225" cy="247650"/>
          </a:xfrm>
          <a:prstGeom prst="rect">
            <a:avLst/>
          </a:prstGeom>
        </p:spPr>
      </p:pic>
      <p:pic>
        <p:nvPicPr>
          <p:cNvPr id="10" name="SK-13-img-9" descr="preencoded.png">    </p:cNvPr>
          <p:cNvPicPr>
            <a:picLocks noChangeAspect="1"/>
          </p:cNvPicPr>
          <p:nvPr/>
        </p:nvPicPr>
        <p:blipFill>
          <a:blip r:embed="rId10"/>
          <a:stretch>
            <a:fillRect/>
          </a:stretch>
        </p:blipFill>
        <p:spPr>
          <a:xfrm>
            <a:off x="1495425" y="2675781"/>
            <a:ext cx="723900" cy="247650"/>
          </a:xfrm>
          <a:prstGeom prst="rect">
            <a:avLst/>
          </a:prstGeom>
        </p:spPr>
      </p:pic>
      <p:pic>
        <p:nvPicPr>
          <p:cNvPr id="11" name="SK-13-img-10" descr="preencoded.png">    </p:cNvPr>
          <p:cNvPicPr>
            <a:picLocks noChangeAspect="1"/>
          </p:cNvPicPr>
          <p:nvPr/>
        </p:nvPicPr>
        <p:blipFill>
          <a:blip r:embed="rId11"/>
          <a:stretch>
            <a:fillRect/>
          </a:stretch>
        </p:blipFill>
        <p:spPr>
          <a:xfrm>
            <a:off x="2295525" y="2675781"/>
            <a:ext cx="523875" cy="247650"/>
          </a:xfrm>
          <a:prstGeom prst="rect">
            <a:avLst/>
          </a:prstGeom>
        </p:spPr>
      </p:pic>
      <p:pic>
        <p:nvPicPr>
          <p:cNvPr id="12" name="SK-13-img-11" descr="preencoded.png">    </p:cNvPr>
          <p:cNvPicPr>
            <a:picLocks noChangeAspect="1"/>
          </p:cNvPicPr>
          <p:nvPr/>
        </p:nvPicPr>
        <p:blipFill>
          <a:blip r:embed="rId12"/>
          <a:stretch>
            <a:fillRect/>
          </a:stretch>
        </p:blipFill>
        <p:spPr>
          <a:xfrm>
            <a:off x="2895600" y="2675781"/>
            <a:ext cx="523875" cy="247650"/>
          </a:xfrm>
          <a:prstGeom prst="rect">
            <a:avLst/>
          </a:prstGeom>
        </p:spPr>
      </p:pic>
      <p:pic>
        <p:nvPicPr>
          <p:cNvPr id="13" name="SK-13-img-12" descr="preencoded.png">    </p:cNvPr>
          <p:cNvPicPr>
            <a:picLocks noChangeAspect="1"/>
          </p:cNvPicPr>
          <p:nvPr/>
        </p:nvPicPr>
        <p:blipFill>
          <a:blip r:embed="rId13"/>
          <a:stretch>
            <a:fillRect/>
          </a:stretch>
        </p:blipFill>
        <p:spPr>
          <a:xfrm>
            <a:off x="571500" y="3302050"/>
            <a:ext cx="4267200" cy="1549450"/>
          </a:xfrm>
          <a:prstGeom prst="rect">
            <a:avLst/>
          </a:prstGeom>
        </p:spPr>
      </p:pic>
      <p:pic>
        <p:nvPicPr>
          <p:cNvPr id="14" name="SK-13-img-13" descr="preencoded.png">    </p:cNvPr>
          <p:cNvPicPr>
            <a:picLocks noChangeAspect="1"/>
          </p:cNvPicPr>
          <p:nvPr/>
        </p:nvPicPr>
        <p:blipFill>
          <a:blip r:embed="rId14"/>
          <a:stretch>
            <a:fillRect/>
          </a:stretch>
        </p:blipFill>
        <p:spPr>
          <a:xfrm>
            <a:off x="762000" y="3556695"/>
            <a:ext cx="304800" cy="228600"/>
          </a:xfrm>
          <a:prstGeom prst="rect">
            <a:avLst/>
          </a:prstGeom>
        </p:spPr>
      </p:pic>
      <p:pic>
        <p:nvPicPr>
          <p:cNvPr id="15" name="SK-13-img-14" descr="preencoded.png">    </p:cNvPr>
          <p:cNvPicPr>
            <a:picLocks noChangeAspect="1"/>
          </p:cNvPicPr>
          <p:nvPr/>
        </p:nvPicPr>
        <p:blipFill>
          <a:blip r:embed="rId15"/>
          <a:stretch>
            <a:fillRect/>
          </a:stretch>
        </p:blipFill>
        <p:spPr>
          <a:xfrm>
            <a:off x="762000" y="4377630"/>
            <a:ext cx="657225" cy="247650"/>
          </a:xfrm>
          <a:prstGeom prst="rect">
            <a:avLst/>
          </a:prstGeom>
        </p:spPr>
      </p:pic>
      <p:pic>
        <p:nvPicPr>
          <p:cNvPr id="16" name="SK-13-img-15" descr="preencoded.png">    </p:cNvPr>
          <p:cNvPicPr>
            <a:picLocks noChangeAspect="1"/>
          </p:cNvPicPr>
          <p:nvPr/>
        </p:nvPicPr>
        <p:blipFill>
          <a:blip r:embed="rId16"/>
          <a:stretch>
            <a:fillRect/>
          </a:stretch>
        </p:blipFill>
        <p:spPr>
          <a:xfrm>
            <a:off x="1495425" y="4377630"/>
            <a:ext cx="1190625" cy="247650"/>
          </a:xfrm>
          <a:prstGeom prst="rect">
            <a:avLst/>
          </a:prstGeom>
        </p:spPr>
      </p:pic>
      <p:pic>
        <p:nvPicPr>
          <p:cNvPr id="17" name="SK-13-img-16" descr="preencoded.png">    </p:cNvPr>
          <p:cNvPicPr>
            <a:picLocks noChangeAspect="1"/>
          </p:cNvPicPr>
          <p:nvPr/>
        </p:nvPicPr>
        <p:blipFill>
          <a:blip r:embed="rId17"/>
          <a:stretch>
            <a:fillRect/>
          </a:stretch>
        </p:blipFill>
        <p:spPr>
          <a:xfrm>
            <a:off x="2762250" y="4377630"/>
            <a:ext cx="523875" cy="247650"/>
          </a:xfrm>
          <a:prstGeom prst="rect">
            <a:avLst/>
          </a:prstGeom>
        </p:spPr>
      </p:pic>
      <p:pic>
        <p:nvPicPr>
          <p:cNvPr id="18" name="SK-13-img-17" descr="preencoded.png">    </p:cNvPr>
          <p:cNvPicPr>
            <a:picLocks noChangeAspect="1"/>
          </p:cNvPicPr>
          <p:nvPr/>
        </p:nvPicPr>
        <p:blipFill>
          <a:blip r:embed="rId18"/>
          <a:stretch>
            <a:fillRect/>
          </a:stretch>
        </p:blipFill>
        <p:spPr>
          <a:xfrm>
            <a:off x="3362325" y="4377630"/>
            <a:ext cx="790575" cy="247650"/>
          </a:xfrm>
          <a:prstGeom prst="rect">
            <a:avLst/>
          </a:prstGeom>
        </p:spPr>
      </p:pic>
      <p:pic>
        <p:nvPicPr>
          <p:cNvPr id="19" name="SK-13-img-18" descr="preencoded.png">    </p:cNvPr>
          <p:cNvPicPr>
            <a:picLocks noChangeAspect="1"/>
          </p:cNvPicPr>
          <p:nvPr/>
        </p:nvPicPr>
        <p:blipFill>
          <a:blip r:embed="rId19"/>
          <a:stretch>
            <a:fillRect/>
          </a:stretch>
        </p:blipFill>
        <p:spPr>
          <a:xfrm>
            <a:off x="571500" y="5003899"/>
            <a:ext cx="4267200" cy="1549450"/>
          </a:xfrm>
          <a:prstGeom prst="rect">
            <a:avLst/>
          </a:prstGeom>
        </p:spPr>
      </p:pic>
      <p:pic>
        <p:nvPicPr>
          <p:cNvPr id="20" name="SK-13-img-19" descr="preencoded.png">    </p:cNvPr>
          <p:cNvPicPr>
            <a:picLocks noChangeAspect="1"/>
          </p:cNvPicPr>
          <p:nvPr/>
        </p:nvPicPr>
        <p:blipFill>
          <a:blip r:embed="rId20"/>
          <a:stretch>
            <a:fillRect/>
          </a:stretch>
        </p:blipFill>
        <p:spPr>
          <a:xfrm>
            <a:off x="762000" y="5258544"/>
            <a:ext cx="304800" cy="228600"/>
          </a:xfrm>
          <a:prstGeom prst="rect">
            <a:avLst/>
          </a:prstGeom>
        </p:spPr>
      </p:pic>
      <p:pic>
        <p:nvPicPr>
          <p:cNvPr id="21" name="SK-13-img-20" descr="preencoded.png">    </p:cNvPr>
          <p:cNvPicPr>
            <a:picLocks noChangeAspect="1"/>
          </p:cNvPicPr>
          <p:nvPr/>
        </p:nvPicPr>
        <p:blipFill>
          <a:blip r:embed="rId21"/>
          <a:stretch>
            <a:fillRect/>
          </a:stretch>
        </p:blipFill>
        <p:spPr>
          <a:xfrm>
            <a:off x="762000" y="6079480"/>
            <a:ext cx="923925" cy="247650"/>
          </a:xfrm>
          <a:prstGeom prst="rect">
            <a:avLst/>
          </a:prstGeom>
        </p:spPr>
      </p:pic>
      <p:pic>
        <p:nvPicPr>
          <p:cNvPr id="22" name="SK-13-img-21" descr="preencoded.png">    </p:cNvPr>
          <p:cNvPicPr>
            <a:picLocks noChangeAspect="1"/>
          </p:cNvPicPr>
          <p:nvPr/>
        </p:nvPicPr>
        <p:blipFill>
          <a:blip r:embed="rId22"/>
          <a:stretch>
            <a:fillRect/>
          </a:stretch>
        </p:blipFill>
        <p:spPr>
          <a:xfrm>
            <a:off x="1762125" y="6079480"/>
            <a:ext cx="657225" cy="247650"/>
          </a:xfrm>
          <a:prstGeom prst="rect">
            <a:avLst/>
          </a:prstGeom>
        </p:spPr>
      </p:pic>
      <p:pic>
        <p:nvPicPr>
          <p:cNvPr id="23" name="SK-13-img-22" descr="preencoded.png">    </p:cNvPr>
          <p:cNvPicPr>
            <a:picLocks noChangeAspect="1"/>
          </p:cNvPicPr>
          <p:nvPr/>
        </p:nvPicPr>
        <p:blipFill>
          <a:blip r:embed="rId23"/>
          <a:stretch>
            <a:fillRect/>
          </a:stretch>
        </p:blipFill>
        <p:spPr>
          <a:xfrm>
            <a:off x="2495550" y="6079480"/>
            <a:ext cx="790575" cy="247650"/>
          </a:xfrm>
          <a:prstGeom prst="rect">
            <a:avLst/>
          </a:prstGeom>
        </p:spPr>
      </p:pic>
      <p:pic>
        <p:nvPicPr>
          <p:cNvPr id="24" name="SK-13-img-23" descr="preencoded.png">    </p:cNvPr>
          <p:cNvPicPr>
            <a:picLocks noChangeAspect="1"/>
          </p:cNvPicPr>
          <p:nvPr/>
        </p:nvPicPr>
        <p:blipFill>
          <a:blip r:embed="rId24"/>
          <a:stretch>
            <a:fillRect/>
          </a:stretch>
        </p:blipFill>
        <p:spPr>
          <a:xfrm>
            <a:off x="3362325" y="6079480"/>
            <a:ext cx="723900" cy="247650"/>
          </a:xfrm>
          <a:prstGeom prst="rect">
            <a:avLst/>
          </a:prstGeom>
        </p:spPr>
      </p:pic>
      <p:pic>
        <p:nvPicPr>
          <p:cNvPr id="25" name="SK-13-img-24" descr="preencoded.png">    </p:cNvPr>
          <p:cNvPicPr>
            <a:picLocks noChangeAspect="1"/>
          </p:cNvPicPr>
          <p:nvPr/>
        </p:nvPicPr>
        <p:blipFill>
          <a:blip r:embed="rId25"/>
          <a:stretch>
            <a:fillRect/>
          </a:stretch>
        </p:blipFill>
        <p:spPr>
          <a:xfrm>
            <a:off x="5219700" y="2019151"/>
            <a:ext cx="261937" cy="213420"/>
          </a:xfrm>
          <a:prstGeom prst="rect">
            <a:avLst/>
          </a:prstGeom>
        </p:spPr>
      </p:pic>
      <p:pic>
        <p:nvPicPr>
          <p:cNvPr id="26" name="SK-13-img-25" descr="preencoded.png">    </p:cNvPr>
          <p:cNvPicPr>
            <a:picLocks noChangeAspect="1"/>
          </p:cNvPicPr>
          <p:nvPr/>
        </p:nvPicPr>
        <p:blipFill>
          <a:blip r:embed="rId26"/>
          <a:stretch>
            <a:fillRect/>
          </a:stretch>
        </p:blipFill>
        <p:spPr>
          <a:xfrm>
            <a:off x="5219700" y="2492573"/>
            <a:ext cx="3124200" cy="856059"/>
          </a:xfrm>
          <a:prstGeom prst="rect">
            <a:avLst/>
          </a:prstGeom>
        </p:spPr>
      </p:pic>
      <p:pic>
        <p:nvPicPr>
          <p:cNvPr id="27" name="SK-13-img-26" descr="preencoded.png">    </p:cNvPr>
          <p:cNvPicPr>
            <a:picLocks noChangeAspect="1"/>
          </p:cNvPicPr>
          <p:nvPr/>
        </p:nvPicPr>
        <p:blipFill>
          <a:blip r:embed="rId27"/>
          <a:stretch>
            <a:fillRect/>
          </a:stretch>
        </p:blipFill>
        <p:spPr>
          <a:xfrm>
            <a:off x="8496300" y="2492573"/>
            <a:ext cx="3124200" cy="856059"/>
          </a:xfrm>
          <a:prstGeom prst="rect">
            <a:avLst/>
          </a:prstGeom>
        </p:spPr>
      </p:pic>
      <p:pic>
        <p:nvPicPr>
          <p:cNvPr id="28" name="SK-13-img-27" descr="preencoded.png">    </p:cNvPr>
          <p:cNvPicPr>
            <a:picLocks noChangeAspect="1"/>
          </p:cNvPicPr>
          <p:nvPr/>
        </p:nvPicPr>
        <p:blipFill>
          <a:blip r:embed="rId28"/>
          <a:stretch>
            <a:fillRect/>
          </a:stretch>
        </p:blipFill>
        <p:spPr>
          <a:xfrm>
            <a:off x="5219700" y="3501033"/>
            <a:ext cx="3124200" cy="856059"/>
          </a:xfrm>
          <a:prstGeom prst="rect">
            <a:avLst/>
          </a:prstGeom>
        </p:spPr>
      </p:pic>
      <p:pic>
        <p:nvPicPr>
          <p:cNvPr id="29" name="SK-13-img-28" descr="preencoded.png">    </p:cNvPr>
          <p:cNvPicPr>
            <a:picLocks noChangeAspect="1"/>
          </p:cNvPicPr>
          <p:nvPr/>
        </p:nvPicPr>
        <p:blipFill>
          <a:blip r:embed="rId29"/>
          <a:stretch>
            <a:fillRect/>
          </a:stretch>
        </p:blipFill>
        <p:spPr>
          <a:xfrm>
            <a:off x="8496300" y="3501033"/>
            <a:ext cx="3124200" cy="856059"/>
          </a:xfrm>
          <a:prstGeom prst="rect">
            <a:avLst/>
          </a:prstGeom>
        </p:spPr>
      </p:pic>
      <p:pic>
        <p:nvPicPr>
          <p:cNvPr id="30" name="SK-13-img-29" descr="preencoded.png">    </p:cNvPr>
          <p:cNvPicPr>
            <a:picLocks noChangeAspect="1"/>
          </p:cNvPicPr>
          <p:nvPr/>
        </p:nvPicPr>
        <p:blipFill>
          <a:blip r:embed="rId30"/>
          <a:stretch>
            <a:fillRect/>
          </a:stretch>
        </p:blipFill>
        <p:spPr>
          <a:xfrm>
            <a:off x="5219700" y="4509492"/>
            <a:ext cx="3124200" cy="856059"/>
          </a:xfrm>
          <a:prstGeom prst="rect">
            <a:avLst/>
          </a:prstGeom>
        </p:spPr>
      </p:pic>
      <p:pic>
        <p:nvPicPr>
          <p:cNvPr id="31" name="SK-13-img-30" descr="preencoded.png">    </p:cNvPr>
          <p:cNvPicPr>
            <a:picLocks noChangeAspect="1"/>
          </p:cNvPicPr>
          <p:nvPr/>
        </p:nvPicPr>
        <p:blipFill>
          <a:blip r:embed="rId31"/>
          <a:stretch>
            <a:fillRect/>
          </a:stretch>
        </p:blipFill>
        <p:spPr>
          <a:xfrm>
            <a:off x="8496300" y="4509492"/>
            <a:ext cx="3124200" cy="856059"/>
          </a:xfrm>
          <a:prstGeom prst="rect">
            <a:avLst/>
          </a:prstGeom>
        </p:spPr>
      </p:pic>
      <p:pic>
        <p:nvPicPr>
          <p:cNvPr id="32" name="SK-13-img-31" descr="preencoded.png">    </p:cNvPr>
          <p:cNvPicPr>
            <a:picLocks noChangeAspect="1"/>
          </p:cNvPicPr>
          <p:nvPr/>
        </p:nvPicPr>
        <p:blipFill>
          <a:blip r:embed="rId32"/>
          <a:stretch>
            <a:fillRect/>
          </a:stretch>
        </p:blipFill>
        <p:spPr>
          <a:xfrm>
            <a:off x="5219700" y="5594152"/>
            <a:ext cx="6400800" cy="590550"/>
          </a:xfrm>
          <a:prstGeom prst="rect">
            <a:avLst/>
          </a:prstGeom>
        </p:spPr>
      </p:pic>
      <p:sp>
        <p:nvSpPr>
          <p:cNvPr id="33" name="SK-13-text-32"/>
          <p:cNvSpPr/>
          <p:nvPr/>
        </p:nvSpPr>
        <p:spPr>
          <a:xfrm>
            <a:off x="647700" y="304800"/>
            <a:ext cx="3077222"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13</a:t>
            </a:r>
            <a:endParaRPr lang="en-US" sz="1050" dirty="0"/>
          </a:p>
        </p:txBody>
      </p:sp>
      <p:sp>
        <p:nvSpPr>
          <p:cNvPr id="34" name="SK-13-text-33"/>
          <p:cNvSpPr/>
          <p:nvPr/>
        </p:nvSpPr>
        <p:spPr>
          <a:xfrm>
            <a:off x="571500" y="6191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系统三层解耦架构</a:t>
            </a:r>
            <a:endParaRPr lang="en-US" sz="2550" dirty="0"/>
          </a:p>
        </p:txBody>
      </p:sp>
      <p:sp>
        <p:nvSpPr>
          <p:cNvPr id="35" name="SK-13-text-34"/>
          <p:cNvSpPr/>
          <p:nvPr/>
        </p:nvSpPr>
        <p:spPr>
          <a:xfrm>
            <a:off x="685800" y="12192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采用Vue 3.5前端、WebFlux后端与FastAPI模型层架构，构建全链路SSE流式数据管道。</a:t>
            </a:r>
            <a:endParaRPr lang="en-US" sz="1200" dirty="0"/>
          </a:p>
        </p:txBody>
      </p:sp>
      <p:sp>
        <p:nvSpPr>
          <p:cNvPr id="36" name="SK-13-text-35"/>
          <p:cNvSpPr/>
          <p:nvPr/>
        </p:nvSpPr>
        <p:spPr>
          <a:xfrm>
            <a:off x="1181100" y="1826270"/>
            <a:ext cx="2000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前端交互层</a:t>
            </a:r>
            <a:endParaRPr lang="en-US" sz="1500" dirty="0"/>
          </a:p>
        </p:txBody>
      </p:sp>
      <p:sp>
        <p:nvSpPr>
          <p:cNvPr id="37" name="SK-13-text-36"/>
          <p:cNvSpPr/>
          <p:nvPr/>
        </p:nvSpPr>
        <p:spPr>
          <a:xfrm>
            <a:off x="762000" y="2226320"/>
            <a:ext cx="3886200" cy="373261"/>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基于 ReadableStream 的流式数据接收，提供 ThinkingPanel 推理透明化展示与 Markdown 安全渲染。</a:t>
            </a:r>
            <a:endParaRPr lang="en-US" sz="1050" dirty="0"/>
          </a:p>
        </p:txBody>
      </p:sp>
      <p:sp>
        <p:nvSpPr>
          <p:cNvPr id="38" name="SK-13-text-37"/>
          <p:cNvSpPr/>
          <p:nvPr/>
        </p:nvSpPr>
        <p:spPr>
          <a:xfrm>
            <a:off x="857250" y="2675781"/>
            <a:ext cx="887896"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Vue 3.5</a:t>
            </a:r>
            <a:endParaRPr lang="en-US" sz="900" dirty="0"/>
          </a:p>
        </p:txBody>
      </p:sp>
      <p:sp>
        <p:nvSpPr>
          <p:cNvPr id="39" name="SK-13-text-38"/>
          <p:cNvSpPr/>
          <p:nvPr/>
        </p:nvSpPr>
        <p:spPr>
          <a:xfrm>
            <a:off x="1590675" y="2675781"/>
            <a:ext cx="1019476"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Vite 7.1</a:t>
            </a:r>
            <a:endParaRPr lang="en-US" sz="900" dirty="0"/>
          </a:p>
        </p:txBody>
      </p:sp>
      <p:sp>
        <p:nvSpPr>
          <p:cNvPr id="40" name="SK-13-text-39"/>
          <p:cNvSpPr/>
          <p:nvPr/>
        </p:nvSpPr>
        <p:spPr>
          <a:xfrm>
            <a:off x="2390775" y="2675781"/>
            <a:ext cx="512618"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Pinia</a:t>
            </a:r>
            <a:endParaRPr lang="en-US" sz="900" dirty="0"/>
          </a:p>
        </p:txBody>
      </p:sp>
      <p:sp>
        <p:nvSpPr>
          <p:cNvPr id="41" name="SK-13-text-40"/>
          <p:cNvSpPr/>
          <p:nvPr/>
        </p:nvSpPr>
        <p:spPr>
          <a:xfrm>
            <a:off x="2990850" y="2675781"/>
            <a:ext cx="512618"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Fetch</a:t>
            </a:r>
            <a:endParaRPr lang="en-US" sz="900" dirty="0"/>
          </a:p>
        </p:txBody>
      </p:sp>
      <p:sp>
        <p:nvSpPr>
          <p:cNvPr id="42" name="SK-13-text-41"/>
          <p:cNvSpPr/>
          <p:nvPr/>
        </p:nvSpPr>
        <p:spPr>
          <a:xfrm>
            <a:off x="1181100" y="3528120"/>
            <a:ext cx="2000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后端服务层</a:t>
            </a:r>
            <a:endParaRPr lang="en-US" sz="1500" dirty="0"/>
          </a:p>
        </p:txBody>
      </p:sp>
      <p:sp>
        <p:nvSpPr>
          <p:cNvPr id="43" name="SK-13-text-42"/>
          <p:cNvSpPr/>
          <p:nvPr/>
        </p:nvSpPr>
        <p:spPr>
          <a:xfrm>
            <a:off x="762000" y="3928170"/>
            <a:ext cx="3886200" cy="373261"/>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Spring WebFlux 异步非阻塞架构，集成 Redisson 分布式限流与 JWT 自动续期机制。</a:t>
            </a:r>
            <a:endParaRPr lang="en-US" sz="1050" dirty="0"/>
          </a:p>
        </p:txBody>
      </p:sp>
      <p:sp>
        <p:nvSpPr>
          <p:cNvPr id="44" name="SK-13-text-43"/>
          <p:cNvSpPr/>
          <p:nvPr/>
        </p:nvSpPr>
        <p:spPr>
          <a:xfrm>
            <a:off x="857250" y="4377630"/>
            <a:ext cx="887896"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Java 21</a:t>
            </a:r>
            <a:endParaRPr lang="en-US" sz="900" dirty="0"/>
          </a:p>
        </p:txBody>
      </p:sp>
      <p:sp>
        <p:nvSpPr>
          <p:cNvPr id="45" name="SK-13-text-44"/>
          <p:cNvSpPr/>
          <p:nvPr/>
        </p:nvSpPr>
        <p:spPr>
          <a:xfrm>
            <a:off x="1590675" y="4377630"/>
            <a:ext cx="1958035"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Spring Boot 3.3</a:t>
            </a:r>
            <a:endParaRPr lang="en-US" sz="900" dirty="0"/>
          </a:p>
        </p:txBody>
      </p:sp>
      <p:sp>
        <p:nvSpPr>
          <p:cNvPr id="46" name="SK-13-text-45"/>
          <p:cNvSpPr/>
          <p:nvPr/>
        </p:nvSpPr>
        <p:spPr>
          <a:xfrm>
            <a:off x="2857500" y="4377630"/>
            <a:ext cx="512618"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Redis</a:t>
            </a:r>
            <a:endParaRPr lang="en-US" sz="900" dirty="0"/>
          </a:p>
        </p:txBody>
      </p:sp>
      <p:sp>
        <p:nvSpPr>
          <p:cNvPr id="47" name="SK-13-text-46"/>
          <p:cNvSpPr/>
          <p:nvPr/>
        </p:nvSpPr>
        <p:spPr>
          <a:xfrm>
            <a:off x="3457575" y="4377630"/>
            <a:ext cx="1013185"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WebClient</a:t>
            </a:r>
            <a:endParaRPr lang="en-US" sz="900" dirty="0"/>
          </a:p>
        </p:txBody>
      </p:sp>
      <p:sp>
        <p:nvSpPr>
          <p:cNvPr id="48" name="SK-13-text-47"/>
          <p:cNvSpPr/>
          <p:nvPr/>
        </p:nvSpPr>
        <p:spPr>
          <a:xfrm>
            <a:off x="1181100" y="5229969"/>
            <a:ext cx="2000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模型推理层</a:t>
            </a:r>
            <a:endParaRPr lang="en-US" sz="1500" dirty="0"/>
          </a:p>
        </p:txBody>
      </p:sp>
      <p:sp>
        <p:nvSpPr>
          <p:cNvPr id="49" name="SK-13-text-48"/>
          <p:cNvSpPr/>
          <p:nvPr/>
        </p:nvSpPr>
        <p:spPr>
          <a:xfrm>
            <a:off x="762000" y="5630019"/>
            <a:ext cx="3886200" cy="373261"/>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LangGraph 状态机编排，支持 RAG 混合检索、意图智能分流与 8 智能体并行协同推理。</a:t>
            </a:r>
            <a:endParaRPr lang="en-US" sz="1050" dirty="0"/>
          </a:p>
        </p:txBody>
      </p:sp>
      <p:sp>
        <p:nvSpPr>
          <p:cNvPr id="50" name="SK-13-text-49"/>
          <p:cNvSpPr/>
          <p:nvPr/>
        </p:nvSpPr>
        <p:spPr>
          <a:xfrm>
            <a:off x="857250" y="6079480"/>
            <a:ext cx="1491635"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Python 3.11</a:t>
            </a:r>
            <a:endParaRPr lang="en-US" sz="900" dirty="0"/>
          </a:p>
        </p:txBody>
      </p:sp>
      <p:sp>
        <p:nvSpPr>
          <p:cNvPr id="51" name="SK-13-text-50"/>
          <p:cNvSpPr/>
          <p:nvPr/>
        </p:nvSpPr>
        <p:spPr>
          <a:xfrm>
            <a:off x="1857375" y="6079480"/>
            <a:ext cx="758024"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FastAPI</a:t>
            </a:r>
            <a:endParaRPr lang="en-US" sz="900" dirty="0"/>
          </a:p>
        </p:txBody>
      </p:sp>
      <p:sp>
        <p:nvSpPr>
          <p:cNvPr id="52" name="SK-13-text-51"/>
          <p:cNvSpPr/>
          <p:nvPr/>
        </p:nvSpPr>
        <p:spPr>
          <a:xfrm>
            <a:off x="2590800" y="6079480"/>
            <a:ext cx="1013185"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LangGraph</a:t>
            </a:r>
            <a:endParaRPr lang="en-US" sz="900" dirty="0"/>
          </a:p>
        </p:txBody>
      </p:sp>
      <p:sp>
        <p:nvSpPr>
          <p:cNvPr id="53" name="SK-13-text-52"/>
          <p:cNvSpPr/>
          <p:nvPr/>
        </p:nvSpPr>
        <p:spPr>
          <a:xfrm>
            <a:off x="3457575" y="6079480"/>
            <a:ext cx="884722" cy="2476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ChromaDB</a:t>
            </a:r>
            <a:endParaRPr lang="en-US" sz="900" dirty="0"/>
          </a:p>
        </p:txBody>
      </p:sp>
      <p:sp>
        <p:nvSpPr>
          <p:cNvPr id="54" name="SK-13-text-53"/>
          <p:cNvSpPr/>
          <p:nvPr/>
        </p:nvSpPr>
        <p:spPr>
          <a:xfrm>
            <a:off x="5595938" y="1968698"/>
            <a:ext cx="6596063" cy="314325"/>
          </a:xfrm>
          <a:prstGeom prst="rect">
            <a:avLst/>
          </a:prstGeom>
          <a:noFill/>
          <a:ln/>
        </p:spPr>
        <p:txBody>
          <a:bodyPr wrap="square" lIns="0" tIns="0" rIns="0" bIns="0" rtlCol="0" anchor="ctr" vert="horz"/>
          <a:lstStyle/>
          <a:p>
            <a:pPr indent="0" marL="0">
              <a:lnSpc>
                <a:spcPts val="2475"/>
              </a:lnSpc>
              <a:buNone/>
            </a:pPr>
            <a:r>
              <a:rPr lang="en-US" sz="1650" b="1" dirty="0">
                <a:solidFill>
                  <a:srgbClr val="00F5FF"/>
                </a:solidFill>
                <a:latin typeface="Noto Sans SC" pitchFamily="34" charset="0"/>
                <a:ea typeface="Noto Sans SC" pitchFamily="34" charset="-122"/>
                <a:cs typeface="Noto Sans SC" pitchFamily="34" charset="-120"/>
              </a:rPr>
              <a:t>全链路 SSE 流式数据管道 (SSE Pipeline)</a:t>
            </a:r>
            <a:endParaRPr lang="en-US" sz="1650" dirty="0"/>
          </a:p>
        </p:txBody>
      </p:sp>
      <p:sp>
        <p:nvSpPr>
          <p:cNvPr id="55" name="SK-13-text-54"/>
          <p:cNvSpPr/>
          <p:nvPr/>
        </p:nvSpPr>
        <p:spPr>
          <a:xfrm>
            <a:off x="5372100" y="2623542"/>
            <a:ext cx="769620" cy="200025"/>
          </a:xfrm>
          <a:prstGeom prst="rect">
            <a:avLst/>
          </a:prstGeom>
          <a:noFill/>
          <a:ln/>
        </p:spPr>
        <p:txBody>
          <a:bodyPr wrap="square" lIns="0" tIns="0" rIns="0" bIns="0" rtlCol="0" anchor="ctr" vert="horz"/>
          <a:lstStyle/>
          <a:p>
            <a:pPr indent="0" marL="0">
              <a:lnSpc>
                <a:spcPts val="1575"/>
              </a:lnSpc>
              <a:buNone/>
            </a:pPr>
            <a:r>
              <a:rPr lang="en-US" sz="1050" b="1" dirty="0">
                <a:solidFill>
                  <a:srgbClr val="7B61FF"/>
                </a:solidFill>
              </a:rPr>
              <a:t>01.</a:t>
            </a:r>
            <a:endParaRPr lang="en-US" sz="1050" dirty="0"/>
          </a:p>
        </p:txBody>
      </p:sp>
      <p:sp>
        <p:nvSpPr>
          <p:cNvPr id="56" name="SK-13-text-55"/>
          <p:cNvSpPr/>
          <p:nvPr/>
        </p:nvSpPr>
        <p:spPr>
          <a:xfrm>
            <a:off x="5676900" y="2616398"/>
            <a:ext cx="179070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FFFFFF"/>
                </a:solidFill>
                <a:latin typeface="Noto Sans SC" pitchFamily="34" charset="0"/>
                <a:ea typeface="Noto Sans SC" pitchFamily="34" charset="-122"/>
                <a:cs typeface="Noto Sans SC" pitchFamily="34" charset="-120"/>
              </a:rPr>
              <a:t>用户输入发起</a:t>
            </a:r>
            <a:endParaRPr lang="en-US" sz="1125" dirty="0"/>
          </a:p>
        </p:txBody>
      </p:sp>
      <p:sp>
        <p:nvSpPr>
          <p:cNvPr id="57" name="SK-13-text-56"/>
          <p:cNvSpPr/>
          <p:nvPr/>
        </p:nvSpPr>
        <p:spPr>
          <a:xfrm>
            <a:off x="5372100" y="2878336"/>
            <a:ext cx="2819400" cy="346472"/>
          </a:xfrm>
          <a:prstGeom prst="rect">
            <a:avLst/>
          </a:prstGeom>
          <a:noFill/>
          <a:ln/>
        </p:spPr>
        <p:txBody>
          <a:bodyPr wrap="square" lIns="0" tIns="0" rIns="0" bIns="0" rtlCol="0" anchor="ctr" vert="horz"/>
          <a:lstStyle/>
          <a:p>
            <a:pPr indent="0" marL="0">
              <a:lnSpc>
                <a:spcPts val="1365"/>
              </a:lnSpc>
              <a:buNone/>
            </a:pPr>
            <a:r>
              <a:rPr lang="en-US" sz="975" dirty="0">
                <a:solidFill>
                  <a:srgbClr val="718096"/>
                </a:solidFill>
                <a:latin typeface="Noto Sans SC" pitchFamily="34" charset="0"/>
                <a:ea typeface="Noto Sans SC" pitchFamily="34" charset="-122"/>
                <a:cs typeface="Noto Sans SC" pitchFamily="34" charset="-120"/>
              </a:rPr>
              <a:t>前端 ReadableStream 发起异步请求，支持多模态图片上传。</a:t>
            </a:r>
            <a:endParaRPr lang="en-US" sz="975" dirty="0"/>
          </a:p>
        </p:txBody>
      </p:sp>
      <p:sp>
        <p:nvSpPr>
          <p:cNvPr id="58" name="SK-13-text-57"/>
          <p:cNvSpPr/>
          <p:nvPr/>
        </p:nvSpPr>
        <p:spPr>
          <a:xfrm>
            <a:off x="8648700" y="2623542"/>
            <a:ext cx="769620" cy="200025"/>
          </a:xfrm>
          <a:prstGeom prst="rect">
            <a:avLst/>
          </a:prstGeom>
          <a:noFill/>
          <a:ln/>
        </p:spPr>
        <p:txBody>
          <a:bodyPr wrap="square" lIns="0" tIns="0" rIns="0" bIns="0" rtlCol="0" anchor="ctr" vert="horz"/>
          <a:lstStyle/>
          <a:p>
            <a:pPr indent="0" marL="0">
              <a:lnSpc>
                <a:spcPts val="1575"/>
              </a:lnSpc>
              <a:buNone/>
            </a:pPr>
            <a:r>
              <a:rPr lang="en-US" sz="1050" b="1" dirty="0">
                <a:solidFill>
                  <a:srgbClr val="7B61FF"/>
                </a:solidFill>
              </a:rPr>
              <a:t>02.</a:t>
            </a:r>
            <a:endParaRPr lang="en-US" sz="1050" dirty="0"/>
          </a:p>
        </p:txBody>
      </p:sp>
      <p:sp>
        <p:nvSpPr>
          <p:cNvPr id="59" name="SK-13-text-58"/>
          <p:cNvSpPr/>
          <p:nvPr/>
        </p:nvSpPr>
        <p:spPr>
          <a:xfrm>
            <a:off x="8953500" y="2616398"/>
            <a:ext cx="150495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FFFFFF"/>
                </a:solidFill>
                <a:latin typeface="Noto Sans SC" pitchFamily="34" charset="0"/>
                <a:ea typeface="Noto Sans SC" pitchFamily="34" charset="-122"/>
                <a:cs typeface="Noto Sans SC" pitchFamily="34" charset="-120"/>
              </a:rPr>
              <a:t>鉴权与限流</a:t>
            </a:r>
            <a:endParaRPr lang="en-US" sz="1125" dirty="0"/>
          </a:p>
        </p:txBody>
      </p:sp>
      <p:sp>
        <p:nvSpPr>
          <p:cNvPr id="60" name="SK-13-text-59"/>
          <p:cNvSpPr/>
          <p:nvPr/>
        </p:nvSpPr>
        <p:spPr>
          <a:xfrm>
            <a:off x="8648700" y="2878336"/>
            <a:ext cx="2819400" cy="346472"/>
          </a:xfrm>
          <a:prstGeom prst="rect">
            <a:avLst/>
          </a:prstGeom>
          <a:noFill/>
          <a:ln/>
        </p:spPr>
        <p:txBody>
          <a:bodyPr wrap="square" lIns="0" tIns="0" rIns="0" bIns="0" rtlCol="0" anchor="ctr" vert="horz"/>
          <a:lstStyle/>
          <a:p>
            <a:pPr indent="0" marL="0">
              <a:lnSpc>
                <a:spcPts val="1365"/>
              </a:lnSpc>
              <a:buNone/>
            </a:pPr>
            <a:r>
              <a:rPr lang="en-US" sz="975" dirty="0">
                <a:solidFill>
                  <a:srgbClr val="718096"/>
                </a:solidFill>
                <a:latin typeface="Noto Sans SC" pitchFamily="34" charset="0"/>
                <a:ea typeface="Noto Sans SC" pitchFamily="34" charset="-122"/>
                <a:cs typeface="Noto Sans SC" pitchFamily="34" charset="-120"/>
              </a:rPr>
              <a:t>后端 JWT 校验并执行 Redisson 并发信号量控制 (Max: 20)。</a:t>
            </a:r>
            <a:endParaRPr lang="en-US" sz="975" dirty="0"/>
          </a:p>
        </p:txBody>
      </p:sp>
      <p:sp>
        <p:nvSpPr>
          <p:cNvPr id="61" name="SK-13-text-60"/>
          <p:cNvSpPr/>
          <p:nvPr/>
        </p:nvSpPr>
        <p:spPr>
          <a:xfrm>
            <a:off x="5372100" y="3632002"/>
            <a:ext cx="769620" cy="200025"/>
          </a:xfrm>
          <a:prstGeom prst="rect">
            <a:avLst/>
          </a:prstGeom>
          <a:noFill/>
          <a:ln/>
        </p:spPr>
        <p:txBody>
          <a:bodyPr wrap="square" lIns="0" tIns="0" rIns="0" bIns="0" rtlCol="0" anchor="ctr" vert="horz"/>
          <a:lstStyle/>
          <a:p>
            <a:pPr indent="0" marL="0">
              <a:lnSpc>
                <a:spcPts val="1575"/>
              </a:lnSpc>
              <a:buNone/>
            </a:pPr>
            <a:r>
              <a:rPr lang="en-US" sz="1050" b="1" dirty="0">
                <a:solidFill>
                  <a:srgbClr val="7B61FF"/>
                </a:solidFill>
              </a:rPr>
              <a:t>03.</a:t>
            </a:r>
            <a:endParaRPr lang="en-US" sz="1050" dirty="0"/>
          </a:p>
        </p:txBody>
      </p:sp>
      <p:sp>
        <p:nvSpPr>
          <p:cNvPr id="62" name="SK-13-text-61"/>
          <p:cNvSpPr/>
          <p:nvPr/>
        </p:nvSpPr>
        <p:spPr>
          <a:xfrm>
            <a:off x="5676900" y="3624858"/>
            <a:ext cx="207645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FFFFFF"/>
                </a:solidFill>
                <a:latin typeface="Noto Sans SC" pitchFamily="34" charset="0"/>
                <a:ea typeface="Noto Sans SC" pitchFamily="34" charset="-122"/>
                <a:cs typeface="Noto Sans SC" pitchFamily="34" charset="-120"/>
              </a:rPr>
              <a:t>异步非阻塞调用</a:t>
            </a:r>
            <a:endParaRPr lang="en-US" sz="1125" dirty="0"/>
          </a:p>
        </p:txBody>
      </p:sp>
      <p:sp>
        <p:nvSpPr>
          <p:cNvPr id="63" name="SK-13-text-62"/>
          <p:cNvSpPr/>
          <p:nvPr/>
        </p:nvSpPr>
        <p:spPr>
          <a:xfrm>
            <a:off x="5372100" y="3886795"/>
            <a:ext cx="2819400" cy="346472"/>
          </a:xfrm>
          <a:prstGeom prst="rect">
            <a:avLst/>
          </a:prstGeom>
          <a:noFill/>
          <a:ln/>
        </p:spPr>
        <p:txBody>
          <a:bodyPr wrap="square" lIns="0" tIns="0" rIns="0" bIns="0" rtlCol="0" anchor="ctr" vert="horz"/>
          <a:lstStyle/>
          <a:p>
            <a:pPr indent="0" marL="0">
              <a:lnSpc>
                <a:spcPts val="1365"/>
              </a:lnSpc>
              <a:buNone/>
            </a:pPr>
            <a:r>
              <a:rPr lang="en-US" sz="975" dirty="0">
                <a:solidFill>
                  <a:srgbClr val="718096"/>
                </a:solidFill>
                <a:latin typeface="Noto Sans SC" pitchFamily="34" charset="0"/>
                <a:ea typeface="Noto Sans SC" pitchFamily="34" charset="-122"/>
                <a:cs typeface="Noto Sans SC" pitchFamily="34" charset="-120"/>
              </a:rPr>
              <a:t>Java WebClient 异步调用 FastAPI，建立端到端流式链路。</a:t>
            </a:r>
            <a:endParaRPr lang="en-US" sz="975" dirty="0"/>
          </a:p>
        </p:txBody>
      </p:sp>
      <p:sp>
        <p:nvSpPr>
          <p:cNvPr id="64" name="SK-13-text-63"/>
          <p:cNvSpPr/>
          <p:nvPr/>
        </p:nvSpPr>
        <p:spPr>
          <a:xfrm>
            <a:off x="8648700" y="3632002"/>
            <a:ext cx="769620" cy="200025"/>
          </a:xfrm>
          <a:prstGeom prst="rect">
            <a:avLst/>
          </a:prstGeom>
          <a:noFill/>
          <a:ln/>
        </p:spPr>
        <p:txBody>
          <a:bodyPr wrap="square" lIns="0" tIns="0" rIns="0" bIns="0" rtlCol="0" anchor="ctr" vert="horz"/>
          <a:lstStyle/>
          <a:p>
            <a:pPr indent="0" marL="0">
              <a:lnSpc>
                <a:spcPts val="1575"/>
              </a:lnSpc>
              <a:buNone/>
            </a:pPr>
            <a:r>
              <a:rPr lang="en-US" sz="1050" b="1" dirty="0">
                <a:solidFill>
                  <a:srgbClr val="7B61FF"/>
                </a:solidFill>
              </a:rPr>
              <a:t>04.</a:t>
            </a:r>
            <a:endParaRPr lang="en-US" sz="1050" dirty="0"/>
          </a:p>
        </p:txBody>
      </p:sp>
      <p:sp>
        <p:nvSpPr>
          <p:cNvPr id="65" name="SK-13-text-64"/>
          <p:cNvSpPr/>
          <p:nvPr/>
        </p:nvSpPr>
        <p:spPr>
          <a:xfrm>
            <a:off x="8953500" y="3624858"/>
            <a:ext cx="179070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FFFFFF"/>
                </a:solidFill>
                <a:latin typeface="Noto Sans SC" pitchFamily="34" charset="0"/>
                <a:ea typeface="Noto Sans SC" pitchFamily="34" charset="-122"/>
                <a:cs typeface="Noto Sans SC" pitchFamily="34" charset="-120"/>
              </a:rPr>
              <a:t>多智能体推理</a:t>
            </a:r>
            <a:endParaRPr lang="en-US" sz="1125" dirty="0"/>
          </a:p>
        </p:txBody>
      </p:sp>
      <p:sp>
        <p:nvSpPr>
          <p:cNvPr id="66" name="SK-13-text-65"/>
          <p:cNvSpPr/>
          <p:nvPr/>
        </p:nvSpPr>
        <p:spPr>
          <a:xfrm>
            <a:off x="8648700" y="3886795"/>
            <a:ext cx="2819400" cy="346472"/>
          </a:xfrm>
          <a:prstGeom prst="rect">
            <a:avLst/>
          </a:prstGeom>
          <a:noFill/>
          <a:ln/>
        </p:spPr>
        <p:txBody>
          <a:bodyPr wrap="square" lIns="0" tIns="0" rIns="0" bIns="0" rtlCol="0" anchor="ctr" vert="horz"/>
          <a:lstStyle/>
          <a:p>
            <a:pPr indent="0" marL="0">
              <a:lnSpc>
                <a:spcPts val="1365"/>
              </a:lnSpc>
              <a:buNone/>
            </a:pPr>
            <a:r>
              <a:rPr lang="en-US" sz="975" dirty="0">
                <a:solidFill>
                  <a:srgbClr val="718096"/>
                </a:solidFill>
                <a:latin typeface="Noto Sans SC" pitchFamily="34" charset="0"/>
                <a:ea typeface="Noto Sans SC" pitchFamily="34" charset="-122"/>
                <a:cs typeface="Noto Sans SC" pitchFamily="34" charset="-120"/>
              </a:rPr>
              <a:t>LangGraph 触发 Astream_events，生成 thinking/token 原始流。</a:t>
            </a:r>
            <a:endParaRPr lang="en-US" sz="975" dirty="0"/>
          </a:p>
        </p:txBody>
      </p:sp>
      <p:sp>
        <p:nvSpPr>
          <p:cNvPr id="67" name="SK-13-text-66"/>
          <p:cNvSpPr/>
          <p:nvPr/>
        </p:nvSpPr>
        <p:spPr>
          <a:xfrm>
            <a:off x="5372100" y="4640461"/>
            <a:ext cx="769620" cy="200025"/>
          </a:xfrm>
          <a:prstGeom prst="rect">
            <a:avLst/>
          </a:prstGeom>
          <a:noFill/>
          <a:ln/>
        </p:spPr>
        <p:txBody>
          <a:bodyPr wrap="square" lIns="0" tIns="0" rIns="0" bIns="0" rtlCol="0" anchor="ctr" vert="horz"/>
          <a:lstStyle/>
          <a:p>
            <a:pPr indent="0" marL="0">
              <a:lnSpc>
                <a:spcPts val="1575"/>
              </a:lnSpc>
              <a:buNone/>
            </a:pPr>
            <a:r>
              <a:rPr lang="en-US" sz="1050" b="1" dirty="0">
                <a:solidFill>
                  <a:srgbClr val="7B61FF"/>
                </a:solidFill>
              </a:rPr>
              <a:t>05.</a:t>
            </a:r>
            <a:endParaRPr lang="en-US" sz="1050" dirty="0"/>
          </a:p>
        </p:txBody>
      </p:sp>
      <p:sp>
        <p:nvSpPr>
          <p:cNvPr id="68" name="SK-13-text-67"/>
          <p:cNvSpPr/>
          <p:nvPr/>
        </p:nvSpPr>
        <p:spPr>
          <a:xfrm>
            <a:off x="5676900" y="4633317"/>
            <a:ext cx="179070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FFFFFF"/>
                </a:solidFill>
                <a:latin typeface="Noto Sans SC" pitchFamily="34" charset="0"/>
                <a:ea typeface="Noto Sans SC" pitchFamily="34" charset="-122"/>
                <a:cs typeface="Noto Sans SC" pitchFamily="34" charset="-120"/>
              </a:rPr>
              <a:t>事件翻译转发</a:t>
            </a:r>
            <a:endParaRPr lang="en-US" sz="1125" dirty="0"/>
          </a:p>
        </p:txBody>
      </p:sp>
      <p:sp>
        <p:nvSpPr>
          <p:cNvPr id="69" name="SK-13-text-68"/>
          <p:cNvSpPr/>
          <p:nvPr/>
        </p:nvSpPr>
        <p:spPr>
          <a:xfrm>
            <a:off x="5372100" y="4895255"/>
            <a:ext cx="2819400" cy="346472"/>
          </a:xfrm>
          <a:prstGeom prst="rect">
            <a:avLst/>
          </a:prstGeom>
          <a:noFill/>
          <a:ln/>
        </p:spPr>
        <p:txBody>
          <a:bodyPr wrap="square" lIns="0" tIns="0" rIns="0" bIns="0" rtlCol="0" anchor="ctr" vert="horz"/>
          <a:lstStyle/>
          <a:p>
            <a:pPr indent="0" marL="0">
              <a:lnSpc>
                <a:spcPts val="1365"/>
              </a:lnSpc>
              <a:buNone/>
            </a:pPr>
            <a:r>
              <a:rPr lang="en-US" sz="975" dirty="0">
                <a:solidFill>
                  <a:srgbClr val="718096"/>
                </a:solidFill>
                <a:latin typeface="Noto Sans SC" pitchFamily="34" charset="0"/>
                <a:ea typeface="Noto Sans SC" pitchFamily="34" charset="-122"/>
                <a:cs typeface="Noto Sans SC" pitchFamily="34" charset="-120"/>
              </a:rPr>
              <a:t>FastAPI 将节点状态翻译为标准事件，由 Java Flux 持续透传。</a:t>
            </a:r>
            <a:endParaRPr lang="en-US" sz="975" dirty="0"/>
          </a:p>
        </p:txBody>
      </p:sp>
      <p:sp>
        <p:nvSpPr>
          <p:cNvPr id="70" name="SK-13-text-69"/>
          <p:cNvSpPr/>
          <p:nvPr/>
        </p:nvSpPr>
        <p:spPr>
          <a:xfrm>
            <a:off x="8648700" y="4640461"/>
            <a:ext cx="769620" cy="200025"/>
          </a:xfrm>
          <a:prstGeom prst="rect">
            <a:avLst/>
          </a:prstGeom>
          <a:noFill/>
          <a:ln/>
        </p:spPr>
        <p:txBody>
          <a:bodyPr wrap="square" lIns="0" tIns="0" rIns="0" bIns="0" rtlCol="0" anchor="ctr" vert="horz"/>
          <a:lstStyle/>
          <a:p>
            <a:pPr indent="0" marL="0">
              <a:lnSpc>
                <a:spcPts val="1575"/>
              </a:lnSpc>
              <a:buNone/>
            </a:pPr>
            <a:r>
              <a:rPr lang="en-US" sz="1050" b="1" dirty="0">
                <a:solidFill>
                  <a:srgbClr val="7B61FF"/>
                </a:solidFill>
              </a:rPr>
              <a:t>06.</a:t>
            </a:r>
            <a:endParaRPr lang="en-US" sz="1050" dirty="0"/>
          </a:p>
        </p:txBody>
      </p:sp>
      <p:sp>
        <p:nvSpPr>
          <p:cNvPr id="71" name="SK-13-text-70"/>
          <p:cNvSpPr/>
          <p:nvPr/>
        </p:nvSpPr>
        <p:spPr>
          <a:xfrm>
            <a:off x="8953500" y="4633317"/>
            <a:ext cx="2076450" cy="214313"/>
          </a:xfrm>
          <a:prstGeom prst="rect">
            <a:avLst/>
          </a:prstGeom>
          <a:noFill/>
          <a:ln/>
        </p:spPr>
        <p:txBody>
          <a:bodyPr wrap="square" lIns="0" tIns="0" rIns="0" bIns="0" rtlCol="0" anchor="ctr" vert="horz"/>
          <a:lstStyle/>
          <a:p>
            <a:pPr indent="0" marL="0">
              <a:lnSpc>
                <a:spcPts val="1688"/>
              </a:lnSpc>
              <a:buNone/>
            </a:pPr>
            <a:r>
              <a:rPr lang="en-US" sz="1125" b="1" dirty="0">
                <a:solidFill>
                  <a:srgbClr val="FFFFFF"/>
                </a:solidFill>
                <a:latin typeface="Noto Sans SC" pitchFamily="34" charset="0"/>
                <a:ea typeface="Noto Sans SC" pitchFamily="34" charset="-122"/>
                <a:cs typeface="Noto Sans SC" pitchFamily="34" charset="-120"/>
              </a:rPr>
              <a:t>实时打字机渲染</a:t>
            </a:r>
            <a:endParaRPr lang="en-US" sz="1125" dirty="0"/>
          </a:p>
        </p:txBody>
      </p:sp>
      <p:sp>
        <p:nvSpPr>
          <p:cNvPr id="72" name="SK-13-text-71"/>
          <p:cNvSpPr/>
          <p:nvPr/>
        </p:nvSpPr>
        <p:spPr>
          <a:xfrm>
            <a:off x="8648700" y="4895255"/>
            <a:ext cx="2819400" cy="346472"/>
          </a:xfrm>
          <a:prstGeom prst="rect">
            <a:avLst/>
          </a:prstGeom>
          <a:noFill/>
          <a:ln/>
        </p:spPr>
        <p:txBody>
          <a:bodyPr wrap="square" lIns="0" tIns="0" rIns="0" bIns="0" rtlCol="0" anchor="ctr" vert="horz"/>
          <a:lstStyle/>
          <a:p>
            <a:pPr indent="0" marL="0">
              <a:lnSpc>
                <a:spcPts val="1365"/>
              </a:lnSpc>
              <a:buNone/>
            </a:pPr>
            <a:r>
              <a:rPr lang="en-US" sz="975" dirty="0">
                <a:solidFill>
                  <a:srgbClr val="718096"/>
                </a:solidFill>
                <a:latin typeface="Noto Sans SC" pitchFamily="34" charset="0"/>
                <a:ea typeface="Noto Sans SC" pitchFamily="34" charset="-122"/>
                <a:cs typeface="Noto Sans SC" pitchFamily="34" charset="-120"/>
              </a:rPr>
              <a:t>Vue 3 逐帧消费 ReadableStream，实现毫秒级响应展示。</a:t>
            </a:r>
            <a:endParaRPr lang="en-US" sz="975" dirty="0"/>
          </a:p>
        </p:txBody>
      </p:sp>
      <p:sp>
        <p:nvSpPr>
          <p:cNvPr id="73" name="SK-13-text-72"/>
          <p:cNvSpPr/>
          <p:nvPr/>
        </p:nvSpPr>
        <p:spPr>
          <a:xfrm>
            <a:off x="5334000" y="5689402"/>
            <a:ext cx="6172200" cy="400050"/>
          </a:xfrm>
          <a:prstGeom prst="rect">
            <a:avLst/>
          </a:prstGeom>
          <a:noFill/>
          <a:ln/>
        </p:spPr>
        <p:txBody>
          <a:bodyPr wrap="square" lIns="0" tIns="0" rIns="0" bIns="0" rtlCol="0" anchor="ctr" vert="horz"/>
          <a:lstStyle/>
          <a:p>
            <a:pPr indent="0" marL="0">
              <a:lnSpc>
                <a:spcPts val="1575"/>
              </a:lnSpc>
              <a:buNone/>
            </a:pPr>
            <a:r>
              <a:rPr lang="en-US" sz="1050" i="1" dirty="0">
                <a:solidFill>
                  <a:srgbClr val="A0AEC0"/>
                </a:solidFill>
                <a:latin typeface="Noto Sans SC" pitchFamily="34" charset="0"/>
                <a:ea typeface="Noto Sans SC" pitchFamily="34" charset="-122"/>
                <a:cs typeface="Noto Sans SC" pitchFamily="34" charset="-120"/>
              </a:rPr>
              <a:t>核心优势：</a:t>
            </a:r>
            <a:pPr indent="0" marL="0">
              <a:lnSpc>
                <a:spcPts val="1575"/>
              </a:lnSpc>
              <a:buNone/>
            </a:pPr>
            <a:r>
              <a:rPr lang="en-US" sz="1050" b="1" i="1" dirty="0">
                <a:solidFill>
                  <a:srgbClr val="00F5FF"/>
                </a:solidFill>
                <a:latin typeface="Noto Sans SC" pitchFamily="34" charset="0"/>
                <a:ea typeface="Noto Sans SC" pitchFamily="34" charset="-122"/>
                <a:cs typeface="Noto Sans SC" pitchFamily="34" charset="-120"/>
              </a:rPr>
              <a:t>SSEEventCache 滑动窗口缓存</a:t>
            </a:r>
            <a:pPr indent="0" marL="0">
              <a:lnSpc>
                <a:spcPts val="1575"/>
              </a:lnSpc>
              <a:buNone/>
            </a:pPr>
            <a:r>
              <a:rPr lang="en-US" sz="1050" i="1" dirty="0">
                <a:solidFill>
                  <a:srgbClr val="A0AEC0"/>
                </a:solidFill>
                <a:latin typeface="Noto Sans SC" pitchFamily="34" charset="0"/>
                <a:ea typeface="Noto Sans SC" pitchFamily="34" charset="-122"/>
                <a:cs typeface="Noto Sans SC" pitchFamily="34" charset="-120"/>
              </a:rPr>
              <a:t> + </a:t>
            </a:r>
            <a:pPr indent="0" marL="0">
              <a:lnSpc>
                <a:spcPts val="1575"/>
              </a:lnSpc>
              <a:buNone/>
            </a:pPr>
            <a:r>
              <a:rPr lang="en-US" sz="1050" b="1" i="1" dirty="0">
                <a:solidFill>
                  <a:srgbClr val="00F5FF"/>
                </a:solidFill>
                <a:latin typeface="Noto Sans SC" pitchFamily="34" charset="0"/>
                <a:ea typeface="Noto Sans SC" pitchFamily="34" charset="-122"/>
                <a:cs typeface="Noto Sans SC" pitchFamily="34" charset="-120"/>
              </a:rPr>
              <a:t>Last-Event-ID 断线续传</a:t>
            </a:r>
            <a:pPr indent="0" marL="0">
              <a:lnSpc>
                <a:spcPts val="1575"/>
              </a:lnSpc>
              <a:buNone/>
            </a:pPr>
            <a:r>
              <a:rPr lang="en-US" sz="1050" i="1" dirty="0">
                <a:solidFill>
                  <a:srgbClr val="A0AEC0"/>
                </a:solidFill>
                <a:latin typeface="Noto Sans SC" pitchFamily="34" charset="0"/>
                <a:ea typeface="Noto Sans SC" pitchFamily="34" charset="-122"/>
                <a:cs typeface="Noto Sans SC" pitchFamily="34" charset="-120"/>
              </a:rPr>
              <a:t>，确保极端网络环境下的长文本生成稳定性。</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4-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4-img-2" descr="preencoded.png">    </p:cNvPr>
          <p:cNvPicPr>
            <a:picLocks noChangeAspect="1"/>
          </p:cNvPicPr>
          <p:nvPr/>
        </p:nvPicPr>
        <p:blipFill>
          <a:blip r:embed="rId3"/>
          <a:stretch>
            <a:fillRect/>
          </a:stretch>
        </p:blipFill>
        <p:spPr>
          <a:xfrm>
            <a:off x="571500" y="180975"/>
            <a:ext cx="1676400" cy="238125"/>
          </a:xfrm>
          <a:prstGeom prst="rect">
            <a:avLst/>
          </a:prstGeom>
        </p:spPr>
      </p:pic>
      <p:pic>
        <p:nvPicPr>
          <p:cNvPr id="4" name="SK-14-img-3" descr="preencoded.png">    </p:cNvPr>
          <p:cNvPicPr>
            <a:picLocks noChangeAspect="1"/>
          </p:cNvPicPr>
          <p:nvPr/>
        </p:nvPicPr>
        <p:blipFill>
          <a:blip r:embed="rId4"/>
          <a:stretch>
            <a:fillRect/>
          </a:stretch>
        </p:blipFill>
        <p:spPr>
          <a:xfrm>
            <a:off x="2362200" y="295275"/>
            <a:ext cx="9258300" cy="9525"/>
          </a:xfrm>
          <a:prstGeom prst="rect">
            <a:avLst/>
          </a:prstGeom>
        </p:spPr>
      </p:pic>
      <p:pic>
        <p:nvPicPr>
          <p:cNvPr id="5" name="SK-14-img-4" descr="preencoded.png">    </p:cNvPr>
          <p:cNvPicPr>
            <a:picLocks noChangeAspect="1"/>
          </p:cNvPicPr>
          <p:nvPr/>
        </p:nvPicPr>
        <p:blipFill>
          <a:blip r:embed="rId5"/>
          <a:stretch>
            <a:fillRect/>
          </a:stretch>
        </p:blipFill>
        <p:spPr>
          <a:xfrm>
            <a:off x="571500" y="1190625"/>
            <a:ext cx="38100" cy="38100"/>
          </a:xfrm>
          <a:prstGeom prst="rect">
            <a:avLst/>
          </a:prstGeom>
        </p:spPr>
      </p:pic>
      <p:pic>
        <p:nvPicPr>
          <p:cNvPr id="6" name="SK-14-img-5" descr="preencoded.png">    </p:cNvPr>
          <p:cNvPicPr>
            <a:picLocks noChangeAspect="1"/>
          </p:cNvPicPr>
          <p:nvPr/>
        </p:nvPicPr>
        <p:blipFill>
          <a:blip r:embed="rId6"/>
          <a:stretch>
            <a:fillRect/>
          </a:stretch>
        </p:blipFill>
        <p:spPr>
          <a:xfrm>
            <a:off x="571500" y="1419225"/>
            <a:ext cx="11049000" cy="1506736"/>
          </a:xfrm>
          <a:prstGeom prst="rect">
            <a:avLst/>
          </a:prstGeom>
        </p:spPr>
      </p:pic>
      <p:pic>
        <p:nvPicPr>
          <p:cNvPr id="7" name="SK-14-img-6" descr="preencoded.png">    </p:cNvPr>
          <p:cNvPicPr>
            <a:picLocks noChangeAspect="1"/>
          </p:cNvPicPr>
          <p:nvPr/>
        </p:nvPicPr>
        <p:blipFill>
          <a:blip r:embed="rId7"/>
          <a:stretch>
            <a:fillRect/>
          </a:stretch>
        </p:blipFill>
        <p:spPr>
          <a:xfrm>
            <a:off x="762000" y="1514475"/>
            <a:ext cx="2224088" cy="1316236"/>
          </a:xfrm>
          <a:prstGeom prst="rect">
            <a:avLst/>
          </a:prstGeom>
        </p:spPr>
      </p:pic>
      <p:pic>
        <p:nvPicPr>
          <p:cNvPr id="8" name="SK-14-img-7" descr="preencoded.png">    </p:cNvPr>
          <p:cNvPicPr>
            <a:picLocks noChangeAspect="1"/>
          </p:cNvPicPr>
          <p:nvPr/>
        </p:nvPicPr>
        <p:blipFill>
          <a:blip r:embed="rId8"/>
          <a:stretch>
            <a:fillRect/>
          </a:stretch>
        </p:blipFill>
        <p:spPr>
          <a:xfrm>
            <a:off x="1645444" y="1571625"/>
            <a:ext cx="457200" cy="457200"/>
          </a:xfrm>
          <a:prstGeom prst="rect">
            <a:avLst/>
          </a:prstGeom>
        </p:spPr>
      </p:pic>
      <p:pic>
        <p:nvPicPr>
          <p:cNvPr id="9" name="SK-14-img-8" descr="preencoded.png">    </p:cNvPr>
          <p:cNvPicPr>
            <a:picLocks noChangeAspect="1"/>
          </p:cNvPicPr>
          <p:nvPr/>
        </p:nvPicPr>
        <p:blipFill>
          <a:blip r:embed="rId9"/>
          <a:stretch>
            <a:fillRect/>
          </a:stretch>
        </p:blipFill>
        <p:spPr>
          <a:xfrm>
            <a:off x="1754981" y="1704975"/>
            <a:ext cx="238125" cy="190500"/>
          </a:xfrm>
          <a:prstGeom prst="rect">
            <a:avLst/>
          </a:prstGeom>
        </p:spPr>
      </p:pic>
      <p:pic>
        <p:nvPicPr>
          <p:cNvPr id="10" name="SK-14-img-9" descr="preencoded.png">    </p:cNvPr>
          <p:cNvPicPr>
            <a:picLocks noChangeAspect="1"/>
          </p:cNvPicPr>
          <p:nvPr/>
        </p:nvPicPr>
        <p:blipFill>
          <a:blip r:embed="rId10"/>
          <a:stretch>
            <a:fillRect/>
          </a:stretch>
        </p:blipFill>
        <p:spPr>
          <a:xfrm>
            <a:off x="3138488" y="2058293"/>
            <a:ext cx="285750" cy="228600"/>
          </a:xfrm>
          <a:prstGeom prst="rect">
            <a:avLst/>
          </a:prstGeom>
        </p:spPr>
      </p:pic>
      <p:pic>
        <p:nvPicPr>
          <p:cNvPr id="11" name="SK-14-img-10" descr="preencoded.png">    </p:cNvPr>
          <p:cNvPicPr>
            <a:picLocks noChangeAspect="1"/>
          </p:cNvPicPr>
          <p:nvPr/>
        </p:nvPicPr>
        <p:blipFill>
          <a:blip r:embed="rId11"/>
          <a:stretch>
            <a:fillRect/>
          </a:stretch>
        </p:blipFill>
        <p:spPr>
          <a:xfrm>
            <a:off x="3576638" y="1514475"/>
            <a:ext cx="2224088" cy="1316236"/>
          </a:xfrm>
          <a:prstGeom prst="rect">
            <a:avLst/>
          </a:prstGeom>
        </p:spPr>
      </p:pic>
      <p:pic>
        <p:nvPicPr>
          <p:cNvPr id="12" name="SK-14-img-11" descr="preencoded.png">    </p:cNvPr>
          <p:cNvPicPr>
            <a:picLocks noChangeAspect="1"/>
          </p:cNvPicPr>
          <p:nvPr/>
        </p:nvPicPr>
        <p:blipFill>
          <a:blip r:embed="rId12"/>
          <a:stretch>
            <a:fillRect/>
          </a:stretch>
        </p:blipFill>
        <p:spPr>
          <a:xfrm>
            <a:off x="4460081" y="1571625"/>
            <a:ext cx="457200" cy="457200"/>
          </a:xfrm>
          <a:prstGeom prst="rect">
            <a:avLst/>
          </a:prstGeom>
        </p:spPr>
      </p:pic>
      <p:pic>
        <p:nvPicPr>
          <p:cNvPr id="13" name="SK-14-img-12" descr="preencoded.png">    </p:cNvPr>
          <p:cNvPicPr>
            <a:picLocks noChangeAspect="1"/>
          </p:cNvPicPr>
          <p:nvPr/>
        </p:nvPicPr>
        <p:blipFill>
          <a:blip r:embed="rId13"/>
          <a:stretch>
            <a:fillRect/>
          </a:stretch>
        </p:blipFill>
        <p:spPr>
          <a:xfrm>
            <a:off x="4569619" y="1704975"/>
            <a:ext cx="238125" cy="190500"/>
          </a:xfrm>
          <a:prstGeom prst="rect">
            <a:avLst/>
          </a:prstGeom>
        </p:spPr>
      </p:pic>
      <p:pic>
        <p:nvPicPr>
          <p:cNvPr id="14" name="SK-14-img-13" descr="preencoded.png">    </p:cNvPr>
          <p:cNvPicPr>
            <a:picLocks noChangeAspect="1"/>
          </p:cNvPicPr>
          <p:nvPr/>
        </p:nvPicPr>
        <p:blipFill>
          <a:blip r:embed="rId14"/>
          <a:stretch>
            <a:fillRect/>
          </a:stretch>
        </p:blipFill>
        <p:spPr>
          <a:xfrm>
            <a:off x="5953125" y="2058293"/>
            <a:ext cx="285750" cy="228600"/>
          </a:xfrm>
          <a:prstGeom prst="rect">
            <a:avLst/>
          </a:prstGeom>
        </p:spPr>
      </p:pic>
      <p:pic>
        <p:nvPicPr>
          <p:cNvPr id="15" name="SK-14-img-14" descr="preencoded.png">    </p:cNvPr>
          <p:cNvPicPr>
            <a:picLocks noChangeAspect="1"/>
          </p:cNvPicPr>
          <p:nvPr/>
        </p:nvPicPr>
        <p:blipFill>
          <a:blip r:embed="rId15"/>
          <a:stretch>
            <a:fillRect/>
          </a:stretch>
        </p:blipFill>
        <p:spPr>
          <a:xfrm>
            <a:off x="6391275" y="1514475"/>
            <a:ext cx="2224088" cy="1316236"/>
          </a:xfrm>
          <a:prstGeom prst="rect">
            <a:avLst/>
          </a:prstGeom>
        </p:spPr>
      </p:pic>
      <p:pic>
        <p:nvPicPr>
          <p:cNvPr id="16" name="SK-14-img-15" descr="preencoded.png">    </p:cNvPr>
          <p:cNvPicPr>
            <a:picLocks noChangeAspect="1"/>
          </p:cNvPicPr>
          <p:nvPr/>
        </p:nvPicPr>
        <p:blipFill>
          <a:blip r:embed="rId16"/>
          <a:stretch>
            <a:fillRect/>
          </a:stretch>
        </p:blipFill>
        <p:spPr>
          <a:xfrm>
            <a:off x="7274719" y="1571625"/>
            <a:ext cx="457200" cy="457200"/>
          </a:xfrm>
          <a:prstGeom prst="rect">
            <a:avLst/>
          </a:prstGeom>
        </p:spPr>
      </p:pic>
      <p:pic>
        <p:nvPicPr>
          <p:cNvPr id="17" name="SK-14-img-16" descr="preencoded.png">    </p:cNvPr>
          <p:cNvPicPr>
            <a:picLocks noChangeAspect="1"/>
          </p:cNvPicPr>
          <p:nvPr/>
        </p:nvPicPr>
        <p:blipFill>
          <a:blip r:embed="rId17"/>
          <a:stretch>
            <a:fillRect/>
          </a:stretch>
        </p:blipFill>
        <p:spPr>
          <a:xfrm>
            <a:off x="7384256" y="1704975"/>
            <a:ext cx="238125" cy="190500"/>
          </a:xfrm>
          <a:prstGeom prst="rect">
            <a:avLst/>
          </a:prstGeom>
        </p:spPr>
      </p:pic>
      <p:pic>
        <p:nvPicPr>
          <p:cNvPr id="18" name="SK-14-img-17" descr="preencoded.png">    </p:cNvPr>
          <p:cNvPicPr>
            <a:picLocks noChangeAspect="1"/>
          </p:cNvPicPr>
          <p:nvPr/>
        </p:nvPicPr>
        <p:blipFill>
          <a:blip r:embed="rId18"/>
          <a:stretch>
            <a:fillRect/>
          </a:stretch>
        </p:blipFill>
        <p:spPr>
          <a:xfrm>
            <a:off x="8767763" y="2058293"/>
            <a:ext cx="285750" cy="228600"/>
          </a:xfrm>
          <a:prstGeom prst="rect">
            <a:avLst/>
          </a:prstGeom>
        </p:spPr>
      </p:pic>
      <p:pic>
        <p:nvPicPr>
          <p:cNvPr id="19" name="SK-14-img-18" descr="preencoded.png">    </p:cNvPr>
          <p:cNvPicPr>
            <a:picLocks noChangeAspect="1"/>
          </p:cNvPicPr>
          <p:nvPr/>
        </p:nvPicPr>
        <p:blipFill>
          <a:blip r:embed="rId19"/>
          <a:stretch>
            <a:fillRect/>
          </a:stretch>
        </p:blipFill>
        <p:spPr>
          <a:xfrm>
            <a:off x="9205913" y="1514475"/>
            <a:ext cx="2224088" cy="1316236"/>
          </a:xfrm>
          <a:prstGeom prst="rect">
            <a:avLst/>
          </a:prstGeom>
        </p:spPr>
      </p:pic>
      <p:pic>
        <p:nvPicPr>
          <p:cNvPr id="20" name="SK-14-img-19" descr="preencoded.png">    </p:cNvPr>
          <p:cNvPicPr>
            <a:picLocks noChangeAspect="1"/>
          </p:cNvPicPr>
          <p:nvPr/>
        </p:nvPicPr>
        <p:blipFill>
          <a:blip r:embed="rId20"/>
          <a:stretch>
            <a:fillRect/>
          </a:stretch>
        </p:blipFill>
        <p:spPr>
          <a:xfrm>
            <a:off x="10089356" y="1571625"/>
            <a:ext cx="457200" cy="457200"/>
          </a:xfrm>
          <a:prstGeom prst="rect">
            <a:avLst/>
          </a:prstGeom>
        </p:spPr>
      </p:pic>
      <p:pic>
        <p:nvPicPr>
          <p:cNvPr id="21" name="SK-14-img-20" descr="preencoded.png">    </p:cNvPr>
          <p:cNvPicPr>
            <a:picLocks noChangeAspect="1"/>
          </p:cNvPicPr>
          <p:nvPr/>
        </p:nvPicPr>
        <p:blipFill>
          <a:blip r:embed="rId21"/>
          <a:stretch>
            <a:fillRect/>
          </a:stretch>
        </p:blipFill>
        <p:spPr>
          <a:xfrm>
            <a:off x="10198894" y="1704975"/>
            <a:ext cx="238125" cy="190500"/>
          </a:xfrm>
          <a:prstGeom prst="rect">
            <a:avLst/>
          </a:prstGeom>
        </p:spPr>
      </p:pic>
      <p:pic>
        <p:nvPicPr>
          <p:cNvPr id="22" name="SK-14-img-21" descr="preencoded.png">    </p:cNvPr>
          <p:cNvPicPr>
            <a:picLocks noChangeAspect="1"/>
          </p:cNvPicPr>
          <p:nvPr/>
        </p:nvPicPr>
        <p:blipFill>
          <a:blip r:embed="rId22"/>
          <a:stretch>
            <a:fillRect/>
          </a:stretch>
        </p:blipFill>
        <p:spPr>
          <a:xfrm>
            <a:off x="571500" y="3030736"/>
            <a:ext cx="5429250" cy="1557338"/>
          </a:xfrm>
          <a:prstGeom prst="rect">
            <a:avLst/>
          </a:prstGeom>
        </p:spPr>
      </p:pic>
      <p:pic>
        <p:nvPicPr>
          <p:cNvPr id="23" name="SK-14-img-22" descr="preencoded.png">    </p:cNvPr>
          <p:cNvPicPr>
            <a:picLocks noChangeAspect="1"/>
          </p:cNvPicPr>
          <p:nvPr/>
        </p:nvPicPr>
        <p:blipFill>
          <a:blip r:embed="rId23"/>
          <a:stretch>
            <a:fillRect/>
          </a:stretch>
        </p:blipFill>
        <p:spPr>
          <a:xfrm>
            <a:off x="762000" y="3188940"/>
            <a:ext cx="238125" cy="190500"/>
          </a:xfrm>
          <a:prstGeom prst="rect">
            <a:avLst/>
          </a:prstGeom>
        </p:spPr>
      </p:pic>
      <p:pic>
        <p:nvPicPr>
          <p:cNvPr id="24" name="SK-14-img-23" descr="preencoded.png">    </p:cNvPr>
          <p:cNvPicPr>
            <a:picLocks noChangeAspect="1"/>
          </p:cNvPicPr>
          <p:nvPr/>
        </p:nvPicPr>
        <p:blipFill>
          <a:blip r:embed="rId24"/>
          <a:stretch>
            <a:fillRect/>
          </a:stretch>
        </p:blipFill>
        <p:spPr>
          <a:xfrm>
            <a:off x="762000" y="3468886"/>
            <a:ext cx="990600" cy="209550"/>
          </a:xfrm>
          <a:prstGeom prst="rect">
            <a:avLst/>
          </a:prstGeom>
        </p:spPr>
      </p:pic>
      <p:pic>
        <p:nvPicPr>
          <p:cNvPr id="25" name="SK-14-img-24" descr="preencoded.png">    </p:cNvPr>
          <p:cNvPicPr>
            <a:picLocks noChangeAspect="1"/>
          </p:cNvPicPr>
          <p:nvPr/>
        </p:nvPicPr>
        <p:blipFill>
          <a:blip r:embed="rId25"/>
          <a:stretch>
            <a:fillRect/>
          </a:stretch>
        </p:blipFill>
        <p:spPr>
          <a:xfrm>
            <a:off x="1828800" y="3468886"/>
            <a:ext cx="1057275" cy="209550"/>
          </a:xfrm>
          <a:prstGeom prst="rect">
            <a:avLst/>
          </a:prstGeom>
        </p:spPr>
      </p:pic>
      <p:pic>
        <p:nvPicPr>
          <p:cNvPr id="26" name="SK-14-img-25" descr="preencoded.png">    </p:cNvPr>
          <p:cNvPicPr>
            <a:picLocks noChangeAspect="1"/>
          </p:cNvPicPr>
          <p:nvPr/>
        </p:nvPicPr>
        <p:blipFill>
          <a:blip r:embed="rId26"/>
          <a:stretch>
            <a:fillRect/>
          </a:stretch>
        </p:blipFill>
        <p:spPr>
          <a:xfrm>
            <a:off x="762000" y="4249936"/>
            <a:ext cx="5048250" cy="242888"/>
          </a:xfrm>
          <a:prstGeom prst="rect">
            <a:avLst/>
          </a:prstGeom>
        </p:spPr>
      </p:pic>
      <p:pic>
        <p:nvPicPr>
          <p:cNvPr id="27" name="SK-14-img-26" descr="preencoded.png">    </p:cNvPr>
          <p:cNvPicPr>
            <a:picLocks noChangeAspect="1"/>
          </p:cNvPicPr>
          <p:nvPr/>
        </p:nvPicPr>
        <p:blipFill>
          <a:blip r:embed="rId27"/>
          <a:stretch>
            <a:fillRect/>
          </a:stretch>
        </p:blipFill>
        <p:spPr>
          <a:xfrm>
            <a:off x="762000" y="4337000"/>
            <a:ext cx="154781" cy="125760"/>
          </a:xfrm>
          <a:prstGeom prst="rect">
            <a:avLst/>
          </a:prstGeom>
        </p:spPr>
      </p:pic>
      <p:pic>
        <p:nvPicPr>
          <p:cNvPr id="28" name="SK-14-img-27" descr="preencoded.png">    </p:cNvPr>
          <p:cNvPicPr>
            <a:picLocks noChangeAspect="1"/>
          </p:cNvPicPr>
          <p:nvPr/>
        </p:nvPicPr>
        <p:blipFill>
          <a:blip r:embed="rId28"/>
          <a:stretch>
            <a:fillRect/>
          </a:stretch>
        </p:blipFill>
        <p:spPr>
          <a:xfrm>
            <a:off x="6191250" y="3030736"/>
            <a:ext cx="5429250" cy="1557338"/>
          </a:xfrm>
          <a:prstGeom prst="rect">
            <a:avLst/>
          </a:prstGeom>
        </p:spPr>
      </p:pic>
      <p:pic>
        <p:nvPicPr>
          <p:cNvPr id="29" name="SK-14-img-28" descr="preencoded.png">    </p:cNvPr>
          <p:cNvPicPr>
            <a:picLocks noChangeAspect="1"/>
          </p:cNvPicPr>
          <p:nvPr/>
        </p:nvPicPr>
        <p:blipFill>
          <a:blip r:embed="rId29"/>
          <a:stretch>
            <a:fillRect/>
          </a:stretch>
        </p:blipFill>
        <p:spPr>
          <a:xfrm>
            <a:off x="6381750" y="3188940"/>
            <a:ext cx="238125" cy="190500"/>
          </a:xfrm>
          <a:prstGeom prst="rect">
            <a:avLst/>
          </a:prstGeom>
        </p:spPr>
      </p:pic>
      <p:pic>
        <p:nvPicPr>
          <p:cNvPr id="30" name="SK-14-img-29" descr="preencoded.png">    </p:cNvPr>
          <p:cNvPicPr>
            <a:picLocks noChangeAspect="1"/>
          </p:cNvPicPr>
          <p:nvPr/>
        </p:nvPicPr>
        <p:blipFill>
          <a:blip r:embed="rId30"/>
          <a:stretch>
            <a:fillRect/>
          </a:stretch>
        </p:blipFill>
        <p:spPr>
          <a:xfrm>
            <a:off x="6381750" y="3468886"/>
            <a:ext cx="1190625" cy="209550"/>
          </a:xfrm>
          <a:prstGeom prst="rect">
            <a:avLst/>
          </a:prstGeom>
        </p:spPr>
      </p:pic>
      <p:pic>
        <p:nvPicPr>
          <p:cNvPr id="31" name="SK-14-img-30" descr="preencoded.png">    </p:cNvPr>
          <p:cNvPicPr>
            <a:picLocks noChangeAspect="1"/>
          </p:cNvPicPr>
          <p:nvPr/>
        </p:nvPicPr>
        <p:blipFill>
          <a:blip r:embed="rId31"/>
          <a:stretch>
            <a:fillRect/>
          </a:stretch>
        </p:blipFill>
        <p:spPr>
          <a:xfrm>
            <a:off x="7648575" y="3468886"/>
            <a:ext cx="1057275" cy="209550"/>
          </a:xfrm>
          <a:prstGeom prst="rect">
            <a:avLst/>
          </a:prstGeom>
        </p:spPr>
      </p:pic>
      <p:pic>
        <p:nvPicPr>
          <p:cNvPr id="32" name="SK-14-img-31" descr="preencoded.png">    </p:cNvPr>
          <p:cNvPicPr>
            <a:picLocks noChangeAspect="1"/>
          </p:cNvPicPr>
          <p:nvPr/>
        </p:nvPicPr>
        <p:blipFill>
          <a:blip r:embed="rId32"/>
          <a:stretch>
            <a:fillRect/>
          </a:stretch>
        </p:blipFill>
        <p:spPr>
          <a:xfrm>
            <a:off x="6381750" y="4249936"/>
            <a:ext cx="5048250" cy="242888"/>
          </a:xfrm>
          <a:prstGeom prst="rect">
            <a:avLst/>
          </a:prstGeom>
        </p:spPr>
      </p:pic>
      <p:pic>
        <p:nvPicPr>
          <p:cNvPr id="33" name="SK-14-img-32" descr="preencoded.png">    </p:cNvPr>
          <p:cNvPicPr>
            <a:picLocks noChangeAspect="1"/>
          </p:cNvPicPr>
          <p:nvPr/>
        </p:nvPicPr>
        <p:blipFill>
          <a:blip r:embed="rId33"/>
          <a:stretch>
            <a:fillRect/>
          </a:stretch>
        </p:blipFill>
        <p:spPr>
          <a:xfrm>
            <a:off x="6381750" y="4337000"/>
            <a:ext cx="154781" cy="125760"/>
          </a:xfrm>
          <a:prstGeom prst="rect">
            <a:avLst/>
          </a:prstGeom>
        </p:spPr>
      </p:pic>
      <p:pic>
        <p:nvPicPr>
          <p:cNvPr id="34" name="SK-14-img-33" descr="preencoded.png">    </p:cNvPr>
          <p:cNvPicPr>
            <a:picLocks noChangeAspect="1"/>
          </p:cNvPicPr>
          <p:nvPr/>
        </p:nvPicPr>
        <p:blipFill>
          <a:blip r:embed="rId34"/>
          <a:stretch>
            <a:fillRect/>
          </a:stretch>
        </p:blipFill>
        <p:spPr>
          <a:xfrm>
            <a:off x="571500" y="4683323"/>
            <a:ext cx="5429250" cy="1557338"/>
          </a:xfrm>
          <a:prstGeom prst="rect">
            <a:avLst/>
          </a:prstGeom>
        </p:spPr>
      </p:pic>
      <p:pic>
        <p:nvPicPr>
          <p:cNvPr id="35" name="SK-14-img-34" descr="preencoded.png">    </p:cNvPr>
          <p:cNvPicPr>
            <a:picLocks noChangeAspect="1"/>
          </p:cNvPicPr>
          <p:nvPr/>
        </p:nvPicPr>
        <p:blipFill>
          <a:blip r:embed="rId35"/>
          <a:stretch>
            <a:fillRect/>
          </a:stretch>
        </p:blipFill>
        <p:spPr>
          <a:xfrm>
            <a:off x="762000" y="4841528"/>
            <a:ext cx="238125" cy="190500"/>
          </a:xfrm>
          <a:prstGeom prst="rect">
            <a:avLst/>
          </a:prstGeom>
        </p:spPr>
      </p:pic>
      <p:pic>
        <p:nvPicPr>
          <p:cNvPr id="36" name="SK-14-img-35" descr="preencoded.png">    </p:cNvPr>
          <p:cNvPicPr>
            <a:picLocks noChangeAspect="1"/>
          </p:cNvPicPr>
          <p:nvPr/>
        </p:nvPicPr>
        <p:blipFill>
          <a:blip r:embed="rId36"/>
          <a:stretch>
            <a:fillRect/>
          </a:stretch>
        </p:blipFill>
        <p:spPr>
          <a:xfrm>
            <a:off x="762000" y="5121473"/>
            <a:ext cx="990600" cy="209550"/>
          </a:xfrm>
          <a:prstGeom prst="rect">
            <a:avLst/>
          </a:prstGeom>
        </p:spPr>
      </p:pic>
      <p:pic>
        <p:nvPicPr>
          <p:cNvPr id="37" name="SK-14-img-36" descr="preencoded.png">    </p:cNvPr>
          <p:cNvPicPr>
            <a:picLocks noChangeAspect="1"/>
          </p:cNvPicPr>
          <p:nvPr/>
        </p:nvPicPr>
        <p:blipFill>
          <a:blip r:embed="rId37"/>
          <a:stretch>
            <a:fillRect/>
          </a:stretch>
        </p:blipFill>
        <p:spPr>
          <a:xfrm>
            <a:off x="1828800" y="5121473"/>
            <a:ext cx="790575" cy="209550"/>
          </a:xfrm>
          <a:prstGeom prst="rect">
            <a:avLst/>
          </a:prstGeom>
        </p:spPr>
      </p:pic>
      <p:pic>
        <p:nvPicPr>
          <p:cNvPr id="38" name="SK-14-img-37" descr="preencoded.png">    </p:cNvPr>
          <p:cNvPicPr>
            <a:picLocks noChangeAspect="1"/>
          </p:cNvPicPr>
          <p:nvPr/>
        </p:nvPicPr>
        <p:blipFill>
          <a:blip r:embed="rId38"/>
          <a:stretch>
            <a:fillRect/>
          </a:stretch>
        </p:blipFill>
        <p:spPr>
          <a:xfrm>
            <a:off x="762000" y="5902523"/>
            <a:ext cx="5048250" cy="242888"/>
          </a:xfrm>
          <a:prstGeom prst="rect">
            <a:avLst/>
          </a:prstGeom>
        </p:spPr>
      </p:pic>
      <p:pic>
        <p:nvPicPr>
          <p:cNvPr id="39" name="SK-14-img-38" descr="preencoded.png">    </p:cNvPr>
          <p:cNvPicPr>
            <a:picLocks noChangeAspect="1"/>
          </p:cNvPicPr>
          <p:nvPr/>
        </p:nvPicPr>
        <p:blipFill>
          <a:blip r:embed="rId39"/>
          <a:stretch>
            <a:fillRect/>
          </a:stretch>
        </p:blipFill>
        <p:spPr>
          <a:xfrm>
            <a:off x="762000" y="5989588"/>
            <a:ext cx="154781" cy="125760"/>
          </a:xfrm>
          <a:prstGeom prst="rect">
            <a:avLst/>
          </a:prstGeom>
        </p:spPr>
      </p:pic>
      <p:pic>
        <p:nvPicPr>
          <p:cNvPr id="40" name="SK-14-img-39" descr="preencoded.png">    </p:cNvPr>
          <p:cNvPicPr>
            <a:picLocks noChangeAspect="1"/>
          </p:cNvPicPr>
          <p:nvPr/>
        </p:nvPicPr>
        <p:blipFill>
          <a:blip r:embed="rId40"/>
          <a:stretch>
            <a:fillRect/>
          </a:stretch>
        </p:blipFill>
        <p:spPr>
          <a:xfrm>
            <a:off x="6191250" y="4683323"/>
            <a:ext cx="5429250" cy="1557338"/>
          </a:xfrm>
          <a:prstGeom prst="rect">
            <a:avLst/>
          </a:prstGeom>
        </p:spPr>
      </p:pic>
      <p:pic>
        <p:nvPicPr>
          <p:cNvPr id="41" name="SK-14-img-40" descr="preencoded.png">    </p:cNvPr>
          <p:cNvPicPr>
            <a:picLocks noChangeAspect="1"/>
          </p:cNvPicPr>
          <p:nvPr/>
        </p:nvPicPr>
        <p:blipFill>
          <a:blip r:embed="rId41"/>
          <a:stretch>
            <a:fillRect/>
          </a:stretch>
        </p:blipFill>
        <p:spPr>
          <a:xfrm>
            <a:off x="6381750" y="4841528"/>
            <a:ext cx="238125" cy="190500"/>
          </a:xfrm>
          <a:prstGeom prst="rect">
            <a:avLst/>
          </a:prstGeom>
        </p:spPr>
      </p:pic>
      <p:pic>
        <p:nvPicPr>
          <p:cNvPr id="42" name="SK-14-img-41" descr="preencoded.png">    </p:cNvPr>
          <p:cNvPicPr>
            <a:picLocks noChangeAspect="1"/>
          </p:cNvPicPr>
          <p:nvPr/>
        </p:nvPicPr>
        <p:blipFill>
          <a:blip r:embed="rId42"/>
          <a:stretch>
            <a:fillRect/>
          </a:stretch>
        </p:blipFill>
        <p:spPr>
          <a:xfrm>
            <a:off x="6381750" y="5121473"/>
            <a:ext cx="790575" cy="209550"/>
          </a:xfrm>
          <a:prstGeom prst="rect">
            <a:avLst/>
          </a:prstGeom>
        </p:spPr>
      </p:pic>
      <p:pic>
        <p:nvPicPr>
          <p:cNvPr id="43" name="SK-14-img-42" descr="preencoded.png">    </p:cNvPr>
          <p:cNvPicPr>
            <a:picLocks noChangeAspect="1"/>
          </p:cNvPicPr>
          <p:nvPr/>
        </p:nvPicPr>
        <p:blipFill>
          <a:blip r:embed="rId43"/>
          <a:stretch>
            <a:fillRect/>
          </a:stretch>
        </p:blipFill>
        <p:spPr>
          <a:xfrm>
            <a:off x="7248525" y="5121473"/>
            <a:ext cx="857250" cy="209550"/>
          </a:xfrm>
          <a:prstGeom prst="rect">
            <a:avLst/>
          </a:prstGeom>
        </p:spPr>
      </p:pic>
      <p:pic>
        <p:nvPicPr>
          <p:cNvPr id="44" name="SK-14-img-43" descr="preencoded.png">    </p:cNvPr>
          <p:cNvPicPr>
            <a:picLocks noChangeAspect="1"/>
          </p:cNvPicPr>
          <p:nvPr/>
        </p:nvPicPr>
        <p:blipFill>
          <a:blip r:embed="rId44"/>
          <a:stretch>
            <a:fillRect/>
          </a:stretch>
        </p:blipFill>
        <p:spPr>
          <a:xfrm>
            <a:off x="6381750" y="5902523"/>
            <a:ext cx="5048250" cy="242888"/>
          </a:xfrm>
          <a:prstGeom prst="rect">
            <a:avLst/>
          </a:prstGeom>
        </p:spPr>
      </p:pic>
      <p:pic>
        <p:nvPicPr>
          <p:cNvPr id="45" name="SK-14-img-44" descr="preencoded.png">    </p:cNvPr>
          <p:cNvPicPr>
            <a:picLocks noChangeAspect="1"/>
          </p:cNvPicPr>
          <p:nvPr/>
        </p:nvPicPr>
        <p:blipFill>
          <a:blip r:embed="rId45"/>
          <a:stretch>
            <a:fillRect/>
          </a:stretch>
        </p:blipFill>
        <p:spPr>
          <a:xfrm>
            <a:off x="6381750" y="5989588"/>
            <a:ext cx="154781" cy="125760"/>
          </a:xfrm>
          <a:prstGeom prst="rect">
            <a:avLst/>
          </a:prstGeom>
        </p:spPr>
      </p:pic>
      <p:sp>
        <p:nvSpPr>
          <p:cNvPr id="46" name="SK-14-text-45"/>
          <p:cNvSpPr/>
          <p:nvPr/>
        </p:nvSpPr>
        <p:spPr>
          <a:xfrm>
            <a:off x="647700" y="180975"/>
            <a:ext cx="2403764"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a:t>
            </a:r>
            <a:endParaRPr lang="en-US" sz="1050" dirty="0"/>
          </a:p>
        </p:txBody>
      </p:sp>
      <p:sp>
        <p:nvSpPr>
          <p:cNvPr id="47" name="SK-14-text-46"/>
          <p:cNvSpPr/>
          <p:nvPr/>
        </p:nvSpPr>
        <p:spPr>
          <a:xfrm>
            <a:off x="571500" y="495300"/>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核心技术：RAG混合检索与证据重排</a:t>
            </a:r>
            <a:endParaRPr lang="en-US" sz="2550" dirty="0"/>
          </a:p>
        </p:txBody>
      </p:sp>
      <p:sp>
        <p:nvSpPr>
          <p:cNvPr id="48" name="SK-14-text-47"/>
          <p:cNvSpPr/>
          <p:nvPr/>
        </p:nvSpPr>
        <p:spPr>
          <a:xfrm>
            <a:off x="685800" y="1095375"/>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结合向量与BM25混合检索、QA自动衍生引擎及多模型重排，实现精准的文献溯源与知识召回。</a:t>
            </a:r>
            <a:endParaRPr lang="en-US" sz="1200" dirty="0"/>
          </a:p>
        </p:txBody>
      </p:sp>
      <p:sp>
        <p:nvSpPr>
          <p:cNvPr id="49" name="SK-14-text-48"/>
          <p:cNvSpPr/>
          <p:nvPr/>
        </p:nvSpPr>
        <p:spPr>
          <a:xfrm>
            <a:off x="1316831" y="2085975"/>
            <a:ext cx="1114425" cy="257175"/>
          </a:xfrm>
          <a:prstGeom prst="rect">
            <a:avLst/>
          </a:prstGeom>
          <a:noFill/>
          <a:ln/>
        </p:spPr>
        <p:txBody>
          <a:bodyPr wrap="square" lIns="0" tIns="0" rIns="0" bIns="0" rtlCol="0" anchor="ctr" vert="horz"/>
          <a:lstStyle/>
          <a:p>
            <a:pPr algn="ctr" indent="0" marL="0">
              <a:lnSpc>
                <a:spcPts val="2025"/>
              </a:lnSpc>
              <a:buNone/>
            </a:pPr>
            <a:r>
              <a:rPr lang="en-US" sz="1350" b="1" dirty="0">
                <a:solidFill>
                  <a:srgbClr val="00F5FF"/>
                </a:solidFill>
                <a:latin typeface="Noto Sans SC" pitchFamily="34" charset="0"/>
                <a:ea typeface="Noto Sans SC" pitchFamily="34" charset="-122"/>
                <a:cs typeface="Noto Sans SC" pitchFamily="34" charset="-120"/>
              </a:rPr>
              <a:t>双路并发检索</a:t>
            </a:r>
            <a:endParaRPr lang="en-US" sz="1350" dirty="0"/>
          </a:p>
        </p:txBody>
      </p:sp>
      <p:sp>
        <p:nvSpPr>
          <p:cNvPr id="50" name="SK-14-text-49"/>
          <p:cNvSpPr/>
          <p:nvPr/>
        </p:nvSpPr>
        <p:spPr>
          <a:xfrm>
            <a:off x="1269206" y="2400300"/>
            <a:ext cx="1209675" cy="373261"/>
          </a:xfrm>
          <a:prstGeom prst="rect">
            <a:avLst/>
          </a:prstGeom>
          <a:noFill/>
          <a:ln/>
        </p:spPr>
        <p:txBody>
          <a:bodyPr wrap="square" lIns="0" tIns="0" rIns="0" bIns="0" rtlCol="0" anchor="ctr" vert="horz"/>
          <a:lstStyle/>
          <a:p>
            <a:pPr algn="ct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ChromaDB语义向量</a:t>
            </a:r>
            <a:endParaRPr lang="en-US" sz="1050" dirty="0"/>
          </a:p>
          <a:p>
            <a:pPr algn="ct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 BM25关键词匹配</a:t>
            </a:r>
            <a:endParaRPr lang="en-US" sz="1050" dirty="0"/>
          </a:p>
        </p:txBody>
      </p:sp>
      <p:sp>
        <p:nvSpPr>
          <p:cNvPr id="51" name="SK-14-text-50"/>
          <p:cNvSpPr/>
          <p:nvPr/>
        </p:nvSpPr>
        <p:spPr>
          <a:xfrm>
            <a:off x="4131469" y="2085975"/>
            <a:ext cx="1114425" cy="257175"/>
          </a:xfrm>
          <a:prstGeom prst="rect">
            <a:avLst/>
          </a:prstGeom>
          <a:noFill/>
          <a:ln/>
        </p:spPr>
        <p:txBody>
          <a:bodyPr wrap="square" lIns="0" tIns="0" rIns="0" bIns="0" rtlCol="0" anchor="ctr" vert="horz"/>
          <a:lstStyle/>
          <a:p>
            <a:pPr algn="ctr" indent="0" marL="0">
              <a:lnSpc>
                <a:spcPts val="2025"/>
              </a:lnSpc>
              <a:buNone/>
            </a:pPr>
            <a:r>
              <a:rPr lang="en-US" sz="1350" b="1" dirty="0">
                <a:solidFill>
                  <a:srgbClr val="00F5FF"/>
                </a:solidFill>
                <a:latin typeface="Noto Sans SC" pitchFamily="34" charset="0"/>
                <a:ea typeface="Noto Sans SC" pitchFamily="34" charset="-122"/>
                <a:cs typeface="Noto Sans SC" pitchFamily="34" charset="-120"/>
              </a:rPr>
              <a:t>混合结果去重</a:t>
            </a:r>
            <a:endParaRPr lang="en-US" sz="1350" dirty="0"/>
          </a:p>
        </p:txBody>
      </p:sp>
      <p:sp>
        <p:nvSpPr>
          <p:cNvPr id="52" name="SK-14-text-51"/>
          <p:cNvSpPr/>
          <p:nvPr/>
        </p:nvSpPr>
        <p:spPr>
          <a:xfrm>
            <a:off x="4155281" y="2400300"/>
            <a:ext cx="1066800" cy="373261"/>
          </a:xfrm>
          <a:prstGeom prst="rect">
            <a:avLst/>
          </a:prstGeom>
          <a:noFill/>
          <a:ln/>
        </p:spPr>
        <p:txBody>
          <a:bodyPr wrap="square" lIns="0" tIns="0" rIns="0" bIns="0" rtlCol="0" anchor="ctr" vert="horz"/>
          <a:lstStyle/>
          <a:p>
            <a:pPr algn="ct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融合多路检索召回</a:t>
            </a:r>
            <a:endParaRPr lang="en-US" sz="1050" dirty="0"/>
          </a:p>
          <a:p>
            <a:pPr algn="ct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消除冗余知识片段</a:t>
            </a:r>
            <a:endParaRPr lang="en-US" sz="1050" dirty="0"/>
          </a:p>
        </p:txBody>
      </p:sp>
      <p:sp>
        <p:nvSpPr>
          <p:cNvPr id="53" name="SK-14-text-52"/>
          <p:cNvSpPr/>
          <p:nvPr/>
        </p:nvSpPr>
        <p:spPr>
          <a:xfrm>
            <a:off x="6831806" y="2085975"/>
            <a:ext cx="1343025" cy="257175"/>
          </a:xfrm>
          <a:prstGeom prst="rect">
            <a:avLst/>
          </a:prstGeom>
          <a:noFill/>
          <a:ln/>
        </p:spPr>
        <p:txBody>
          <a:bodyPr wrap="square" lIns="0" tIns="0" rIns="0" bIns="0" rtlCol="0" anchor="ctr" vert="horz"/>
          <a:lstStyle/>
          <a:p>
            <a:pPr algn="ctr" indent="0" marL="0">
              <a:lnSpc>
                <a:spcPts val="2025"/>
              </a:lnSpc>
              <a:buNone/>
            </a:pPr>
            <a:r>
              <a:rPr lang="en-US" sz="1350" b="1" dirty="0">
                <a:solidFill>
                  <a:srgbClr val="00F5FF"/>
                </a:solidFill>
                <a:latin typeface="Noto Sans SC" pitchFamily="34" charset="0"/>
                <a:ea typeface="Noto Sans SC" pitchFamily="34" charset="-122"/>
                <a:cs typeface="Noto Sans SC" pitchFamily="34" charset="-120"/>
              </a:rPr>
              <a:t>gte-rerank 重排</a:t>
            </a:r>
            <a:endParaRPr lang="en-US" sz="1350" dirty="0"/>
          </a:p>
        </p:txBody>
      </p:sp>
      <p:sp>
        <p:nvSpPr>
          <p:cNvPr id="54" name="SK-14-text-53"/>
          <p:cNvSpPr/>
          <p:nvPr/>
        </p:nvSpPr>
        <p:spPr>
          <a:xfrm>
            <a:off x="6903244" y="2400300"/>
            <a:ext cx="1200150" cy="373261"/>
          </a:xfrm>
          <a:prstGeom prst="rect">
            <a:avLst/>
          </a:prstGeom>
          <a:noFill/>
          <a:ln/>
        </p:spPr>
        <p:txBody>
          <a:bodyPr wrap="square" lIns="0" tIns="0" rIns="0" bIns="0" rtlCol="0" anchor="ctr" vert="horz"/>
          <a:lstStyle/>
          <a:p>
            <a:pPr algn="ct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深度语义相关性评分</a:t>
            </a:r>
            <a:endParaRPr lang="en-US" sz="1050" dirty="0"/>
          </a:p>
          <a:p>
            <a:pPr algn="ct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精准定位核心证据</a:t>
            </a:r>
            <a:endParaRPr lang="en-US" sz="1050" dirty="0"/>
          </a:p>
        </p:txBody>
      </p:sp>
      <p:sp>
        <p:nvSpPr>
          <p:cNvPr id="55" name="SK-14-text-54"/>
          <p:cNvSpPr/>
          <p:nvPr/>
        </p:nvSpPr>
        <p:spPr>
          <a:xfrm>
            <a:off x="9760744" y="2085975"/>
            <a:ext cx="1114425" cy="257175"/>
          </a:xfrm>
          <a:prstGeom prst="rect">
            <a:avLst/>
          </a:prstGeom>
          <a:noFill/>
          <a:ln/>
        </p:spPr>
        <p:txBody>
          <a:bodyPr wrap="square" lIns="0" tIns="0" rIns="0" bIns="0" rtlCol="0" anchor="ctr" vert="horz"/>
          <a:lstStyle/>
          <a:p>
            <a:pPr algn="ctr" indent="0" marL="0">
              <a:lnSpc>
                <a:spcPts val="2025"/>
              </a:lnSpc>
              <a:buNone/>
            </a:pPr>
            <a:r>
              <a:rPr lang="en-US" sz="1350" b="1" dirty="0">
                <a:solidFill>
                  <a:srgbClr val="00F5FF"/>
                </a:solidFill>
                <a:latin typeface="Noto Sans SC" pitchFamily="34" charset="0"/>
                <a:ea typeface="Noto Sans SC" pitchFamily="34" charset="-122"/>
                <a:cs typeface="Noto Sans SC" pitchFamily="34" charset="-120"/>
              </a:rPr>
              <a:t>精准溯源标注</a:t>
            </a:r>
            <a:endParaRPr lang="en-US" sz="1350" dirty="0"/>
          </a:p>
        </p:txBody>
      </p:sp>
      <p:sp>
        <p:nvSpPr>
          <p:cNvPr id="56" name="SK-14-text-55"/>
          <p:cNvSpPr/>
          <p:nvPr/>
        </p:nvSpPr>
        <p:spPr>
          <a:xfrm>
            <a:off x="9713119" y="2400300"/>
            <a:ext cx="1209675" cy="373261"/>
          </a:xfrm>
          <a:prstGeom prst="rect">
            <a:avLst/>
          </a:prstGeom>
          <a:noFill/>
          <a:ln/>
        </p:spPr>
        <p:txBody>
          <a:bodyPr wrap="square" lIns="0" tIns="0" rIns="0" bIns="0" rtlCol="0" anchor="ctr" vert="horz"/>
          <a:lstStyle/>
          <a:p>
            <a:pPr algn="ct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强制来源标注</a:t>
            </a:r>
            <a:endParaRPr lang="en-US" sz="1050" dirty="0"/>
          </a:p>
          <a:p>
            <a:pPr algn="ct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文献名称 + 页码标签</a:t>
            </a:r>
            <a:endParaRPr lang="en-US" sz="1050" dirty="0"/>
          </a:p>
        </p:txBody>
      </p:sp>
      <p:sp>
        <p:nvSpPr>
          <p:cNvPr id="57" name="SK-14-text-56"/>
          <p:cNvSpPr/>
          <p:nvPr/>
        </p:nvSpPr>
        <p:spPr>
          <a:xfrm>
            <a:off x="1114425" y="3125986"/>
            <a:ext cx="30670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QA 自动衍生引擎</a:t>
            </a:r>
            <a:endParaRPr lang="en-US" sz="1500" dirty="0"/>
          </a:p>
        </p:txBody>
      </p:sp>
      <p:sp>
        <p:nvSpPr>
          <p:cNvPr id="58" name="SK-14-text-57"/>
          <p:cNvSpPr/>
          <p:nvPr/>
        </p:nvSpPr>
        <p:spPr>
          <a:xfrm>
            <a:off x="857250" y="3468886"/>
            <a:ext cx="1405597"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Recall Boost</a:t>
            </a:r>
            <a:endParaRPr lang="en-US" sz="900" dirty="0"/>
          </a:p>
        </p:txBody>
      </p:sp>
      <p:sp>
        <p:nvSpPr>
          <p:cNvPr id="59" name="SK-14-text-58"/>
          <p:cNvSpPr/>
          <p:nvPr/>
        </p:nvSpPr>
        <p:spPr>
          <a:xfrm>
            <a:off x="1924050" y="3468886"/>
            <a:ext cx="1538004"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Auto-Labeling</a:t>
            </a:r>
            <a:endParaRPr lang="en-US" sz="900" dirty="0"/>
          </a:p>
        </p:txBody>
      </p:sp>
      <p:sp>
        <p:nvSpPr>
          <p:cNvPr id="60" name="SK-14-text-59"/>
          <p:cNvSpPr/>
          <p:nvPr/>
        </p:nvSpPr>
        <p:spPr>
          <a:xfrm>
            <a:off x="762000" y="3735586"/>
            <a:ext cx="5048250" cy="457200"/>
          </a:xfrm>
          <a:prstGeom prst="rect">
            <a:avLst/>
          </a:prstGeom>
          <a:noFill/>
          <a:ln/>
        </p:spPr>
        <p:txBody>
          <a:bodyPr wrap="square" lIns="0" tIns="0" rIns="0" bIns="0" rtlCol="0" anchor="ctr" vert="horz"/>
          <a:lstStyle/>
          <a:p>
            <a:pPr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自动从 PDF 文档中衍生结构化问答对，并关联原文页码，解决长文本语义碎片化问题，大幅提升冷启动场景下的知识检索召回率。</a:t>
            </a:r>
            <a:endParaRPr lang="en-US" sz="1125" dirty="0"/>
          </a:p>
        </p:txBody>
      </p:sp>
      <p:sp>
        <p:nvSpPr>
          <p:cNvPr id="61" name="SK-14-text-60"/>
          <p:cNvSpPr/>
          <p:nvPr/>
        </p:nvSpPr>
        <p:spPr>
          <a:xfrm>
            <a:off x="992981" y="4249936"/>
            <a:ext cx="5048250" cy="242888"/>
          </a:xfrm>
          <a:prstGeom prst="rect">
            <a:avLst/>
          </a:prstGeom>
          <a:noFill/>
          <a:ln/>
        </p:spPr>
        <p:txBody>
          <a:bodyPr wrap="square" lIns="0" tIns="0" rIns="0" bIns="0" rtlCol="0" anchor="ctr" vert="horz"/>
          <a:lstStyle/>
          <a:p>
            <a:pPr indent="0" marL="0">
              <a:lnSpc>
                <a:spcPts val="1463"/>
              </a:lnSpc>
              <a:buNone/>
            </a:pPr>
            <a:r>
              <a:rPr lang="en-US" sz="975" dirty="0">
                <a:solidFill>
                  <a:srgbClr val="48BB78"/>
                </a:solidFill>
                <a:latin typeface="Noto Sans SC" pitchFamily="34" charset="0"/>
                <a:ea typeface="Noto Sans SC" pitchFamily="34" charset="-122"/>
                <a:cs typeface="Noto Sans SC" pitchFamily="34" charset="-120"/>
              </a:rPr>
              <a:t>检索召回率提升约 35%</a:t>
            </a:r>
            <a:endParaRPr lang="en-US" sz="975" dirty="0"/>
          </a:p>
        </p:txBody>
      </p:sp>
      <p:sp>
        <p:nvSpPr>
          <p:cNvPr id="62" name="SK-14-text-61"/>
          <p:cNvSpPr/>
          <p:nvPr/>
        </p:nvSpPr>
        <p:spPr>
          <a:xfrm>
            <a:off x="6734175" y="3125986"/>
            <a:ext cx="38290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多模型 Rerank 容灾</a:t>
            </a:r>
            <a:endParaRPr lang="en-US" sz="1500" dirty="0"/>
          </a:p>
        </p:txBody>
      </p:sp>
      <p:sp>
        <p:nvSpPr>
          <p:cNvPr id="63" name="SK-14-text-62"/>
          <p:cNvSpPr/>
          <p:nvPr/>
        </p:nvSpPr>
        <p:spPr>
          <a:xfrm>
            <a:off x="6477000" y="3468886"/>
            <a:ext cx="1804416"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Fault Tolerance</a:t>
            </a:r>
            <a:endParaRPr lang="en-US" sz="900" dirty="0"/>
          </a:p>
        </p:txBody>
      </p:sp>
      <p:sp>
        <p:nvSpPr>
          <p:cNvPr id="64" name="SK-14-text-63"/>
          <p:cNvSpPr/>
          <p:nvPr/>
        </p:nvSpPr>
        <p:spPr>
          <a:xfrm>
            <a:off x="7743825" y="3468886"/>
            <a:ext cx="1538004"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Hybrid Models</a:t>
            </a:r>
            <a:endParaRPr lang="en-US" sz="900" dirty="0"/>
          </a:p>
        </p:txBody>
      </p:sp>
      <p:sp>
        <p:nvSpPr>
          <p:cNvPr id="65" name="SK-14-text-64"/>
          <p:cNvSpPr/>
          <p:nvPr/>
        </p:nvSpPr>
        <p:spPr>
          <a:xfrm>
            <a:off x="6381750" y="3735586"/>
            <a:ext cx="5048250" cy="457200"/>
          </a:xfrm>
          <a:prstGeom prst="rect">
            <a:avLst/>
          </a:prstGeom>
          <a:noFill/>
          <a:ln/>
        </p:spPr>
        <p:txBody>
          <a:bodyPr wrap="square" lIns="0" tIns="0" rIns="0" bIns="0" rtlCol="0" anchor="ctr" vert="horz"/>
          <a:lstStyle/>
          <a:p>
            <a:pPr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预设 4 个候选重排模型自动切换。当主模型响应异常时，自动降级至备选模型或原始 BM25 结果，确保检索管道的高可用性。</a:t>
            </a:r>
            <a:endParaRPr lang="en-US" sz="1125" dirty="0"/>
          </a:p>
        </p:txBody>
      </p:sp>
      <p:sp>
        <p:nvSpPr>
          <p:cNvPr id="66" name="SK-14-text-65"/>
          <p:cNvSpPr/>
          <p:nvPr/>
        </p:nvSpPr>
        <p:spPr>
          <a:xfrm>
            <a:off x="6612731" y="4249936"/>
            <a:ext cx="5048250" cy="242888"/>
          </a:xfrm>
          <a:prstGeom prst="rect">
            <a:avLst/>
          </a:prstGeom>
          <a:noFill/>
          <a:ln/>
        </p:spPr>
        <p:txBody>
          <a:bodyPr wrap="square" lIns="0" tIns="0" rIns="0" bIns="0" rtlCol="0" anchor="ctr" vert="horz"/>
          <a:lstStyle/>
          <a:p>
            <a:pPr indent="0" marL="0">
              <a:lnSpc>
                <a:spcPts val="1463"/>
              </a:lnSpc>
              <a:buNone/>
            </a:pPr>
            <a:r>
              <a:rPr lang="en-US" sz="975" dirty="0">
                <a:solidFill>
                  <a:srgbClr val="48BB78"/>
                </a:solidFill>
                <a:latin typeface="Noto Sans SC" pitchFamily="34" charset="0"/>
                <a:ea typeface="Noto Sans SC" pitchFamily="34" charset="-122"/>
                <a:cs typeface="Noto Sans SC" pitchFamily="34" charset="-120"/>
              </a:rPr>
              <a:t>服务可用性保障 99.9%</a:t>
            </a:r>
            <a:endParaRPr lang="en-US" sz="975" dirty="0"/>
          </a:p>
        </p:txBody>
      </p:sp>
      <p:sp>
        <p:nvSpPr>
          <p:cNvPr id="67" name="SK-14-text-66"/>
          <p:cNvSpPr/>
          <p:nvPr/>
        </p:nvSpPr>
        <p:spPr>
          <a:xfrm>
            <a:off x="1114425" y="4778573"/>
            <a:ext cx="2381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并行检索管道</a:t>
            </a:r>
            <a:endParaRPr lang="en-US" sz="1500" dirty="0"/>
          </a:p>
        </p:txBody>
      </p:sp>
      <p:sp>
        <p:nvSpPr>
          <p:cNvPr id="68" name="SK-14-text-67"/>
          <p:cNvSpPr/>
          <p:nvPr/>
        </p:nvSpPr>
        <p:spPr>
          <a:xfrm>
            <a:off x="857250" y="5121473"/>
            <a:ext cx="1405597"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Asynchronous</a:t>
            </a:r>
            <a:endParaRPr lang="en-US" sz="900" dirty="0"/>
          </a:p>
        </p:txBody>
      </p:sp>
      <p:sp>
        <p:nvSpPr>
          <p:cNvPr id="69" name="SK-14-text-68"/>
          <p:cNvSpPr/>
          <p:nvPr/>
        </p:nvSpPr>
        <p:spPr>
          <a:xfrm>
            <a:off x="1924050" y="5121473"/>
            <a:ext cx="1013185"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Sub-Query</a:t>
            </a:r>
            <a:endParaRPr lang="en-US" sz="900" dirty="0"/>
          </a:p>
        </p:txBody>
      </p:sp>
      <p:sp>
        <p:nvSpPr>
          <p:cNvPr id="70" name="SK-14-text-69"/>
          <p:cNvSpPr/>
          <p:nvPr/>
        </p:nvSpPr>
        <p:spPr>
          <a:xfrm>
            <a:off x="762000" y="5388173"/>
            <a:ext cx="5048250" cy="457200"/>
          </a:xfrm>
          <a:prstGeom prst="rect">
            <a:avLst/>
          </a:prstGeom>
          <a:noFill/>
          <a:ln/>
        </p:spPr>
        <p:txBody>
          <a:bodyPr wrap="square" lIns="0" tIns="0" rIns="0" bIns="0" rtlCol="0" anchor="ctr" vert="horz"/>
          <a:lstStyle/>
          <a:p>
            <a:pPr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将复杂问题拆解为多个子意图并行检索。结合 MD5 键值与 300s TTL 缓存机制，避免重复计算，显著降低首 Token 响应延迟。</a:t>
            </a:r>
            <a:endParaRPr lang="en-US" sz="1125" dirty="0"/>
          </a:p>
        </p:txBody>
      </p:sp>
      <p:sp>
        <p:nvSpPr>
          <p:cNvPr id="71" name="SK-14-text-70"/>
          <p:cNvSpPr/>
          <p:nvPr/>
        </p:nvSpPr>
        <p:spPr>
          <a:xfrm>
            <a:off x="992981" y="5902523"/>
            <a:ext cx="5048250" cy="242888"/>
          </a:xfrm>
          <a:prstGeom prst="rect">
            <a:avLst/>
          </a:prstGeom>
          <a:noFill/>
          <a:ln/>
        </p:spPr>
        <p:txBody>
          <a:bodyPr wrap="square" lIns="0" tIns="0" rIns="0" bIns="0" rtlCol="0" anchor="ctr" vert="horz"/>
          <a:lstStyle/>
          <a:p>
            <a:pPr indent="0" marL="0">
              <a:lnSpc>
                <a:spcPts val="1463"/>
              </a:lnSpc>
              <a:buNone/>
            </a:pPr>
            <a:r>
              <a:rPr lang="en-US" sz="975" dirty="0">
                <a:solidFill>
                  <a:srgbClr val="48BB78"/>
                </a:solidFill>
                <a:latin typeface="Noto Sans SC" pitchFamily="34" charset="0"/>
                <a:ea typeface="Noto Sans SC" pitchFamily="34" charset="-122"/>
                <a:cs typeface="Noto Sans SC" pitchFamily="34" charset="-120"/>
              </a:rPr>
              <a:t>响应时间降低 50%+</a:t>
            </a:r>
            <a:endParaRPr lang="en-US" sz="975" dirty="0"/>
          </a:p>
        </p:txBody>
      </p:sp>
      <p:sp>
        <p:nvSpPr>
          <p:cNvPr id="72" name="SK-14-text-71"/>
          <p:cNvSpPr/>
          <p:nvPr/>
        </p:nvSpPr>
        <p:spPr>
          <a:xfrm>
            <a:off x="6734175" y="4778573"/>
            <a:ext cx="2381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证据覆盖策略</a:t>
            </a:r>
            <a:endParaRPr lang="en-US" sz="1500" dirty="0"/>
          </a:p>
        </p:txBody>
      </p:sp>
      <p:sp>
        <p:nvSpPr>
          <p:cNvPr id="73" name="SK-14-text-72"/>
          <p:cNvSpPr/>
          <p:nvPr/>
        </p:nvSpPr>
        <p:spPr>
          <a:xfrm>
            <a:off x="6477000" y="5121473"/>
            <a:ext cx="1013185"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Local RAG</a:t>
            </a:r>
            <a:endParaRPr lang="en-US" sz="900" dirty="0"/>
          </a:p>
        </p:txBody>
      </p:sp>
      <p:sp>
        <p:nvSpPr>
          <p:cNvPr id="74" name="SK-14-text-73"/>
          <p:cNvSpPr/>
          <p:nvPr/>
        </p:nvSpPr>
        <p:spPr>
          <a:xfrm>
            <a:off x="7343775" y="5121473"/>
            <a:ext cx="1143000"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PubMed API</a:t>
            </a:r>
            <a:endParaRPr lang="en-US" sz="900" dirty="0"/>
          </a:p>
        </p:txBody>
      </p:sp>
      <p:sp>
        <p:nvSpPr>
          <p:cNvPr id="75" name="SK-14-text-74"/>
          <p:cNvSpPr/>
          <p:nvPr/>
        </p:nvSpPr>
        <p:spPr>
          <a:xfrm>
            <a:off x="6381750" y="5388173"/>
            <a:ext cx="5048250" cy="457200"/>
          </a:xfrm>
          <a:prstGeom prst="rect">
            <a:avLst/>
          </a:prstGeom>
          <a:noFill/>
          <a:ln/>
        </p:spPr>
        <p:txBody>
          <a:bodyPr wrap="square" lIns="0" tIns="0" rIns="0" bIns="0" rtlCol="0" anchor="ctr" vert="horz"/>
          <a:lstStyle/>
          <a:p>
            <a:pPr indent="0" marL="0">
              <a:lnSpc>
                <a:spcPts val="1800"/>
              </a:lnSpc>
              <a:buNone/>
            </a:pPr>
            <a:r>
              <a:rPr lang="en-US" sz="1125" dirty="0">
                <a:solidFill>
                  <a:srgbClr val="A0AEC0"/>
                </a:solidFill>
                <a:latin typeface="Noto Sans SC" pitchFamily="34" charset="0"/>
                <a:ea typeface="Noto Sans SC" pitchFamily="34" charset="-122"/>
                <a:cs typeface="Noto Sans SC" pitchFamily="34" charset="-120"/>
              </a:rPr>
              <a:t>本地权威指南检索实现精准溯源，PubMed 接口提供国际前沿进展。双路证据互补，构建"权威指南 + 最新研究"的医学循证闭环。</a:t>
            </a:r>
            <a:endParaRPr lang="en-US" sz="1125" dirty="0"/>
          </a:p>
        </p:txBody>
      </p:sp>
      <p:sp>
        <p:nvSpPr>
          <p:cNvPr id="76" name="SK-14-text-75"/>
          <p:cNvSpPr/>
          <p:nvPr/>
        </p:nvSpPr>
        <p:spPr>
          <a:xfrm>
            <a:off x="6612731" y="5902523"/>
            <a:ext cx="5048250" cy="242888"/>
          </a:xfrm>
          <a:prstGeom prst="rect">
            <a:avLst/>
          </a:prstGeom>
          <a:noFill/>
          <a:ln/>
        </p:spPr>
        <p:txBody>
          <a:bodyPr wrap="square" lIns="0" tIns="0" rIns="0" bIns="0" rtlCol="0" anchor="ctr" vert="horz"/>
          <a:lstStyle/>
          <a:p>
            <a:pPr indent="0" marL="0">
              <a:lnSpc>
                <a:spcPts val="1463"/>
              </a:lnSpc>
              <a:buNone/>
            </a:pPr>
            <a:r>
              <a:rPr lang="en-US" sz="975" dirty="0">
                <a:solidFill>
                  <a:srgbClr val="48BB78"/>
                </a:solidFill>
                <a:latin typeface="Noto Sans SC" pitchFamily="34" charset="0"/>
                <a:ea typeface="Noto Sans SC" pitchFamily="34" charset="-122"/>
                <a:cs typeface="Noto Sans SC" pitchFamily="34" charset="-120"/>
              </a:rPr>
              <a:t>覆盖 8 级循证医学证据</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5-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5-img-2" descr="preencoded.png">    </p:cNvPr>
          <p:cNvPicPr>
            <a:picLocks noChangeAspect="1"/>
          </p:cNvPicPr>
          <p:nvPr/>
        </p:nvPicPr>
        <p:blipFill>
          <a:blip r:embed="rId3"/>
          <a:stretch>
            <a:fillRect/>
          </a:stretch>
        </p:blipFill>
        <p:spPr>
          <a:xfrm>
            <a:off x="571500" y="304800"/>
            <a:ext cx="1485900" cy="238125"/>
          </a:xfrm>
          <a:prstGeom prst="rect">
            <a:avLst/>
          </a:prstGeom>
        </p:spPr>
      </p:pic>
      <p:pic>
        <p:nvPicPr>
          <p:cNvPr id="4" name="SK-15-img-3" descr="preencoded.png">    </p:cNvPr>
          <p:cNvPicPr>
            <a:picLocks noChangeAspect="1"/>
          </p:cNvPicPr>
          <p:nvPr/>
        </p:nvPicPr>
        <p:blipFill>
          <a:blip r:embed="rId4"/>
          <a:stretch>
            <a:fillRect/>
          </a:stretch>
        </p:blipFill>
        <p:spPr>
          <a:xfrm>
            <a:off x="2171700" y="419100"/>
            <a:ext cx="9448800" cy="9525"/>
          </a:xfrm>
          <a:prstGeom prst="rect">
            <a:avLst/>
          </a:prstGeom>
        </p:spPr>
      </p:pic>
      <p:pic>
        <p:nvPicPr>
          <p:cNvPr id="5" name="SK-15-img-4" descr="preencoded.png">    </p:cNvPr>
          <p:cNvPicPr>
            <a:picLocks noChangeAspect="1"/>
          </p:cNvPicPr>
          <p:nvPr/>
        </p:nvPicPr>
        <p:blipFill>
          <a:blip r:embed="rId5"/>
          <a:stretch>
            <a:fillRect/>
          </a:stretch>
        </p:blipFill>
        <p:spPr>
          <a:xfrm>
            <a:off x="571500" y="1314450"/>
            <a:ext cx="38100" cy="38100"/>
          </a:xfrm>
          <a:prstGeom prst="rect">
            <a:avLst/>
          </a:prstGeom>
        </p:spPr>
      </p:pic>
      <p:pic>
        <p:nvPicPr>
          <p:cNvPr id="6" name="SK-15-img-5" descr="preencoded.png">    </p:cNvPr>
          <p:cNvPicPr>
            <a:picLocks noChangeAspect="1"/>
          </p:cNvPicPr>
          <p:nvPr/>
        </p:nvPicPr>
        <p:blipFill>
          <a:blip r:embed="rId6"/>
          <a:stretch>
            <a:fillRect/>
          </a:stretch>
        </p:blipFill>
        <p:spPr>
          <a:xfrm>
            <a:off x="571500" y="1600200"/>
            <a:ext cx="5627936" cy="3076575"/>
          </a:xfrm>
          <a:prstGeom prst="rect">
            <a:avLst/>
          </a:prstGeom>
        </p:spPr>
      </p:pic>
      <p:pic>
        <p:nvPicPr>
          <p:cNvPr id="7" name="SK-15-img-6" descr="preencoded.png">    </p:cNvPr>
          <p:cNvPicPr>
            <a:picLocks noChangeAspect="1"/>
          </p:cNvPicPr>
          <p:nvPr/>
        </p:nvPicPr>
        <p:blipFill>
          <a:blip r:embed="rId7"/>
          <a:stretch>
            <a:fillRect/>
          </a:stretch>
        </p:blipFill>
        <p:spPr>
          <a:xfrm>
            <a:off x="571500" y="1600200"/>
            <a:ext cx="5627936" cy="3076575"/>
          </a:xfrm>
          <a:prstGeom prst="rect">
            <a:avLst/>
          </a:prstGeom>
        </p:spPr>
      </p:pic>
      <p:pic>
        <p:nvPicPr>
          <p:cNvPr id="8" name="SK-15-img-7" descr="preencoded.png">    </p:cNvPr>
          <p:cNvPicPr>
            <a:picLocks noChangeAspect="1"/>
          </p:cNvPicPr>
          <p:nvPr/>
        </p:nvPicPr>
        <p:blipFill>
          <a:blip r:embed="rId8"/>
          <a:stretch>
            <a:fillRect/>
          </a:stretch>
        </p:blipFill>
        <p:spPr>
          <a:xfrm>
            <a:off x="571500" y="4800600"/>
            <a:ext cx="5627936" cy="1862138"/>
          </a:xfrm>
          <a:prstGeom prst="rect">
            <a:avLst/>
          </a:prstGeom>
        </p:spPr>
      </p:pic>
      <p:pic>
        <p:nvPicPr>
          <p:cNvPr id="9" name="SK-15-img-8" descr="preencoded.png">    </p:cNvPr>
          <p:cNvPicPr>
            <a:picLocks noChangeAspect="1"/>
          </p:cNvPicPr>
          <p:nvPr/>
        </p:nvPicPr>
        <p:blipFill>
          <a:blip r:embed="rId9"/>
          <a:stretch>
            <a:fillRect/>
          </a:stretch>
        </p:blipFill>
        <p:spPr>
          <a:xfrm>
            <a:off x="723900" y="4993481"/>
            <a:ext cx="1577578" cy="352425"/>
          </a:xfrm>
          <a:prstGeom prst="rect">
            <a:avLst/>
          </a:prstGeom>
        </p:spPr>
      </p:pic>
      <p:pic>
        <p:nvPicPr>
          <p:cNvPr id="10" name="SK-15-img-9" descr="preencoded.png">    </p:cNvPr>
          <p:cNvPicPr>
            <a:picLocks noChangeAspect="1"/>
          </p:cNvPicPr>
          <p:nvPr/>
        </p:nvPicPr>
        <p:blipFill>
          <a:blip r:embed="rId10"/>
          <a:stretch>
            <a:fillRect/>
          </a:stretch>
        </p:blipFill>
        <p:spPr>
          <a:xfrm>
            <a:off x="1038820" y="5101084"/>
            <a:ext cx="166688" cy="137220"/>
          </a:xfrm>
          <a:prstGeom prst="rect">
            <a:avLst/>
          </a:prstGeom>
        </p:spPr>
      </p:pic>
      <p:pic>
        <p:nvPicPr>
          <p:cNvPr id="11" name="SK-15-img-10" descr="preencoded.png">    </p:cNvPr>
          <p:cNvPicPr>
            <a:picLocks noChangeAspect="1"/>
          </p:cNvPicPr>
          <p:nvPr/>
        </p:nvPicPr>
        <p:blipFill>
          <a:blip r:embed="rId11"/>
          <a:stretch>
            <a:fillRect/>
          </a:stretch>
        </p:blipFill>
        <p:spPr>
          <a:xfrm>
            <a:off x="2377678" y="5112544"/>
            <a:ext cx="142875" cy="114300"/>
          </a:xfrm>
          <a:prstGeom prst="rect">
            <a:avLst/>
          </a:prstGeom>
        </p:spPr>
      </p:pic>
      <p:pic>
        <p:nvPicPr>
          <p:cNvPr id="12" name="SK-15-img-11" descr="preencoded.png">    </p:cNvPr>
          <p:cNvPicPr>
            <a:picLocks noChangeAspect="1"/>
          </p:cNvPicPr>
          <p:nvPr/>
        </p:nvPicPr>
        <p:blipFill>
          <a:blip r:embed="rId12"/>
          <a:stretch>
            <a:fillRect/>
          </a:stretch>
        </p:blipFill>
        <p:spPr>
          <a:xfrm>
            <a:off x="2596753" y="4993481"/>
            <a:ext cx="1577578" cy="352425"/>
          </a:xfrm>
          <a:prstGeom prst="rect">
            <a:avLst/>
          </a:prstGeom>
        </p:spPr>
      </p:pic>
      <p:pic>
        <p:nvPicPr>
          <p:cNvPr id="13" name="SK-15-img-12" descr="preencoded.png">    </p:cNvPr>
          <p:cNvPicPr>
            <a:picLocks noChangeAspect="1"/>
          </p:cNvPicPr>
          <p:nvPr/>
        </p:nvPicPr>
        <p:blipFill>
          <a:blip r:embed="rId13"/>
          <a:stretch>
            <a:fillRect/>
          </a:stretch>
        </p:blipFill>
        <p:spPr>
          <a:xfrm>
            <a:off x="2816423" y="5101084"/>
            <a:ext cx="166688" cy="137220"/>
          </a:xfrm>
          <a:prstGeom prst="rect">
            <a:avLst/>
          </a:prstGeom>
        </p:spPr>
      </p:pic>
      <p:pic>
        <p:nvPicPr>
          <p:cNvPr id="14" name="SK-15-img-13" descr="preencoded.png">    </p:cNvPr>
          <p:cNvPicPr>
            <a:picLocks noChangeAspect="1"/>
          </p:cNvPicPr>
          <p:nvPr/>
        </p:nvPicPr>
        <p:blipFill>
          <a:blip r:embed="rId14"/>
          <a:stretch>
            <a:fillRect/>
          </a:stretch>
        </p:blipFill>
        <p:spPr>
          <a:xfrm>
            <a:off x="4250531" y="5112544"/>
            <a:ext cx="142875" cy="114300"/>
          </a:xfrm>
          <a:prstGeom prst="rect">
            <a:avLst/>
          </a:prstGeom>
        </p:spPr>
      </p:pic>
      <p:pic>
        <p:nvPicPr>
          <p:cNvPr id="15" name="SK-15-img-14" descr="preencoded.png">    </p:cNvPr>
          <p:cNvPicPr>
            <a:picLocks noChangeAspect="1"/>
          </p:cNvPicPr>
          <p:nvPr/>
        </p:nvPicPr>
        <p:blipFill>
          <a:blip r:embed="rId15"/>
          <a:stretch>
            <a:fillRect/>
          </a:stretch>
        </p:blipFill>
        <p:spPr>
          <a:xfrm>
            <a:off x="4469606" y="4993481"/>
            <a:ext cx="1577578" cy="352425"/>
          </a:xfrm>
          <a:prstGeom prst="rect">
            <a:avLst/>
          </a:prstGeom>
        </p:spPr>
      </p:pic>
      <p:pic>
        <p:nvPicPr>
          <p:cNvPr id="16" name="SK-15-img-15" descr="preencoded.png">    </p:cNvPr>
          <p:cNvPicPr>
            <a:picLocks noChangeAspect="1"/>
          </p:cNvPicPr>
          <p:nvPr/>
        </p:nvPicPr>
        <p:blipFill>
          <a:blip r:embed="rId16"/>
          <a:stretch>
            <a:fillRect/>
          </a:stretch>
        </p:blipFill>
        <p:spPr>
          <a:xfrm>
            <a:off x="4703564" y="5101084"/>
            <a:ext cx="166688" cy="137220"/>
          </a:xfrm>
          <a:prstGeom prst="rect">
            <a:avLst/>
          </a:prstGeom>
        </p:spPr>
      </p:pic>
      <p:pic>
        <p:nvPicPr>
          <p:cNvPr id="17" name="SK-15-img-16" descr="preencoded.png">    </p:cNvPr>
          <p:cNvPicPr>
            <a:picLocks noChangeAspect="1"/>
          </p:cNvPicPr>
          <p:nvPr/>
        </p:nvPicPr>
        <p:blipFill>
          <a:blip r:embed="rId17"/>
          <a:stretch>
            <a:fillRect/>
          </a:stretch>
        </p:blipFill>
        <p:spPr>
          <a:xfrm>
            <a:off x="3313956" y="5393531"/>
            <a:ext cx="142875" cy="114300"/>
          </a:xfrm>
          <a:prstGeom prst="rect">
            <a:avLst/>
          </a:prstGeom>
        </p:spPr>
      </p:pic>
      <p:pic>
        <p:nvPicPr>
          <p:cNvPr id="18" name="SK-15-img-17" descr="preencoded.png">    </p:cNvPr>
          <p:cNvPicPr>
            <a:picLocks noChangeAspect="1"/>
          </p:cNvPicPr>
          <p:nvPr/>
        </p:nvPicPr>
        <p:blipFill>
          <a:blip r:embed="rId18"/>
          <a:stretch>
            <a:fillRect/>
          </a:stretch>
        </p:blipFill>
        <p:spPr>
          <a:xfrm>
            <a:off x="723900" y="5555456"/>
            <a:ext cx="5246936" cy="352425"/>
          </a:xfrm>
          <a:prstGeom prst="rect">
            <a:avLst/>
          </a:prstGeom>
        </p:spPr>
      </p:pic>
      <p:pic>
        <p:nvPicPr>
          <p:cNvPr id="19" name="SK-15-img-18" descr="preencoded.png">    </p:cNvPr>
          <p:cNvPicPr>
            <a:picLocks noChangeAspect="1"/>
          </p:cNvPicPr>
          <p:nvPr/>
        </p:nvPicPr>
        <p:blipFill>
          <a:blip r:embed="rId19"/>
          <a:stretch>
            <a:fillRect/>
          </a:stretch>
        </p:blipFill>
        <p:spPr>
          <a:xfrm>
            <a:off x="1711375" y="5663059"/>
            <a:ext cx="166688" cy="137220"/>
          </a:xfrm>
          <a:prstGeom prst="rect">
            <a:avLst/>
          </a:prstGeom>
        </p:spPr>
      </p:pic>
      <p:pic>
        <p:nvPicPr>
          <p:cNvPr id="20" name="SK-15-img-19" descr="preencoded.png">    </p:cNvPr>
          <p:cNvPicPr>
            <a:picLocks noChangeAspect="1"/>
          </p:cNvPicPr>
          <p:nvPr/>
        </p:nvPicPr>
        <p:blipFill>
          <a:blip r:embed="rId20"/>
          <a:stretch>
            <a:fillRect/>
          </a:stretch>
        </p:blipFill>
        <p:spPr>
          <a:xfrm>
            <a:off x="5904161" y="5674519"/>
            <a:ext cx="142875" cy="114300"/>
          </a:xfrm>
          <a:prstGeom prst="rect">
            <a:avLst/>
          </a:prstGeom>
        </p:spPr>
      </p:pic>
      <p:pic>
        <p:nvPicPr>
          <p:cNvPr id="21" name="SK-15-img-20" descr="preencoded.png">    </p:cNvPr>
          <p:cNvPicPr>
            <a:picLocks noChangeAspect="1"/>
          </p:cNvPicPr>
          <p:nvPr/>
        </p:nvPicPr>
        <p:blipFill>
          <a:blip r:embed="rId21"/>
          <a:stretch>
            <a:fillRect/>
          </a:stretch>
        </p:blipFill>
        <p:spPr>
          <a:xfrm>
            <a:off x="3313956" y="5955506"/>
            <a:ext cx="142875" cy="114300"/>
          </a:xfrm>
          <a:prstGeom prst="rect">
            <a:avLst/>
          </a:prstGeom>
        </p:spPr>
      </p:pic>
      <p:pic>
        <p:nvPicPr>
          <p:cNvPr id="22" name="SK-15-img-21" descr="preencoded.png">    </p:cNvPr>
          <p:cNvPicPr>
            <a:picLocks noChangeAspect="1"/>
          </p:cNvPicPr>
          <p:nvPr/>
        </p:nvPicPr>
        <p:blipFill>
          <a:blip r:embed="rId22"/>
          <a:stretch>
            <a:fillRect/>
          </a:stretch>
        </p:blipFill>
        <p:spPr>
          <a:xfrm>
            <a:off x="723900" y="6117431"/>
            <a:ext cx="2514005" cy="352425"/>
          </a:xfrm>
          <a:prstGeom prst="rect">
            <a:avLst/>
          </a:prstGeom>
        </p:spPr>
      </p:pic>
      <p:pic>
        <p:nvPicPr>
          <p:cNvPr id="23" name="SK-15-img-22" descr="preencoded.png">    </p:cNvPr>
          <p:cNvPicPr>
            <a:picLocks noChangeAspect="1"/>
          </p:cNvPicPr>
          <p:nvPr/>
        </p:nvPicPr>
        <p:blipFill>
          <a:blip r:embed="rId23"/>
          <a:stretch>
            <a:fillRect/>
          </a:stretch>
        </p:blipFill>
        <p:spPr>
          <a:xfrm>
            <a:off x="1426071" y="6225034"/>
            <a:ext cx="166688" cy="137220"/>
          </a:xfrm>
          <a:prstGeom prst="rect">
            <a:avLst/>
          </a:prstGeom>
        </p:spPr>
      </p:pic>
      <p:pic>
        <p:nvPicPr>
          <p:cNvPr id="24" name="SK-15-img-23" descr="preencoded.png">    </p:cNvPr>
          <p:cNvPicPr>
            <a:picLocks noChangeAspect="1"/>
          </p:cNvPicPr>
          <p:nvPr/>
        </p:nvPicPr>
        <p:blipFill>
          <a:blip r:embed="rId24"/>
          <a:stretch>
            <a:fillRect/>
          </a:stretch>
        </p:blipFill>
        <p:spPr>
          <a:xfrm>
            <a:off x="3314105" y="6236494"/>
            <a:ext cx="142875" cy="114300"/>
          </a:xfrm>
          <a:prstGeom prst="rect">
            <a:avLst/>
          </a:prstGeom>
        </p:spPr>
      </p:pic>
      <p:pic>
        <p:nvPicPr>
          <p:cNvPr id="25" name="SK-15-img-24" descr="preencoded.png">    </p:cNvPr>
          <p:cNvPicPr>
            <a:picLocks noChangeAspect="1"/>
          </p:cNvPicPr>
          <p:nvPr/>
        </p:nvPicPr>
        <p:blipFill>
          <a:blip r:embed="rId25"/>
          <a:stretch>
            <a:fillRect/>
          </a:stretch>
        </p:blipFill>
        <p:spPr>
          <a:xfrm>
            <a:off x="3533180" y="6117431"/>
            <a:ext cx="2514005" cy="352425"/>
          </a:xfrm>
          <a:prstGeom prst="rect">
            <a:avLst/>
          </a:prstGeom>
        </p:spPr>
      </p:pic>
      <p:pic>
        <p:nvPicPr>
          <p:cNvPr id="26" name="SK-15-img-25" descr="preencoded.png">    </p:cNvPr>
          <p:cNvPicPr>
            <a:picLocks noChangeAspect="1"/>
          </p:cNvPicPr>
          <p:nvPr/>
        </p:nvPicPr>
        <p:blipFill>
          <a:blip r:embed="rId26"/>
          <a:stretch>
            <a:fillRect/>
          </a:stretch>
        </p:blipFill>
        <p:spPr>
          <a:xfrm>
            <a:off x="4287738" y="6225034"/>
            <a:ext cx="166688" cy="137220"/>
          </a:xfrm>
          <a:prstGeom prst="rect">
            <a:avLst/>
          </a:prstGeom>
        </p:spPr>
      </p:pic>
      <p:pic>
        <p:nvPicPr>
          <p:cNvPr id="27" name="SK-15-img-26" descr="preencoded.png">    </p:cNvPr>
          <p:cNvPicPr>
            <a:picLocks noChangeAspect="1"/>
          </p:cNvPicPr>
          <p:nvPr/>
        </p:nvPicPr>
        <p:blipFill>
          <a:blip r:embed="rId27"/>
          <a:stretch>
            <a:fillRect/>
          </a:stretch>
        </p:blipFill>
        <p:spPr>
          <a:xfrm>
            <a:off x="6504236" y="1600200"/>
            <a:ext cx="5116264" cy="1514475"/>
          </a:xfrm>
          <a:prstGeom prst="rect">
            <a:avLst/>
          </a:prstGeom>
        </p:spPr>
      </p:pic>
      <p:pic>
        <p:nvPicPr>
          <p:cNvPr id="28" name="SK-15-img-27" descr="preencoded.png">    </p:cNvPr>
          <p:cNvPicPr>
            <a:picLocks noChangeAspect="1"/>
          </p:cNvPicPr>
          <p:nvPr/>
        </p:nvPicPr>
        <p:blipFill>
          <a:blip r:embed="rId28"/>
          <a:stretch>
            <a:fillRect/>
          </a:stretch>
        </p:blipFill>
        <p:spPr>
          <a:xfrm>
            <a:off x="6656636" y="1752600"/>
            <a:ext cx="342900" cy="342900"/>
          </a:xfrm>
          <a:prstGeom prst="rect">
            <a:avLst/>
          </a:prstGeom>
        </p:spPr>
      </p:pic>
      <p:pic>
        <p:nvPicPr>
          <p:cNvPr id="29" name="SK-15-img-28" descr="preencoded.png">    </p:cNvPr>
          <p:cNvPicPr>
            <a:picLocks noChangeAspect="1"/>
          </p:cNvPicPr>
          <p:nvPr/>
        </p:nvPicPr>
        <p:blipFill>
          <a:blip r:embed="rId29"/>
          <a:stretch>
            <a:fillRect/>
          </a:stretch>
        </p:blipFill>
        <p:spPr>
          <a:xfrm>
            <a:off x="6720929" y="1836390"/>
            <a:ext cx="214313" cy="175320"/>
          </a:xfrm>
          <a:prstGeom prst="rect">
            <a:avLst/>
          </a:prstGeom>
        </p:spPr>
      </p:pic>
      <p:pic>
        <p:nvPicPr>
          <p:cNvPr id="30" name="SK-15-img-29" descr="preencoded.png">    </p:cNvPr>
          <p:cNvPicPr>
            <a:picLocks noChangeAspect="1"/>
          </p:cNvPicPr>
          <p:nvPr/>
        </p:nvPicPr>
        <p:blipFill>
          <a:blip r:embed="rId30"/>
          <a:stretch>
            <a:fillRect/>
          </a:stretch>
        </p:blipFill>
        <p:spPr>
          <a:xfrm>
            <a:off x="6656636" y="2752725"/>
            <a:ext cx="609600" cy="209550"/>
          </a:xfrm>
          <a:prstGeom prst="rect">
            <a:avLst/>
          </a:prstGeom>
        </p:spPr>
      </p:pic>
      <p:pic>
        <p:nvPicPr>
          <p:cNvPr id="31" name="SK-15-img-30" descr="preencoded.png">    </p:cNvPr>
          <p:cNvPicPr>
            <a:picLocks noChangeAspect="1"/>
          </p:cNvPicPr>
          <p:nvPr/>
        </p:nvPicPr>
        <p:blipFill>
          <a:blip r:embed="rId31"/>
          <a:stretch>
            <a:fillRect/>
          </a:stretch>
        </p:blipFill>
        <p:spPr>
          <a:xfrm>
            <a:off x="7342436" y="2752725"/>
            <a:ext cx="609600" cy="209550"/>
          </a:xfrm>
          <a:prstGeom prst="rect">
            <a:avLst/>
          </a:prstGeom>
        </p:spPr>
      </p:pic>
      <p:pic>
        <p:nvPicPr>
          <p:cNvPr id="32" name="SK-15-img-31" descr="preencoded.png">    </p:cNvPr>
          <p:cNvPicPr>
            <a:picLocks noChangeAspect="1"/>
          </p:cNvPicPr>
          <p:nvPr/>
        </p:nvPicPr>
        <p:blipFill>
          <a:blip r:embed="rId32"/>
          <a:stretch>
            <a:fillRect/>
          </a:stretch>
        </p:blipFill>
        <p:spPr>
          <a:xfrm>
            <a:off x="8028236" y="2752725"/>
            <a:ext cx="609600" cy="209550"/>
          </a:xfrm>
          <a:prstGeom prst="rect">
            <a:avLst/>
          </a:prstGeom>
        </p:spPr>
      </p:pic>
      <p:pic>
        <p:nvPicPr>
          <p:cNvPr id="33" name="SK-15-img-32" descr="preencoded.png">    </p:cNvPr>
          <p:cNvPicPr>
            <a:picLocks noChangeAspect="1"/>
          </p:cNvPicPr>
          <p:nvPr/>
        </p:nvPicPr>
        <p:blipFill>
          <a:blip r:embed="rId33"/>
          <a:stretch>
            <a:fillRect/>
          </a:stretch>
        </p:blipFill>
        <p:spPr>
          <a:xfrm>
            <a:off x="6504236" y="3267075"/>
            <a:ext cx="5116264" cy="1728788"/>
          </a:xfrm>
          <a:prstGeom prst="rect">
            <a:avLst/>
          </a:prstGeom>
        </p:spPr>
      </p:pic>
      <p:pic>
        <p:nvPicPr>
          <p:cNvPr id="34" name="SK-15-img-33" descr="preencoded.png">    </p:cNvPr>
          <p:cNvPicPr>
            <a:picLocks noChangeAspect="1"/>
          </p:cNvPicPr>
          <p:nvPr/>
        </p:nvPicPr>
        <p:blipFill>
          <a:blip r:embed="rId34"/>
          <a:stretch>
            <a:fillRect/>
          </a:stretch>
        </p:blipFill>
        <p:spPr>
          <a:xfrm>
            <a:off x="6656636" y="3419475"/>
            <a:ext cx="342900" cy="342900"/>
          </a:xfrm>
          <a:prstGeom prst="rect">
            <a:avLst/>
          </a:prstGeom>
        </p:spPr>
      </p:pic>
      <p:pic>
        <p:nvPicPr>
          <p:cNvPr id="35" name="SK-15-img-34" descr="preencoded.png">    </p:cNvPr>
          <p:cNvPicPr>
            <a:picLocks noChangeAspect="1"/>
          </p:cNvPicPr>
          <p:nvPr/>
        </p:nvPicPr>
        <p:blipFill>
          <a:blip r:embed="rId35"/>
          <a:stretch>
            <a:fillRect/>
          </a:stretch>
        </p:blipFill>
        <p:spPr>
          <a:xfrm>
            <a:off x="6720929" y="3503265"/>
            <a:ext cx="214313" cy="175320"/>
          </a:xfrm>
          <a:prstGeom prst="rect">
            <a:avLst/>
          </a:prstGeom>
        </p:spPr>
      </p:pic>
      <p:pic>
        <p:nvPicPr>
          <p:cNvPr id="36" name="SK-15-img-35" descr="preencoded.png">    </p:cNvPr>
          <p:cNvPicPr>
            <a:picLocks noChangeAspect="1"/>
          </p:cNvPicPr>
          <p:nvPr/>
        </p:nvPicPr>
        <p:blipFill>
          <a:blip r:embed="rId36"/>
          <a:stretch>
            <a:fillRect/>
          </a:stretch>
        </p:blipFill>
        <p:spPr>
          <a:xfrm>
            <a:off x="6656636" y="4633913"/>
            <a:ext cx="723900" cy="209550"/>
          </a:xfrm>
          <a:prstGeom prst="rect">
            <a:avLst/>
          </a:prstGeom>
        </p:spPr>
      </p:pic>
      <p:pic>
        <p:nvPicPr>
          <p:cNvPr id="37" name="SK-15-img-36" descr="preencoded.png">    </p:cNvPr>
          <p:cNvPicPr>
            <a:picLocks noChangeAspect="1"/>
          </p:cNvPicPr>
          <p:nvPr/>
        </p:nvPicPr>
        <p:blipFill>
          <a:blip r:embed="rId37"/>
          <a:stretch>
            <a:fillRect/>
          </a:stretch>
        </p:blipFill>
        <p:spPr>
          <a:xfrm>
            <a:off x="7456736" y="4633913"/>
            <a:ext cx="609600" cy="209550"/>
          </a:xfrm>
          <a:prstGeom prst="rect">
            <a:avLst/>
          </a:prstGeom>
        </p:spPr>
      </p:pic>
      <p:pic>
        <p:nvPicPr>
          <p:cNvPr id="38" name="SK-15-img-37" descr="preencoded.png">    </p:cNvPr>
          <p:cNvPicPr>
            <a:picLocks noChangeAspect="1"/>
          </p:cNvPicPr>
          <p:nvPr/>
        </p:nvPicPr>
        <p:blipFill>
          <a:blip r:embed="rId38"/>
          <a:stretch>
            <a:fillRect/>
          </a:stretch>
        </p:blipFill>
        <p:spPr>
          <a:xfrm>
            <a:off x="8142536" y="4633913"/>
            <a:ext cx="609600" cy="209550"/>
          </a:xfrm>
          <a:prstGeom prst="rect">
            <a:avLst/>
          </a:prstGeom>
        </p:spPr>
      </p:pic>
      <p:pic>
        <p:nvPicPr>
          <p:cNvPr id="39" name="SK-15-img-38" descr="preencoded.png">    </p:cNvPr>
          <p:cNvPicPr>
            <a:picLocks noChangeAspect="1"/>
          </p:cNvPicPr>
          <p:nvPr/>
        </p:nvPicPr>
        <p:blipFill>
          <a:blip r:embed="rId39"/>
          <a:stretch>
            <a:fillRect/>
          </a:stretch>
        </p:blipFill>
        <p:spPr>
          <a:xfrm>
            <a:off x="6504236" y="5148263"/>
            <a:ext cx="5116264" cy="1514475"/>
          </a:xfrm>
          <a:prstGeom prst="rect">
            <a:avLst/>
          </a:prstGeom>
        </p:spPr>
      </p:pic>
      <p:pic>
        <p:nvPicPr>
          <p:cNvPr id="40" name="SK-15-img-39" descr="preencoded.png">    </p:cNvPr>
          <p:cNvPicPr>
            <a:picLocks noChangeAspect="1"/>
          </p:cNvPicPr>
          <p:nvPr/>
        </p:nvPicPr>
        <p:blipFill>
          <a:blip r:embed="rId40"/>
          <a:stretch>
            <a:fillRect/>
          </a:stretch>
        </p:blipFill>
        <p:spPr>
          <a:xfrm>
            <a:off x="6656636" y="5300663"/>
            <a:ext cx="342900" cy="342900"/>
          </a:xfrm>
          <a:prstGeom prst="rect">
            <a:avLst/>
          </a:prstGeom>
        </p:spPr>
      </p:pic>
      <p:pic>
        <p:nvPicPr>
          <p:cNvPr id="41" name="SK-15-img-40" descr="preencoded.png">    </p:cNvPr>
          <p:cNvPicPr>
            <a:picLocks noChangeAspect="1"/>
          </p:cNvPicPr>
          <p:nvPr/>
        </p:nvPicPr>
        <p:blipFill>
          <a:blip r:embed="rId41"/>
          <a:stretch>
            <a:fillRect/>
          </a:stretch>
        </p:blipFill>
        <p:spPr>
          <a:xfrm>
            <a:off x="6720929" y="5384453"/>
            <a:ext cx="214313" cy="175320"/>
          </a:xfrm>
          <a:prstGeom prst="rect">
            <a:avLst/>
          </a:prstGeom>
        </p:spPr>
      </p:pic>
      <p:pic>
        <p:nvPicPr>
          <p:cNvPr id="42" name="SK-15-img-41" descr="preencoded.png">    </p:cNvPr>
          <p:cNvPicPr>
            <a:picLocks noChangeAspect="1"/>
          </p:cNvPicPr>
          <p:nvPr/>
        </p:nvPicPr>
        <p:blipFill>
          <a:blip r:embed="rId42"/>
          <a:stretch>
            <a:fillRect/>
          </a:stretch>
        </p:blipFill>
        <p:spPr>
          <a:xfrm>
            <a:off x="6656636" y="6300788"/>
            <a:ext cx="790575" cy="209550"/>
          </a:xfrm>
          <a:prstGeom prst="rect">
            <a:avLst/>
          </a:prstGeom>
        </p:spPr>
      </p:pic>
      <p:pic>
        <p:nvPicPr>
          <p:cNvPr id="43" name="SK-15-img-42" descr="preencoded.png">    </p:cNvPr>
          <p:cNvPicPr>
            <a:picLocks noChangeAspect="1"/>
          </p:cNvPicPr>
          <p:nvPr/>
        </p:nvPicPr>
        <p:blipFill>
          <a:blip r:embed="rId43"/>
          <a:stretch>
            <a:fillRect/>
          </a:stretch>
        </p:blipFill>
        <p:spPr>
          <a:xfrm>
            <a:off x="7523411" y="6300788"/>
            <a:ext cx="609600" cy="209550"/>
          </a:xfrm>
          <a:prstGeom prst="rect">
            <a:avLst/>
          </a:prstGeom>
        </p:spPr>
      </p:pic>
      <p:pic>
        <p:nvPicPr>
          <p:cNvPr id="44" name="SK-15-img-43" descr="preencoded.png">    </p:cNvPr>
          <p:cNvPicPr>
            <a:picLocks noChangeAspect="1"/>
          </p:cNvPicPr>
          <p:nvPr/>
        </p:nvPicPr>
        <p:blipFill>
          <a:blip r:embed="rId44"/>
          <a:stretch>
            <a:fillRect/>
          </a:stretch>
        </p:blipFill>
        <p:spPr>
          <a:xfrm>
            <a:off x="8209211" y="6300788"/>
            <a:ext cx="609600" cy="209550"/>
          </a:xfrm>
          <a:prstGeom prst="rect">
            <a:avLst/>
          </a:prstGeom>
        </p:spPr>
      </p:pic>
      <p:sp>
        <p:nvSpPr>
          <p:cNvPr id="45" name="SK-15-text-44"/>
          <p:cNvSpPr/>
          <p:nvPr/>
        </p:nvSpPr>
        <p:spPr>
          <a:xfrm>
            <a:off x="647700" y="304800"/>
            <a:ext cx="2278185"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CORE ENGINE 05</a:t>
            </a:r>
            <a:endParaRPr lang="en-US" sz="1050" dirty="0"/>
          </a:p>
        </p:txBody>
      </p:sp>
      <p:sp>
        <p:nvSpPr>
          <p:cNvPr id="46" name="SK-15-text-45"/>
          <p:cNvSpPr/>
          <p:nvPr/>
        </p:nvSpPr>
        <p:spPr>
          <a:xfrm>
            <a:off x="571500" y="619125"/>
            <a:ext cx="116205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核心技术：八智能体协同推理与LangGraph拓扑</a:t>
            </a:r>
            <a:endParaRPr lang="en-US" sz="2550" dirty="0"/>
          </a:p>
        </p:txBody>
      </p:sp>
      <p:sp>
        <p:nvSpPr>
          <p:cNvPr id="47" name="SK-15-text-46"/>
          <p:cNvSpPr/>
          <p:nvPr/>
        </p:nvSpPr>
        <p:spPr>
          <a:xfrm>
            <a:off x="685800" y="12192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基于LangGraph构建包含意图分类、动态编排、辩论仲裁及反思循环的复杂多智能体推理范式</a:t>
            </a:r>
            <a:endParaRPr lang="en-US" sz="1200" dirty="0"/>
          </a:p>
        </p:txBody>
      </p:sp>
      <p:sp>
        <p:nvSpPr>
          <p:cNvPr id="48" name="SK-15-text-47"/>
          <p:cNvSpPr/>
          <p:nvPr/>
        </p:nvSpPr>
        <p:spPr>
          <a:xfrm>
            <a:off x="1243608" y="4993481"/>
            <a:ext cx="791170" cy="352425"/>
          </a:xfrm>
          <a:prstGeom prst="rect">
            <a:avLst/>
          </a:prstGeom>
          <a:noFill/>
          <a:ln/>
        </p:spPr>
        <p:txBody>
          <a:bodyPr wrap="square" lIns="0" tIns="0" rIns="0" bIns="0" rtlCol="0" anchor="ctr" vert="horz"/>
          <a:lstStyle/>
          <a:p>
            <a:pPr algn="ctr" indent="0" marL="0">
              <a:lnSpc>
                <a:spcPts val="1575"/>
              </a:lnSpc>
              <a:buNone/>
            </a:pPr>
            <a:r>
              <a:rPr lang="en-US" sz="1050" b="1" dirty="0">
                <a:solidFill>
                  <a:srgbClr val="FFFFFF"/>
                </a:solidFill>
                <a:latin typeface="Noto Sans SC" pitchFamily="34" charset="0"/>
                <a:ea typeface="Noto Sans SC" pitchFamily="34" charset="-122"/>
                <a:cs typeface="Noto Sans SC" pitchFamily="34" charset="-120"/>
              </a:rPr>
              <a:t>IntentNode</a:t>
            </a:r>
            <a:endParaRPr lang="en-US" sz="1050" dirty="0"/>
          </a:p>
        </p:txBody>
      </p:sp>
      <p:sp>
        <p:nvSpPr>
          <p:cNvPr id="49" name="SK-15-text-48"/>
          <p:cNvSpPr/>
          <p:nvPr/>
        </p:nvSpPr>
        <p:spPr>
          <a:xfrm>
            <a:off x="3021211" y="4993481"/>
            <a:ext cx="886420" cy="352425"/>
          </a:xfrm>
          <a:prstGeom prst="rect">
            <a:avLst/>
          </a:prstGeom>
          <a:noFill/>
          <a:ln/>
        </p:spPr>
        <p:txBody>
          <a:bodyPr wrap="square" lIns="0" tIns="0" rIns="0" bIns="0" rtlCol="0" anchor="ctr" vert="horz"/>
          <a:lstStyle/>
          <a:p>
            <a:pPr algn="ctr" indent="0" marL="0">
              <a:lnSpc>
                <a:spcPts val="1575"/>
              </a:lnSpc>
              <a:buNone/>
            </a:pPr>
            <a:r>
              <a:rPr lang="en-US" sz="1050" b="1" dirty="0">
                <a:solidFill>
                  <a:srgbClr val="FFFFFF"/>
                </a:solidFill>
                <a:latin typeface="Noto Sans SC" pitchFamily="34" charset="0"/>
                <a:ea typeface="Noto Sans SC" pitchFamily="34" charset="-122"/>
                <a:cs typeface="Noto Sans SC" pitchFamily="34" charset="-120"/>
              </a:rPr>
              <a:t>AnalysisNode</a:t>
            </a:r>
            <a:endParaRPr lang="en-US" sz="1050" dirty="0"/>
          </a:p>
        </p:txBody>
      </p:sp>
      <p:sp>
        <p:nvSpPr>
          <p:cNvPr id="50" name="SK-15-text-49"/>
          <p:cNvSpPr/>
          <p:nvPr/>
        </p:nvSpPr>
        <p:spPr>
          <a:xfrm>
            <a:off x="4908352" y="4993481"/>
            <a:ext cx="872133" cy="352425"/>
          </a:xfrm>
          <a:prstGeom prst="rect">
            <a:avLst/>
          </a:prstGeom>
          <a:noFill/>
          <a:ln/>
        </p:spPr>
        <p:txBody>
          <a:bodyPr wrap="square" lIns="0" tIns="0" rIns="0" bIns="0" rtlCol="0" anchor="ctr" vert="horz"/>
          <a:lstStyle/>
          <a:p>
            <a:pPr algn="ctr" indent="0" marL="0">
              <a:lnSpc>
                <a:spcPts val="1575"/>
              </a:lnSpc>
              <a:buNone/>
            </a:pPr>
            <a:r>
              <a:rPr lang="en-US" sz="1050" b="1" dirty="0">
                <a:solidFill>
                  <a:srgbClr val="FFFFFF"/>
                </a:solidFill>
                <a:latin typeface="Noto Sans SC" pitchFamily="34" charset="0"/>
                <a:ea typeface="Noto Sans SC" pitchFamily="34" charset="-122"/>
                <a:cs typeface="Noto Sans SC" pitchFamily="34" charset="-120"/>
              </a:rPr>
              <a:t>RetrieveNode</a:t>
            </a:r>
            <a:endParaRPr lang="en-US" sz="1050" dirty="0"/>
          </a:p>
        </p:txBody>
      </p:sp>
      <p:sp>
        <p:nvSpPr>
          <p:cNvPr id="51" name="SK-15-text-50"/>
          <p:cNvSpPr/>
          <p:nvPr/>
        </p:nvSpPr>
        <p:spPr>
          <a:xfrm>
            <a:off x="1916162" y="5555456"/>
            <a:ext cx="3787973" cy="352425"/>
          </a:xfrm>
          <a:prstGeom prst="rect">
            <a:avLst/>
          </a:prstGeom>
          <a:noFill/>
          <a:ln/>
        </p:spPr>
        <p:txBody>
          <a:bodyPr wrap="square" lIns="0" tIns="0" rIns="0" bIns="0" rtlCol="0" anchor="ctr" vert="horz"/>
          <a:lstStyle/>
          <a:p>
            <a:pPr algn="ctr" indent="0" marL="0">
              <a:lnSpc>
                <a:spcPts val="1575"/>
              </a:lnSpc>
              <a:buNone/>
            </a:pPr>
            <a:r>
              <a:rPr lang="en-US" sz="1050" b="1" dirty="0">
                <a:solidFill>
                  <a:srgbClr val="FFFFFF"/>
                </a:solidFill>
                <a:latin typeface="Noto Sans SC" pitchFamily="34" charset="0"/>
                <a:ea typeface="Noto Sans SC" pitchFamily="34" charset="-122"/>
                <a:cs typeface="Noto Sans SC" pitchFamily="34" charset="-120"/>
              </a:rPr>
              <a:t>ReasonNode (8-Agent Collaborative Reasoning)</a:t>
            </a:r>
            <a:endParaRPr lang="en-US" sz="1050" dirty="0"/>
          </a:p>
        </p:txBody>
      </p:sp>
      <p:sp>
        <p:nvSpPr>
          <p:cNvPr id="52" name="SK-15-text-51"/>
          <p:cNvSpPr/>
          <p:nvPr/>
        </p:nvSpPr>
        <p:spPr>
          <a:xfrm>
            <a:off x="1630859" y="6117431"/>
            <a:ext cx="1340346" cy="352425"/>
          </a:xfrm>
          <a:prstGeom prst="rect">
            <a:avLst/>
          </a:prstGeom>
          <a:noFill/>
          <a:ln/>
        </p:spPr>
        <p:txBody>
          <a:bodyPr wrap="square" lIns="0" tIns="0" rIns="0" bIns="0" rtlCol="0" anchor="ctr" vert="horz"/>
          <a:lstStyle/>
          <a:p>
            <a:pPr algn="ctr" indent="0" marL="0">
              <a:lnSpc>
                <a:spcPts val="1575"/>
              </a:lnSpc>
              <a:buNone/>
            </a:pPr>
            <a:r>
              <a:rPr lang="en-US" sz="1050" b="1" dirty="0">
                <a:solidFill>
                  <a:srgbClr val="FFFFFF"/>
                </a:solidFill>
                <a:latin typeface="Noto Sans SC" pitchFamily="34" charset="0"/>
                <a:ea typeface="Noto Sans SC" pitchFamily="34" charset="-122"/>
                <a:cs typeface="Noto Sans SC" pitchFamily="34" charset="-120"/>
              </a:rPr>
              <a:t>ValidateNode</a:t>
            </a:r>
            <a:endParaRPr lang="en-US" sz="1050" dirty="0"/>
          </a:p>
        </p:txBody>
      </p:sp>
      <p:sp>
        <p:nvSpPr>
          <p:cNvPr id="53" name="SK-15-text-52"/>
          <p:cNvSpPr/>
          <p:nvPr/>
        </p:nvSpPr>
        <p:spPr>
          <a:xfrm>
            <a:off x="4492526" y="6117431"/>
            <a:ext cx="1287959" cy="352425"/>
          </a:xfrm>
          <a:prstGeom prst="rect">
            <a:avLst/>
          </a:prstGeom>
          <a:noFill/>
          <a:ln/>
        </p:spPr>
        <p:txBody>
          <a:bodyPr wrap="square" lIns="0" tIns="0" rIns="0" bIns="0" rtlCol="0" anchor="ctr" vert="horz"/>
          <a:lstStyle/>
          <a:p>
            <a:pPr algn="ctr" indent="0" marL="0">
              <a:lnSpc>
                <a:spcPts val="1575"/>
              </a:lnSpc>
              <a:buNone/>
            </a:pPr>
            <a:r>
              <a:rPr lang="en-US" sz="1050" b="1" dirty="0">
                <a:solidFill>
                  <a:srgbClr val="FFFFFF"/>
                </a:solidFill>
                <a:latin typeface="Noto Sans SC" pitchFamily="34" charset="0"/>
                <a:ea typeface="Noto Sans SC" pitchFamily="34" charset="-122"/>
                <a:cs typeface="Noto Sans SC" pitchFamily="34" charset="-120"/>
              </a:rPr>
              <a:t>ReportNode</a:t>
            </a:r>
            <a:endParaRPr lang="en-US" sz="1050" dirty="0"/>
          </a:p>
        </p:txBody>
      </p:sp>
      <p:sp>
        <p:nvSpPr>
          <p:cNvPr id="54" name="SK-15-text-53"/>
          <p:cNvSpPr/>
          <p:nvPr/>
        </p:nvSpPr>
        <p:spPr>
          <a:xfrm>
            <a:off x="7113836" y="1781175"/>
            <a:ext cx="4286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意图智能分流与动态编排</a:t>
            </a:r>
            <a:endParaRPr lang="en-US" sz="1500" dirty="0"/>
          </a:p>
        </p:txBody>
      </p:sp>
      <p:sp>
        <p:nvSpPr>
          <p:cNvPr id="55" name="SK-15-text-54"/>
          <p:cNvSpPr/>
          <p:nvPr/>
        </p:nvSpPr>
        <p:spPr>
          <a:xfrm>
            <a:off x="6656636" y="2190750"/>
            <a:ext cx="4811464"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通过 </a:t>
            </a:r>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IntentNode</a:t>
            </a:r>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 对用户输入进行7类意图分类及 </a:t>
            </a:r>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0.0-1.0</a:t>
            </a:r>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 难度评分。根据评分结果自动裁剪专家团队（3-8名），实现算力按需分配与响应速度平衡。</a:t>
            </a:r>
            <a:endParaRPr lang="en-US" sz="1125" dirty="0"/>
          </a:p>
        </p:txBody>
      </p:sp>
      <p:sp>
        <p:nvSpPr>
          <p:cNvPr id="56" name="SK-15-text-55"/>
          <p:cNvSpPr/>
          <p:nvPr/>
        </p:nvSpPr>
        <p:spPr>
          <a:xfrm>
            <a:off x="6732836" y="2752725"/>
            <a:ext cx="762000"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极速通道</a:t>
            </a:r>
            <a:endParaRPr lang="en-US" sz="900" dirty="0"/>
          </a:p>
        </p:txBody>
      </p:sp>
      <p:sp>
        <p:nvSpPr>
          <p:cNvPr id="57" name="SK-15-text-56"/>
          <p:cNvSpPr/>
          <p:nvPr/>
        </p:nvSpPr>
        <p:spPr>
          <a:xfrm>
            <a:off x="7418636" y="2752725"/>
            <a:ext cx="762000"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深度推理</a:t>
            </a:r>
            <a:endParaRPr lang="en-US" sz="900" dirty="0"/>
          </a:p>
        </p:txBody>
      </p:sp>
      <p:sp>
        <p:nvSpPr>
          <p:cNvPr id="58" name="SK-15-text-57"/>
          <p:cNvSpPr/>
          <p:nvPr/>
        </p:nvSpPr>
        <p:spPr>
          <a:xfrm>
            <a:off x="8104436" y="2752725"/>
            <a:ext cx="762000"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专家矩阵</a:t>
            </a:r>
            <a:endParaRPr lang="en-US" sz="900" dirty="0"/>
          </a:p>
        </p:txBody>
      </p:sp>
      <p:sp>
        <p:nvSpPr>
          <p:cNvPr id="59" name="SK-15-text-58"/>
          <p:cNvSpPr/>
          <p:nvPr/>
        </p:nvSpPr>
        <p:spPr>
          <a:xfrm>
            <a:off x="7113836" y="3448050"/>
            <a:ext cx="41338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辩论-仲裁质量管控机制</a:t>
            </a:r>
            <a:endParaRPr lang="en-US" sz="1500" dirty="0"/>
          </a:p>
        </p:txBody>
      </p:sp>
      <p:sp>
        <p:nvSpPr>
          <p:cNvPr id="60" name="SK-15-text-59"/>
          <p:cNvSpPr/>
          <p:nvPr/>
        </p:nvSpPr>
        <p:spPr>
          <a:xfrm>
            <a:off x="6656636" y="3857625"/>
            <a:ext cx="4811464" cy="642938"/>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在 </a:t>
            </a:r>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ReasonNode</a:t>
            </a:r>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 中引入多智能体辩论模式。当存在争议观点时，由仲裁智能体依据外部证据链（RAG/PubMed）进行裁决，有效减少单一模型的幻觉与偏见。</a:t>
            </a:r>
            <a:endParaRPr lang="en-US" sz="1125" dirty="0"/>
          </a:p>
        </p:txBody>
      </p:sp>
      <p:sp>
        <p:nvSpPr>
          <p:cNvPr id="61" name="SK-15-text-60"/>
          <p:cNvSpPr/>
          <p:nvPr/>
        </p:nvSpPr>
        <p:spPr>
          <a:xfrm>
            <a:off x="6732836" y="4633913"/>
            <a:ext cx="978568"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证据链裁决</a:t>
            </a:r>
            <a:endParaRPr lang="en-US" sz="900" dirty="0"/>
          </a:p>
        </p:txBody>
      </p:sp>
      <p:sp>
        <p:nvSpPr>
          <p:cNvPr id="62" name="SK-15-text-61"/>
          <p:cNvSpPr/>
          <p:nvPr/>
        </p:nvSpPr>
        <p:spPr>
          <a:xfrm>
            <a:off x="7532936" y="4633913"/>
            <a:ext cx="762000"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多轮辩论</a:t>
            </a:r>
            <a:endParaRPr lang="en-US" sz="900" dirty="0"/>
          </a:p>
        </p:txBody>
      </p:sp>
      <p:sp>
        <p:nvSpPr>
          <p:cNvPr id="63" name="SK-15-text-62"/>
          <p:cNvSpPr/>
          <p:nvPr/>
        </p:nvSpPr>
        <p:spPr>
          <a:xfrm>
            <a:off x="8218736" y="4633913"/>
            <a:ext cx="762000"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中立仲裁</a:t>
            </a:r>
            <a:endParaRPr lang="en-US" sz="900" dirty="0"/>
          </a:p>
        </p:txBody>
      </p:sp>
      <p:sp>
        <p:nvSpPr>
          <p:cNvPr id="64" name="SK-15-text-63"/>
          <p:cNvSpPr/>
          <p:nvPr/>
        </p:nvSpPr>
        <p:spPr>
          <a:xfrm>
            <a:off x="7113836" y="5329238"/>
            <a:ext cx="4667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自愈式反思校验与动态退火</a:t>
            </a:r>
            <a:endParaRPr lang="en-US" sz="1500" dirty="0"/>
          </a:p>
        </p:txBody>
      </p:sp>
      <p:sp>
        <p:nvSpPr>
          <p:cNvPr id="65" name="SK-15-text-64"/>
          <p:cNvSpPr/>
          <p:nvPr/>
        </p:nvSpPr>
        <p:spPr>
          <a:xfrm>
            <a:off x="6656636" y="5738813"/>
            <a:ext cx="4811464" cy="428625"/>
          </a:xfrm>
          <a:prstGeom prst="rect">
            <a:avLst/>
          </a:prstGeom>
          <a:noFill/>
          <a:ln/>
        </p:spPr>
        <p:txBody>
          <a:bodyPr wrap="square" lIns="0" tIns="0" rIns="0" bIns="0" rtlCol="0" anchor="ctr" vert="horz"/>
          <a:lstStyle/>
          <a:p>
            <a:pPr indent="0" marL="0">
              <a:lnSpc>
                <a:spcPts val="1688"/>
              </a:lnSpc>
              <a:buNone/>
            </a:pPr>
            <a:r>
              <a:rPr lang="en-US" sz="1125" b="1" dirty="0">
                <a:solidFill>
                  <a:srgbClr val="00F5FF"/>
                </a:solidFill>
                <a:latin typeface="Noto Sans SC" pitchFamily="34" charset="0"/>
                <a:ea typeface="Noto Sans SC" pitchFamily="34" charset="-122"/>
                <a:cs typeface="Noto Sans SC" pitchFamily="34" charset="-120"/>
              </a:rPr>
              <a:t>ValidateNode</a:t>
            </a:r>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 执行规则引擎与LLM双层校验。未通过时触发退火：分类驳回原因、生成修正提示词并衰减错误智能体权重，开启反思重试循环。</a:t>
            </a:r>
            <a:endParaRPr lang="en-US" sz="1125" dirty="0"/>
          </a:p>
        </p:txBody>
      </p:sp>
      <p:sp>
        <p:nvSpPr>
          <p:cNvPr id="66" name="SK-15-text-65"/>
          <p:cNvSpPr/>
          <p:nvPr/>
        </p:nvSpPr>
        <p:spPr>
          <a:xfrm>
            <a:off x="6732836" y="6300788"/>
            <a:ext cx="1183395"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5类驳回分类</a:t>
            </a:r>
            <a:endParaRPr lang="en-US" sz="900" dirty="0"/>
          </a:p>
        </p:txBody>
      </p:sp>
      <p:sp>
        <p:nvSpPr>
          <p:cNvPr id="67" name="SK-15-text-66"/>
          <p:cNvSpPr/>
          <p:nvPr/>
        </p:nvSpPr>
        <p:spPr>
          <a:xfrm>
            <a:off x="7599611" y="6300788"/>
            <a:ext cx="762000"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权重衰减</a:t>
            </a:r>
            <a:endParaRPr lang="en-US" sz="900" dirty="0"/>
          </a:p>
        </p:txBody>
      </p:sp>
      <p:sp>
        <p:nvSpPr>
          <p:cNvPr id="68" name="SK-15-text-67"/>
          <p:cNvSpPr/>
          <p:nvPr/>
        </p:nvSpPr>
        <p:spPr>
          <a:xfrm>
            <a:off x="8285411" y="6300788"/>
            <a:ext cx="762000"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自愈循环</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6-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6-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16-img-3" descr="preencoded.png">    </p:cNvPr>
          <p:cNvPicPr>
            <a:picLocks noChangeAspect="1"/>
          </p:cNvPicPr>
          <p:nvPr/>
        </p:nvPicPr>
        <p:blipFill>
          <a:blip r:embed="rId4"/>
          <a:stretch>
            <a:fillRect/>
          </a:stretch>
        </p:blipFill>
        <p:spPr>
          <a:xfrm>
            <a:off x="571500" y="381000"/>
            <a:ext cx="2057400" cy="238125"/>
          </a:xfrm>
          <a:prstGeom prst="rect">
            <a:avLst/>
          </a:prstGeom>
        </p:spPr>
      </p:pic>
      <p:pic>
        <p:nvPicPr>
          <p:cNvPr id="5" name="SK-16-img-4" descr="preencoded.png">    </p:cNvPr>
          <p:cNvPicPr>
            <a:picLocks noChangeAspect="1"/>
          </p:cNvPicPr>
          <p:nvPr/>
        </p:nvPicPr>
        <p:blipFill>
          <a:blip r:embed="rId5"/>
          <a:stretch>
            <a:fillRect/>
          </a:stretch>
        </p:blipFill>
        <p:spPr>
          <a:xfrm>
            <a:off x="2743200" y="495300"/>
            <a:ext cx="8877300" cy="9525"/>
          </a:xfrm>
          <a:prstGeom prst="rect">
            <a:avLst/>
          </a:prstGeom>
        </p:spPr>
      </p:pic>
      <p:pic>
        <p:nvPicPr>
          <p:cNvPr id="6" name="SK-16-img-5" descr="preencoded.png">    </p:cNvPr>
          <p:cNvPicPr>
            <a:picLocks noChangeAspect="1"/>
          </p:cNvPicPr>
          <p:nvPr/>
        </p:nvPicPr>
        <p:blipFill>
          <a:blip r:embed="rId6"/>
          <a:stretch>
            <a:fillRect/>
          </a:stretch>
        </p:blipFill>
        <p:spPr>
          <a:xfrm>
            <a:off x="571500" y="1390650"/>
            <a:ext cx="38100" cy="38100"/>
          </a:xfrm>
          <a:prstGeom prst="rect">
            <a:avLst/>
          </a:prstGeom>
        </p:spPr>
      </p:pic>
      <p:pic>
        <p:nvPicPr>
          <p:cNvPr id="7" name="SK-16-img-6" descr="preencoded.png">    </p:cNvPr>
          <p:cNvPicPr>
            <a:picLocks noChangeAspect="1"/>
          </p:cNvPicPr>
          <p:nvPr/>
        </p:nvPicPr>
        <p:blipFill>
          <a:blip r:embed="rId7"/>
          <a:stretch>
            <a:fillRect/>
          </a:stretch>
        </p:blipFill>
        <p:spPr>
          <a:xfrm>
            <a:off x="571500" y="1800225"/>
            <a:ext cx="11049000" cy="504825"/>
          </a:xfrm>
          <a:prstGeom prst="rect">
            <a:avLst/>
          </a:prstGeom>
        </p:spPr>
      </p:pic>
      <p:pic>
        <p:nvPicPr>
          <p:cNvPr id="8" name="SK-16-img-7" descr="preencoded.png">    </p:cNvPr>
          <p:cNvPicPr>
            <a:picLocks noChangeAspect="1"/>
          </p:cNvPicPr>
          <p:nvPr/>
        </p:nvPicPr>
        <p:blipFill>
          <a:blip r:embed="rId8"/>
          <a:stretch>
            <a:fillRect/>
          </a:stretch>
        </p:blipFill>
        <p:spPr>
          <a:xfrm>
            <a:off x="571500" y="2305050"/>
            <a:ext cx="11049000" cy="628650"/>
          </a:xfrm>
          <a:prstGeom prst="rect">
            <a:avLst/>
          </a:prstGeom>
        </p:spPr>
      </p:pic>
      <p:pic>
        <p:nvPicPr>
          <p:cNvPr id="9" name="SK-16-img-8" descr="preencoded.png">    </p:cNvPr>
          <p:cNvPicPr>
            <a:picLocks noChangeAspect="1"/>
          </p:cNvPicPr>
          <p:nvPr/>
        </p:nvPicPr>
        <p:blipFill>
          <a:blip r:embed="rId9"/>
          <a:stretch>
            <a:fillRect/>
          </a:stretch>
        </p:blipFill>
        <p:spPr>
          <a:xfrm>
            <a:off x="3543300" y="2476500"/>
            <a:ext cx="947737" cy="276225"/>
          </a:xfrm>
          <a:prstGeom prst="rect">
            <a:avLst/>
          </a:prstGeom>
        </p:spPr>
      </p:pic>
      <p:pic>
        <p:nvPicPr>
          <p:cNvPr id="10" name="SK-16-img-9" descr="preencoded.png">    </p:cNvPr>
          <p:cNvPicPr>
            <a:picLocks noChangeAspect="1"/>
          </p:cNvPicPr>
          <p:nvPr/>
        </p:nvPicPr>
        <p:blipFill>
          <a:blip r:embed="rId10"/>
          <a:stretch>
            <a:fillRect/>
          </a:stretch>
        </p:blipFill>
        <p:spPr>
          <a:xfrm>
            <a:off x="3638550" y="2547938"/>
            <a:ext cx="166688" cy="133350"/>
          </a:xfrm>
          <a:prstGeom prst="rect">
            <a:avLst/>
          </a:prstGeom>
        </p:spPr>
      </p:pic>
      <p:pic>
        <p:nvPicPr>
          <p:cNvPr id="11" name="SK-16-img-10" descr="preencoded.png">    </p:cNvPr>
          <p:cNvPicPr>
            <a:picLocks noChangeAspect="1"/>
          </p:cNvPicPr>
          <p:nvPr/>
        </p:nvPicPr>
        <p:blipFill>
          <a:blip r:embed="rId11"/>
          <a:stretch>
            <a:fillRect/>
          </a:stretch>
        </p:blipFill>
        <p:spPr>
          <a:xfrm>
            <a:off x="4548188" y="2476500"/>
            <a:ext cx="947737" cy="276225"/>
          </a:xfrm>
          <a:prstGeom prst="rect">
            <a:avLst/>
          </a:prstGeom>
        </p:spPr>
      </p:pic>
      <p:pic>
        <p:nvPicPr>
          <p:cNvPr id="12" name="SK-16-img-11" descr="preencoded.png">    </p:cNvPr>
          <p:cNvPicPr>
            <a:picLocks noChangeAspect="1"/>
          </p:cNvPicPr>
          <p:nvPr/>
        </p:nvPicPr>
        <p:blipFill>
          <a:blip r:embed="rId12"/>
          <a:stretch>
            <a:fillRect/>
          </a:stretch>
        </p:blipFill>
        <p:spPr>
          <a:xfrm>
            <a:off x="4643438" y="2547938"/>
            <a:ext cx="166688" cy="133350"/>
          </a:xfrm>
          <a:prstGeom prst="rect">
            <a:avLst/>
          </a:prstGeom>
        </p:spPr>
      </p:pic>
      <p:pic>
        <p:nvPicPr>
          <p:cNvPr id="13" name="SK-16-img-12" descr="preencoded.png">    </p:cNvPr>
          <p:cNvPicPr>
            <a:picLocks noChangeAspect="1"/>
          </p:cNvPicPr>
          <p:nvPr/>
        </p:nvPicPr>
        <p:blipFill>
          <a:blip r:embed="rId13"/>
          <a:stretch>
            <a:fillRect/>
          </a:stretch>
        </p:blipFill>
        <p:spPr>
          <a:xfrm>
            <a:off x="5553075" y="2476500"/>
            <a:ext cx="947737" cy="276225"/>
          </a:xfrm>
          <a:prstGeom prst="rect">
            <a:avLst/>
          </a:prstGeom>
        </p:spPr>
      </p:pic>
      <p:pic>
        <p:nvPicPr>
          <p:cNvPr id="14" name="SK-16-img-13" descr="preencoded.png">    </p:cNvPr>
          <p:cNvPicPr>
            <a:picLocks noChangeAspect="1"/>
          </p:cNvPicPr>
          <p:nvPr/>
        </p:nvPicPr>
        <p:blipFill>
          <a:blip r:embed="rId14"/>
          <a:stretch>
            <a:fillRect/>
          </a:stretch>
        </p:blipFill>
        <p:spPr>
          <a:xfrm>
            <a:off x="5648325" y="2547938"/>
            <a:ext cx="166688" cy="133350"/>
          </a:xfrm>
          <a:prstGeom prst="rect">
            <a:avLst/>
          </a:prstGeom>
        </p:spPr>
      </p:pic>
      <p:pic>
        <p:nvPicPr>
          <p:cNvPr id="15" name="SK-16-img-14" descr="preencoded.png">    </p:cNvPr>
          <p:cNvPicPr>
            <a:picLocks noChangeAspect="1"/>
          </p:cNvPicPr>
          <p:nvPr/>
        </p:nvPicPr>
        <p:blipFill>
          <a:blip r:embed="rId15"/>
          <a:stretch>
            <a:fillRect/>
          </a:stretch>
        </p:blipFill>
        <p:spPr>
          <a:xfrm>
            <a:off x="571500" y="2933700"/>
            <a:ext cx="11049000" cy="628650"/>
          </a:xfrm>
          <a:prstGeom prst="rect">
            <a:avLst/>
          </a:prstGeom>
        </p:spPr>
      </p:pic>
      <p:pic>
        <p:nvPicPr>
          <p:cNvPr id="16" name="SK-16-img-15" descr="preencoded.png">    </p:cNvPr>
          <p:cNvPicPr>
            <a:picLocks noChangeAspect="1"/>
          </p:cNvPicPr>
          <p:nvPr/>
        </p:nvPicPr>
        <p:blipFill>
          <a:blip r:embed="rId16"/>
          <a:stretch>
            <a:fillRect/>
          </a:stretch>
        </p:blipFill>
        <p:spPr>
          <a:xfrm>
            <a:off x="3543300" y="3105150"/>
            <a:ext cx="947737" cy="276225"/>
          </a:xfrm>
          <a:prstGeom prst="rect">
            <a:avLst/>
          </a:prstGeom>
        </p:spPr>
      </p:pic>
      <p:pic>
        <p:nvPicPr>
          <p:cNvPr id="17" name="SK-16-img-16" descr="preencoded.png">    </p:cNvPr>
          <p:cNvPicPr>
            <a:picLocks noChangeAspect="1"/>
          </p:cNvPicPr>
          <p:nvPr/>
        </p:nvPicPr>
        <p:blipFill>
          <a:blip r:embed="rId17"/>
          <a:stretch>
            <a:fillRect/>
          </a:stretch>
        </p:blipFill>
        <p:spPr>
          <a:xfrm>
            <a:off x="3638550" y="3176588"/>
            <a:ext cx="166688" cy="133350"/>
          </a:xfrm>
          <a:prstGeom prst="rect">
            <a:avLst/>
          </a:prstGeom>
        </p:spPr>
      </p:pic>
      <p:pic>
        <p:nvPicPr>
          <p:cNvPr id="18" name="SK-16-img-17" descr="preencoded.png">    </p:cNvPr>
          <p:cNvPicPr>
            <a:picLocks noChangeAspect="1"/>
          </p:cNvPicPr>
          <p:nvPr/>
        </p:nvPicPr>
        <p:blipFill>
          <a:blip r:embed="rId18"/>
          <a:stretch>
            <a:fillRect/>
          </a:stretch>
        </p:blipFill>
        <p:spPr>
          <a:xfrm>
            <a:off x="4548188" y="3105150"/>
            <a:ext cx="947737" cy="276225"/>
          </a:xfrm>
          <a:prstGeom prst="rect">
            <a:avLst/>
          </a:prstGeom>
        </p:spPr>
      </p:pic>
      <p:pic>
        <p:nvPicPr>
          <p:cNvPr id="19" name="SK-16-img-18" descr="preencoded.png">    </p:cNvPr>
          <p:cNvPicPr>
            <a:picLocks noChangeAspect="1"/>
          </p:cNvPicPr>
          <p:nvPr/>
        </p:nvPicPr>
        <p:blipFill>
          <a:blip r:embed="rId19"/>
          <a:stretch>
            <a:fillRect/>
          </a:stretch>
        </p:blipFill>
        <p:spPr>
          <a:xfrm>
            <a:off x="4643438" y="3176588"/>
            <a:ext cx="166688" cy="133350"/>
          </a:xfrm>
          <a:prstGeom prst="rect">
            <a:avLst/>
          </a:prstGeom>
        </p:spPr>
      </p:pic>
      <p:pic>
        <p:nvPicPr>
          <p:cNvPr id="20" name="SK-16-img-19" descr="preencoded.png">    </p:cNvPr>
          <p:cNvPicPr>
            <a:picLocks noChangeAspect="1"/>
          </p:cNvPicPr>
          <p:nvPr/>
        </p:nvPicPr>
        <p:blipFill>
          <a:blip r:embed="rId20"/>
          <a:stretch>
            <a:fillRect/>
          </a:stretch>
        </p:blipFill>
        <p:spPr>
          <a:xfrm>
            <a:off x="5553075" y="3105150"/>
            <a:ext cx="947737" cy="276225"/>
          </a:xfrm>
          <a:prstGeom prst="rect">
            <a:avLst/>
          </a:prstGeom>
        </p:spPr>
      </p:pic>
      <p:pic>
        <p:nvPicPr>
          <p:cNvPr id="21" name="SK-16-img-20" descr="preencoded.png">    </p:cNvPr>
          <p:cNvPicPr>
            <a:picLocks noChangeAspect="1"/>
          </p:cNvPicPr>
          <p:nvPr/>
        </p:nvPicPr>
        <p:blipFill>
          <a:blip r:embed="rId21"/>
          <a:stretch>
            <a:fillRect/>
          </a:stretch>
        </p:blipFill>
        <p:spPr>
          <a:xfrm>
            <a:off x="5648325" y="3176588"/>
            <a:ext cx="166688" cy="133350"/>
          </a:xfrm>
          <a:prstGeom prst="rect">
            <a:avLst/>
          </a:prstGeom>
        </p:spPr>
      </p:pic>
      <p:pic>
        <p:nvPicPr>
          <p:cNvPr id="22" name="SK-16-img-21" descr="preencoded.png">    </p:cNvPr>
          <p:cNvPicPr>
            <a:picLocks noChangeAspect="1"/>
          </p:cNvPicPr>
          <p:nvPr/>
        </p:nvPicPr>
        <p:blipFill>
          <a:blip r:embed="rId22"/>
          <a:stretch>
            <a:fillRect/>
          </a:stretch>
        </p:blipFill>
        <p:spPr>
          <a:xfrm>
            <a:off x="6557963" y="3105150"/>
            <a:ext cx="947737" cy="276225"/>
          </a:xfrm>
          <a:prstGeom prst="rect">
            <a:avLst/>
          </a:prstGeom>
        </p:spPr>
      </p:pic>
      <p:pic>
        <p:nvPicPr>
          <p:cNvPr id="23" name="SK-16-img-22" descr="preencoded.png">    </p:cNvPr>
          <p:cNvPicPr>
            <a:picLocks noChangeAspect="1"/>
          </p:cNvPicPr>
          <p:nvPr/>
        </p:nvPicPr>
        <p:blipFill>
          <a:blip r:embed="rId23"/>
          <a:stretch>
            <a:fillRect/>
          </a:stretch>
        </p:blipFill>
        <p:spPr>
          <a:xfrm>
            <a:off x="6653213" y="3176588"/>
            <a:ext cx="166688" cy="133350"/>
          </a:xfrm>
          <a:prstGeom prst="rect">
            <a:avLst/>
          </a:prstGeom>
        </p:spPr>
      </p:pic>
      <p:pic>
        <p:nvPicPr>
          <p:cNvPr id="24" name="SK-16-img-23" descr="preencoded.png">    </p:cNvPr>
          <p:cNvPicPr>
            <a:picLocks noChangeAspect="1"/>
          </p:cNvPicPr>
          <p:nvPr/>
        </p:nvPicPr>
        <p:blipFill>
          <a:blip r:embed="rId24"/>
          <a:stretch>
            <a:fillRect/>
          </a:stretch>
        </p:blipFill>
        <p:spPr>
          <a:xfrm>
            <a:off x="7562850" y="3105150"/>
            <a:ext cx="947737" cy="276225"/>
          </a:xfrm>
          <a:prstGeom prst="rect">
            <a:avLst/>
          </a:prstGeom>
        </p:spPr>
      </p:pic>
      <p:pic>
        <p:nvPicPr>
          <p:cNvPr id="25" name="SK-16-img-24" descr="preencoded.png">    </p:cNvPr>
          <p:cNvPicPr>
            <a:picLocks noChangeAspect="1"/>
          </p:cNvPicPr>
          <p:nvPr/>
        </p:nvPicPr>
        <p:blipFill>
          <a:blip r:embed="rId25"/>
          <a:stretch>
            <a:fillRect/>
          </a:stretch>
        </p:blipFill>
        <p:spPr>
          <a:xfrm>
            <a:off x="7658100" y="3176588"/>
            <a:ext cx="166688" cy="133350"/>
          </a:xfrm>
          <a:prstGeom prst="rect">
            <a:avLst/>
          </a:prstGeom>
        </p:spPr>
      </p:pic>
      <p:pic>
        <p:nvPicPr>
          <p:cNvPr id="26" name="SK-16-img-25" descr="preencoded.png">    </p:cNvPr>
          <p:cNvPicPr>
            <a:picLocks noChangeAspect="1"/>
          </p:cNvPicPr>
          <p:nvPr/>
        </p:nvPicPr>
        <p:blipFill>
          <a:blip r:embed="rId26"/>
          <a:stretch>
            <a:fillRect/>
          </a:stretch>
        </p:blipFill>
        <p:spPr>
          <a:xfrm>
            <a:off x="8567738" y="3105150"/>
            <a:ext cx="947737" cy="276225"/>
          </a:xfrm>
          <a:prstGeom prst="rect">
            <a:avLst/>
          </a:prstGeom>
        </p:spPr>
      </p:pic>
      <p:pic>
        <p:nvPicPr>
          <p:cNvPr id="27" name="SK-16-img-26" descr="preencoded.png">    </p:cNvPr>
          <p:cNvPicPr>
            <a:picLocks noChangeAspect="1"/>
          </p:cNvPicPr>
          <p:nvPr/>
        </p:nvPicPr>
        <p:blipFill>
          <a:blip r:embed="rId27"/>
          <a:stretch>
            <a:fillRect/>
          </a:stretch>
        </p:blipFill>
        <p:spPr>
          <a:xfrm>
            <a:off x="8662988" y="3176588"/>
            <a:ext cx="166688" cy="133350"/>
          </a:xfrm>
          <a:prstGeom prst="rect">
            <a:avLst/>
          </a:prstGeom>
        </p:spPr>
      </p:pic>
      <p:pic>
        <p:nvPicPr>
          <p:cNvPr id="28" name="SK-16-img-27" descr="preencoded.png">    </p:cNvPr>
          <p:cNvPicPr>
            <a:picLocks noChangeAspect="1"/>
          </p:cNvPicPr>
          <p:nvPr/>
        </p:nvPicPr>
        <p:blipFill>
          <a:blip r:embed="rId28"/>
          <a:stretch>
            <a:fillRect/>
          </a:stretch>
        </p:blipFill>
        <p:spPr>
          <a:xfrm>
            <a:off x="571500" y="3562350"/>
            <a:ext cx="11049000" cy="628650"/>
          </a:xfrm>
          <a:prstGeom prst="rect">
            <a:avLst/>
          </a:prstGeom>
        </p:spPr>
      </p:pic>
      <p:pic>
        <p:nvPicPr>
          <p:cNvPr id="29" name="SK-16-img-28" descr="preencoded.png">    </p:cNvPr>
          <p:cNvPicPr>
            <a:picLocks noChangeAspect="1"/>
          </p:cNvPicPr>
          <p:nvPr/>
        </p:nvPicPr>
        <p:blipFill>
          <a:blip r:embed="rId29"/>
          <a:stretch>
            <a:fillRect/>
          </a:stretch>
        </p:blipFill>
        <p:spPr>
          <a:xfrm>
            <a:off x="3543300" y="3733800"/>
            <a:ext cx="947737" cy="276225"/>
          </a:xfrm>
          <a:prstGeom prst="rect">
            <a:avLst/>
          </a:prstGeom>
        </p:spPr>
      </p:pic>
      <p:pic>
        <p:nvPicPr>
          <p:cNvPr id="30" name="SK-16-img-29" descr="preencoded.png">    </p:cNvPr>
          <p:cNvPicPr>
            <a:picLocks noChangeAspect="1"/>
          </p:cNvPicPr>
          <p:nvPr/>
        </p:nvPicPr>
        <p:blipFill>
          <a:blip r:embed="rId30"/>
          <a:stretch>
            <a:fillRect/>
          </a:stretch>
        </p:blipFill>
        <p:spPr>
          <a:xfrm>
            <a:off x="3638550" y="3805237"/>
            <a:ext cx="166688" cy="133350"/>
          </a:xfrm>
          <a:prstGeom prst="rect">
            <a:avLst/>
          </a:prstGeom>
        </p:spPr>
      </p:pic>
      <p:pic>
        <p:nvPicPr>
          <p:cNvPr id="31" name="SK-16-img-30" descr="preencoded.png">    </p:cNvPr>
          <p:cNvPicPr>
            <a:picLocks noChangeAspect="1"/>
          </p:cNvPicPr>
          <p:nvPr/>
        </p:nvPicPr>
        <p:blipFill>
          <a:blip r:embed="rId31"/>
          <a:stretch>
            <a:fillRect/>
          </a:stretch>
        </p:blipFill>
        <p:spPr>
          <a:xfrm>
            <a:off x="4548188" y="3733800"/>
            <a:ext cx="947737" cy="276225"/>
          </a:xfrm>
          <a:prstGeom prst="rect">
            <a:avLst/>
          </a:prstGeom>
        </p:spPr>
      </p:pic>
      <p:pic>
        <p:nvPicPr>
          <p:cNvPr id="32" name="SK-16-img-31" descr="preencoded.png">    </p:cNvPr>
          <p:cNvPicPr>
            <a:picLocks noChangeAspect="1"/>
          </p:cNvPicPr>
          <p:nvPr/>
        </p:nvPicPr>
        <p:blipFill>
          <a:blip r:embed="rId32"/>
          <a:stretch>
            <a:fillRect/>
          </a:stretch>
        </p:blipFill>
        <p:spPr>
          <a:xfrm>
            <a:off x="4643438" y="3805237"/>
            <a:ext cx="166688" cy="133350"/>
          </a:xfrm>
          <a:prstGeom prst="rect">
            <a:avLst/>
          </a:prstGeom>
        </p:spPr>
      </p:pic>
      <p:pic>
        <p:nvPicPr>
          <p:cNvPr id="33" name="SK-16-img-32" descr="preencoded.png">    </p:cNvPr>
          <p:cNvPicPr>
            <a:picLocks noChangeAspect="1"/>
          </p:cNvPicPr>
          <p:nvPr/>
        </p:nvPicPr>
        <p:blipFill>
          <a:blip r:embed="rId33"/>
          <a:stretch>
            <a:fillRect/>
          </a:stretch>
        </p:blipFill>
        <p:spPr>
          <a:xfrm>
            <a:off x="5553075" y="3733800"/>
            <a:ext cx="947737" cy="276225"/>
          </a:xfrm>
          <a:prstGeom prst="rect">
            <a:avLst/>
          </a:prstGeom>
        </p:spPr>
      </p:pic>
      <p:pic>
        <p:nvPicPr>
          <p:cNvPr id="34" name="SK-16-img-33" descr="preencoded.png">    </p:cNvPr>
          <p:cNvPicPr>
            <a:picLocks noChangeAspect="1"/>
          </p:cNvPicPr>
          <p:nvPr/>
        </p:nvPicPr>
        <p:blipFill>
          <a:blip r:embed="rId34"/>
          <a:stretch>
            <a:fillRect/>
          </a:stretch>
        </p:blipFill>
        <p:spPr>
          <a:xfrm>
            <a:off x="5648325" y="3805237"/>
            <a:ext cx="166688" cy="133350"/>
          </a:xfrm>
          <a:prstGeom prst="rect">
            <a:avLst/>
          </a:prstGeom>
        </p:spPr>
      </p:pic>
      <p:pic>
        <p:nvPicPr>
          <p:cNvPr id="35" name="SK-16-img-34" descr="preencoded.png">    </p:cNvPr>
          <p:cNvPicPr>
            <a:picLocks noChangeAspect="1"/>
          </p:cNvPicPr>
          <p:nvPr/>
        </p:nvPicPr>
        <p:blipFill>
          <a:blip r:embed="rId35"/>
          <a:stretch>
            <a:fillRect/>
          </a:stretch>
        </p:blipFill>
        <p:spPr>
          <a:xfrm>
            <a:off x="6557963" y="3733800"/>
            <a:ext cx="947737" cy="276225"/>
          </a:xfrm>
          <a:prstGeom prst="rect">
            <a:avLst/>
          </a:prstGeom>
        </p:spPr>
      </p:pic>
      <p:pic>
        <p:nvPicPr>
          <p:cNvPr id="36" name="SK-16-img-35" descr="preencoded.png">    </p:cNvPr>
          <p:cNvPicPr>
            <a:picLocks noChangeAspect="1"/>
          </p:cNvPicPr>
          <p:nvPr/>
        </p:nvPicPr>
        <p:blipFill>
          <a:blip r:embed="rId36"/>
          <a:stretch>
            <a:fillRect/>
          </a:stretch>
        </p:blipFill>
        <p:spPr>
          <a:xfrm>
            <a:off x="6653213" y="3805237"/>
            <a:ext cx="166688" cy="133350"/>
          </a:xfrm>
          <a:prstGeom prst="rect">
            <a:avLst/>
          </a:prstGeom>
        </p:spPr>
      </p:pic>
      <p:pic>
        <p:nvPicPr>
          <p:cNvPr id="37" name="SK-16-img-36" descr="preencoded.png">    </p:cNvPr>
          <p:cNvPicPr>
            <a:picLocks noChangeAspect="1"/>
          </p:cNvPicPr>
          <p:nvPr/>
        </p:nvPicPr>
        <p:blipFill>
          <a:blip r:embed="rId37"/>
          <a:stretch>
            <a:fillRect/>
          </a:stretch>
        </p:blipFill>
        <p:spPr>
          <a:xfrm>
            <a:off x="571500" y="4191000"/>
            <a:ext cx="11049000" cy="628650"/>
          </a:xfrm>
          <a:prstGeom prst="rect">
            <a:avLst/>
          </a:prstGeom>
        </p:spPr>
      </p:pic>
      <p:pic>
        <p:nvPicPr>
          <p:cNvPr id="38" name="SK-16-img-37" descr="preencoded.png">    </p:cNvPr>
          <p:cNvPicPr>
            <a:picLocks noChangeAspect="1"/>
          </p:cNvPicPr>
          <p:nvPr/>
        </p:nvPicPr>
        <p:blipFill>
          <a:blip r:embed="rId38"/>
          <a:stretch>
            <a:fillRect/>
          </a:stretch>
        </p:blipFill>
        <p:spPr>
          <a:xfrm>
            <a:off x="3543300" y="4362450"/>
            <a:ext cx="947737" cy="276225"/>
          </a:xfrm>
          <a:prstGeom prst="rect">
            <a:avLst/>
          </a:prstGeom>
        </p:spPr>
      </p:pic>
      <p:pic>
        <p:nvPicPr>
          <p:cNvPr id="39" name="SK-16-img-38" descr="preencoded.png">    </p:cNvPr>
          <p:cNvPicPr>
            <a:picLocks noChangeAspect="1"/>
          </p:cNvPicPr>
          <p:nvPr/>
        </p:nvPicPr>
        <p:blipFill>
          <a:blip r:embed="rId39"/>
          <a:stretch>
            <a:fillRect/>
          </a:stretch>
        </p:blipFill>
        <p:spPr>
          <a:xfrm>
            <a:off x="3638550" y="4433888"/>
            <a:ext cx="166688" cy="133350"/>
          </a:xfrm>
          <a:prstGeom prst="rect">
            <a:avLst/>
          </a:prstGeom>
        </p:spPr>
      </p:pic>
      <p:pic>
        <p:nvPicPr>
          <p:cNvPr id="40" name="SK-16-img-39" descr="preencoded.png">    </p:cNvPr>
          <p:cNvPicPr>
            <a:picLocks noChangeAspect="1"/>
          </p:cNvPicPr>
          <p:nvPr/>
        </p:nvPicPr>
        <p:blipFill>
          <a:blip r:embed="rId40"/>
          <a:stretch>
            <a:fillRect/>
          </a:stretch>
        </p:blipFill>
        <p:spPr>
          <a:xfrm>
            <a:off x="4548188" y="4362450"/>
            <a:ext cx="947737" cy="276225"/>
          </a:xfrm>
          <a:prstGeom prst="rect">
            <a:avLst/>
          </a:prstGeom>
        </p:spPr>
      </p:pic>
      <p:pic>
        <p:nvPicPr>
          <p:cNvPr id="41" name="SK-16-img-40" descr="preencoded.png">    </p:cNvPr>
          <p:cNvPicPr>
            <a:picLocks noChangeAspect="1"/>
          </p:cNvPicPr>
          <p:nvPr/>
        </p:nvPicPr>
        <p:blipFill>
          <a:blip r:embed="rId41"/>
          <a:stretch>
            <a:fillRect/>
          </a:stretch>
        </p:blipFill>
        <p:spPr>
          <a:xfrm>
            <a:off x="4643438" y="4433888"/>
            <a:ext cx="166688" cy="133350"/>
          </a:xfrm>
          <a:prstGeom prst="rect">
            <a:avLst/>
          </a:prstGeom>
        </p:spPr>
      </p:pic>
      <p:pic>
        <p:nvPicPr>
          <p:cNvPr id="42" name="SK-16-img-41" descr="preencoded.png">    </p:cNvPr>
          <p:cNvPicPr>
            <a:picLocks noChangeAspect="1"/>
          </p:cNvPicPr>
          <p:nvPr/>
        </p:nvPicPr>
        <p:blipFill>
          <a:blip r:embed="rId42"/>
          <a:stretch>
            <a:fillRect/>
          </a:stretch>
        </p:blipFill>
        <p:spPr>
          <a:xfrm>
            <a:off x="5553075" y="4362450"/>
            <a:ext cx="947737" cy="276225"/>
          </a:xfrm>
          <a:prstGeom prst="rect">
            <a:avLst/>
          </a:prstGeom>
        </p:spPr>
      </p:pic>
      <p:pic>
        <p:nvPicPr>
          <p:cNvPr id="43" name="SK-16-img-42" descr="preencoded.png">    </p:cNvPr>
          <p:cNvPicPr>
            <a:picLocks noChangeAspect="1"/>
          </p:cNvPicPr>
          <p:nvPr/>
        </p:nvPicPr>
        <p:blipFill>
          <a:blip r:embed="rId43"/>
          <a:stretch>
            <a:fillRect/>
          </a:stretch>
        </p:blipFill>
        <p:spPr>
          <a:xfrm>
            <a:off x="5648325" y="4433888"/>
            <a:ext cx="166688" cy="133350"/>
          </a:xfrm>
          <a:prstGeom prst="rect">
            <a:avLst/>
          </a:prstGeom>
        </p:spPr>
      </p:pic>
      <p:pic>
        <p:nvPicPr>
          <p:cNvPr id="44" name="SK-16-img-43" descr="preencoded.png">    </p:cNvPr>
          <p:cNvPicPr>
            <a:picLocks noChangeAspect="1"/>
          </p:cNvPicPr>
          <p:nvPr/>
        </p:nvPicPr>
        <p:blipFill>
          <a:blip r:embed="rId44"/>
          <a:stretch>
            <a:fillRect/>
          </a:stretch>
        </p:blipFill>
        <p:spPr>
          <a:xfrm>
            <a:off x="6557963" y="4362450"/>
            <a:ext cx="947737" cy="276225"/>
          </a:xfrm>
          <a:prstGeom prst="rect">
            <a:avLst/>
          </a:prstGeom>
        </p:spPr>
      </p:pic>
      <p:pic>
        <p:nvPicPr>
          <p:cNvPr id="45" name="SK-16-img-44" descr="preencoded.png">    </p:cNvPr>
          <p:cNvPicPr>
            <a:picLocks noChangeAspect="1"/>
          </p:cNvPicPr>
          <p:nvPr/>
        </p:nvPicPr>
        <p:blipFill>
          <a:blip r:embed="rId45"/>
          <a:stretch>
            <a:fillRect/>
          </a:stretch>
        </p:blipFill>
        <p:spPr>
          <a:xfrm>
            <a:off x="6653213" y="4433888"/>
            <a:ext cx="166688" cy="133350"/>
          </a:xfrm>
          <a:prstGeom prst="rect">
            <a:avLst/>
          </a:prstGeom>
        </p:spPr>
      </p:pic>
      <p:pic>
        <p:nvPicPr>
          <p:cNvPr id="46" name="SK-16-img-45" descr="preencoded.png">    </p:cNvPr>
          <p:cNvPicPr>
            <a:picLocks noChangeAspect="1"/>
          </p:cNvPicPr>
          <p:nvPr/>
        </p:nvPicPr>
        <p:blipFill>
          <a:blip r:embed="rId46"/>
          <a:stretch>
            <a:fillRect/>
          </a:stretch>
        </p:blipFill>
        <p:spPr>
          <a:xfrm>
            <a:off x="7562850" y="4362450"/>
            <a:ext cx="947737" cy="276225"/>
          </a:xfrm>
          <a:prstGeom prst="rect">
            <a:avLst/>
          </a:prstGeom>
        </p:spPr>
      </p:pic>
      <p:pic>
        <p:nvPicPr>
          <p:cNvPr id="47" name="SK-16-img-46" descr="preencoded.png">    </p:cNvPr>
          <p:cNvPicPr>
            <a:picLocks noChangeAspect="1"/>
          </p:cNvPicPr>
          <p:nvPr/>
        </p:nvPicPr>
        <p:blipFill>
          <a:blip r:embed="rId47"/>
          <a:stretch>
            <a:fillRect/>
          </a:stretch>
        </p:blipFill>
        <p:spPr>
          <a:xfrm>
            <a:off x="7658100" y="4433888"/>
            <a:ext cx="166688" cy="133350"/>
          </a:xfrm>
          <a:prstGeom prst="rect">
            <a:avLst/>
          </a:prstGeom>
        </p:spPr>
      </p:pic>
      <p:pic>
        <p:nvPicPr>
          <p:cNvPr id="48" name="SK-16-img-47" descr="preencoded.png">    </p:cNvPr>
          <p:cNvPicPr>
            <a:picLocks noChangeAspect="1"/>
          </p:cNvPicPr>
          <p:nvPr/>
        </p:nvPicPr>
        <p:blipFill>
          <a:blip r:embed="rId48"/>
          <a:stretch>
            <a:fillRect/>
          </a:stretch>
        </p:blipFill>
        <p:spPr>
          <a:xfrm>
            <a:off x="571500" y="4819650"/>
            <a:ext cx="11049000" cy="628650"/>
          </a:xfrm>
          <a:prstGeom prst="rect">
            <a:avLst/>
          </a:prstGeom>
        </p:spPr>
      </p:pic>
      <p:pic>
        <p:nvPicPr>
          <p:cNvPr id="49" name="SK-16-img-48" descr="preencoded.png">    </p:cNvPr>
          <p:cNvPicPr>
            <a:picLocks noChangeAspect="1"/>
          </p:cNvPicPr>
          <p:nvPr/>
        </p:nvPicPr>
        <p:blipFill>
          <a:blip r:embed="rId49"/>
          <a:stretch>
            <a:fillRect/>
          </a:stretch>
        </p:blipFill>
        <p:spPr>
          <a:xfrm>
            <a:off x="3543300" y="4991100"/>
            <a:ext cx="947737" cy="276225"/>
          </a:xfrm>
          <a:prstGeom prst="rect">
            <a:avLst/>
          </a:prstGeom>
        </p:spPr>
      </p:pic>
      <p:pic>
        <p:nvPicPr>
          <p:cNvPr id="50" name="SK-16-img-49" descr="preencoded.png">    </p:cNvPr>
          <p:cNvPicPr>
            <a:picLocks noChangeAspect="1"/>
          </p:cNvPicPr>
          <p:nvPr/>
        </p:nvPicPr>
        <p:blipFill>
          <a:blip r:embed="rId50"/>
          <a:stretch>
            <a:fillRect/>
          </a:stretch>
        </p:blipFill>
        <p:spPr>
          <a:xfrm>
            <a:off x="3638550" y="5062538"/>
            <a:ext cx="166688" cy="133350"/>
          </a:xfrm>
          <a:prstGeom prst="rect">
            <a:avLst/>
          </a:prstGeom>
        </p:spPr>
      </p:pic>
      <p:pic>
        <p:nvPicPr>
          <p:cNvPr id="51" name="SK-16-img-50" descr="preencoded.png">    </p:cNvPr>
          <p:cNvPicPr>
            <a:picLocks noChangeAspect="1"/>
          </p:cNvPicPr>
          <p:nvPr/>
        </p:nvPicPr>
        <p:blipFill>
          <a:blip r:embed="rId51"/>
          <a:stretch>
            <a:fillRect/>
          </a:stretch>
        </p:blipFill>
        <p:spPr>
          <a:xfrm>
            <a:off x="4548188" y="4991100"/>
            <a:ext cx="947737" cy="276225"/>
          </a:xfrm>
          <a:prstGeom prst="rect">
            <a:avLst/>
          </a:prstGeom>
        </p:spPr>
      </p:pic>
      <p:pic>
        <p:nvPicPr>
          <p:cNvPr id="52" name="SK-16-img-51" descr="preencoded.png">    </p:cNvPr>
          <p:cNvPicPr>
            <a:picLocks noChangeAspect="1"/>
          </p:cNvPicPr>
          <p:nvPr/>
        </p:nvPicPr>
        <p:blipFill>
          <a:blip r:embed="rId52"/>
          <a:stretch>
            <a:fillRect/>
          </a:stretch>
        </p:blipFill>
        <p:spPr>
          <a:xfrm>
            <a:off x="4643438" y="5062538"/>
            <a:ext cx="166688" cy="133350"/>
          </a:xfrm>
          <a:prstGeom prst="rect">
            <a:avLst/>
          </a:prstGeom>
        </p:spPr>
      </p:pic>
      <p:pic>
        <p:nvPicPr>
          <p:cNvPr id="53" name="SK-16-img-52" descr="preencoded.png">    </p:cNvPr>
          <p:cNvPicPr>
            <a:picLocks noChangeAspect="1"/>
          </p:cNvPicPr>
          <p:nvPr/>
        </p:nvPicPr>
        <p:blipFill>
          <a:blip r:embed="rId53"/>
          <a:stretch>
            <a:fillRect/>
          </a:stretch>
        </p:blipFill>
        <p:spPr>
          <a:xfrm>
            <a:off x="5553075" y="4991100"/>
            <a:ext cx="947737" cy="276225"/>
          </a:xfrm>
          <a:prstGeom prst="rect">
            <a:avLst/>
          </a:prstGeom>
        </p:spPr>
      </p:pic>
      <p:pic>
        <p:nvPicPr>
          <p:cNvPr id="54" name="SK-16-img-53" descr="preencoded.png">    </p:cNvPr>
          <p:cNvPicPr>
            <a:picLocks noChangeAspect="1"/>
          </p:cNvPicPr>
          <p:nvPr/>
        </p:nvPicPr>
        <p:blipFill>
          <a:blip r:embed="rId54"/>
          <a:stretch>
            <a:fillRect/>
          </a:stretch>
        </p:blipFill>
        <p:spPr>
          <a:xfrm>
            <a:off x="5648325" y="5062538"/>
            <a:ext cx="166688" cy="133350"/>
          </a:xfrm>
          <a:prstGeom prst="rect">
            <a:avLst/>
          </a:prstGeom>
        </p:spPr>
      </p:pic>
      <p:pic>
        <p:nvPicPr>
          <p:cNvPr id="55" name="SK-16-img-54" descr="preencoded.png">    </p:cNvPr>
          <p:cNvPicPr>
            <a:picLocks noChangeAspect="1"/>
          </p:cNvPicPr>
          <p:nvPr/>
        </p:nvPicPr>
        <p:blipFill>
          <a:blip r:embed="rId55"/>
          <a:stretch>
            <a:fillRect/>
          </a:stretch>
        </p:blipFill>
        <p:spPr>
          <a:xfrm>
            <a:off x="6557963" y="4991100"/>
            <a:ext cx="947737" cy="276225"/>
          </a:xfrm>
          <a:prstGeom prst="rect">
            <a:avLst/>
          </a:prstGeom>
        </p:spPr>
      </p:pic>
      <p:pic>
        <p:nvPicPr>
          <p:cNvPr id="56" name="SK-16-img-55" descr="preencoded.png">    </p:cNvPr>
          <p:cNvPicPr>
            <a:picLocks noChangeAspect="1"/>
          </p:cNvPicPr>
          <p:nvPr/>
        </p:nvPicPr>
        <p:blipFill>
          <a:blip r:embed="rId56"/>
          <a:stretch>
            <a:fillRect/>
          </a:stretch>
        </p:blipFill>
        <p:spPr>
          <a:xfrm>
            <a:off x="6653213" y="5062538"/>
            <a:ext cx="166688" cy="133350"/>
          </a:xfrm>
          <a:prstGeom prst="rect">
            <a:avLst/>
          </a:prstGeom>
        </p:spPr>
      </p:pic>
      <p:pic>
        <p:nvPicPr>
          <p:cNvPr id="57" name="SK-16-img-56" descr="preencoded.png">    </p:cNvPr>
          <p:cNvPicPr>
            <a:picLocks noChangeAspect="1"/>
          </p:cNvPicPr>
          <p:nvPr/>
        </p:nvPicPr>
        <p:blipFill>
          <a:blip r:embed="rId57"/>
          <a:stretch>
            <a:fillRect/>
          </a:stretch>
        </p:blipFill>
        <p:spPr>
          <a:xfrm>
            <a:off x="571500" y="5734050"/>
            <a:ext cx="11049000" cy="657225"/>
          </a:xfrm>
          <a:prstGeom prst="rect">
            <a:avLst/>
          </a:prstGeom>
        </p:spPr>
      </p:pic>
      <p:pic>
        <p:nvPicPr>
          <p:cNvPr id="58" name="SK-16-img-57" descr="preencoded.png">    </p:cNvPr>
          <p:cNvPicPr>
            <a:picLocks noChangeAspect="1"/>
          </p:cNvPicPr>
          <p:nvPr/>
        </p:nvPicPr>
        <p:blipFill>
          <a:blip r:embed="rId58"/>
          <a:stretch>
            <a:fillRect/>
          </a:stretch>
        </p:blipFill>
        <p:spPr>
          <a:xfrm>
            <a:off x="762000" y="5966966"/>
            <a:ext cx="275779" cy="220563"/>
          </a:xfrm>
          <a:prstGeom prst="rect">
            <a:avLst/>
          </a:prstGeom>
        </p:spPr>
      </p:pic>
      <p:sp>
        <p:nvSpPr>
          <p:cNvPr id="59" name="SK-16-text-58"/>
          <p:cNvSpPr/>
          <p:nvPr/>
        </p:nvSpPr>
        <p:spPr>
          <a:xfrm>
            <a:off x="647700" y="381000"/>
            <a:ext cx="3335867"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 016</a:t>
            </a:r>
            <a:endParaRPr lang="en-US" sz="1050" dirty="0"/>
          </a:p>
        </p:txBody>
      </p:sp>
      <p:sp>
        <p:nvSpPr>
          <p:cNvPr id="60" name="SK-16-text-59"/>
          <p:cNvSpPr/>
          <p:nvPr/>
        </p:nvSpPr>
        <p:spPr>
          <a:xfrm>
            <a:off x="571500" y="6953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智能体动态编排规则矩阵</a:t>
            </a:r>
            <a:endParaRPr lang="en-US" sz="2550" dirty="0"/>
          </a:p>
        </p:txBody>
      </p:sp>
      <p:sp>
        <p:nvSpPr>
          <p:cNvPr id="61" name="SK-16-text-60"/>
          <p:cNvSpPr/>
          <p:nvPr/>
        </p:nvSpPr>
        <p:spPr>
          <a:xfrm>
            <a:off x="685800" y="1295400"/>
            <a:ext cx="110490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根据意图类型与难度评分，动态调度专家组合，实现算力与质量的最优平衡</a:t>
            </a:r>
            <a:endParaRPr lang="en-US" sz="1200" dirty="0"/>
          </a:p>
        </p:txBody>
      </p:sp>
      <p:sp>
        <p:nvSpPr>
          <p:cNvPr id="62" name="SK-16-text-61"/>
          <p:cNvSpPr/>
          <p:nvPr/>
        </p:nvSpPr>
        <p:spPr>
          <a:xfrm>
            <a:off x="685800" y="1800225"/>
            <a:ext cx="1228344" cy="504825"/>
          </a:xfrm>
          <a:prstGeom prst="rect">
            <a:avLst/>
          </a:prstGeom>
          <a:noFill/>
          <a:ln/>
        </p:spPr>
        <p:txBody>
          <a:bodyPr wrap="square" lIns="0" tIns="0" rIns="0" bIns="0" rtlCol="0" anchor="ctr" vert="horz"/>
          <a:lstStyle/>
          <a:p>
            <a:pPr algn="l" indent="0" marL="0">
              <a:lnSpc>
                <a:spcPts val="1575"/>
              </a:lnSpc>
              <a:buNone/>
            </a:pPr>
            <a:r>
              <a:rPr lang="en-US" sz="1050" b="1" spc="60" kern="0" dirty="0">
                <a:solidFill>
                  <a:srgbClr val="00F5FF"/>
                </a:solidFill>
              </a:rPr>
              <a:t>INTENT ID</a:t>
            </a:r>
            <a:endParaRPr lang="en-US" sz="1050" dirty="0"/>
          </a:p>
        </p:txBody>
      </p:sp>
      <p:sp>
        <p:nvSpPr>
          <p:cNvPr id="63" name="SK-16-text-62"/>
          <p:cNvSpPr/>
          <p:nvPr/>
        </p:nvSpPr>
        <p:spPr>
          <a:xfrm>
            <a:off x="1828800" y="1800225"/>
            <a:ext cx="1562100" cy="504825"/>
          </a:xfrm>
          <a:prstGeom prst="rect">
            <a:avLst/>
          </a:prstGeom>
          <a:noFill/>
          <a:ln/>
        </p:spPr>
        <p:txBody>
          <a:bodyPr wrap="square" lIns="0" tIns="0" rIns="0" bIns="0" rtlCol="0" anchor="ctr" vert="horz"/>
          <a:lstStyle/>
          <a:p>
            <a:pPr algn="l" indent="0" marL="0">
              <a:lnSpc>
                <a:spcPts val="1575"/>
              </a:lnSpc>
              <a:buNone/>
            </a:pPr>
            <a:r>
              <a:rPr lang="en-US" sz="1050" b="1" spc="60" kern="0" dirty="0">
                <a:solidFill>
                  <a:srgbClr val="00F5FF"/>
                </a:solidFill>
              </a:rPr>
              <a:t>意图类型</a:t>
            </a:r>
            <a:endParaRPr lang="en-US" sz="1050" dirty="0"/>
          </a:p>
        </p:txBody>
      </p:sp>
      <p:sp>
        <p:nvSpPr>
          <p:cNvPr id="64" name="SK-16-text-63"/>
          <p:cNvSpPr/>
          <p:nvPr/>
        </p:nvSpPr>
        <p:spPr>
          <a:xfrm>
            <a:off x="3543300" y="1800225"/>
            <a:ext cx="7086600" cy="504825"/>
          </a:xfrm>
          <a:prstGeom prst="rect">
            <a:avLst/>
          </a:prstGeom>
          <a:noFill/>
          <a:ln/>
        </p:spPr>
        <p:txBody>
          <a:bodyPr wrap="square" lIns="0" tIns="0" rIns="0" bIns="0" rtlCol="0" anchor="ctr" vert="horz"/>
          <a:lstStyle/>
          <a:p>
            <a:pPr algn="l" indent="0" marL="0">
              <a:lnSpc>
                <a:spcPts val="1575"/>
              </a:lnSpc>
              <a:buNone/>
            </a:pPr>
            <a:r>
              <a:rPr lang="en-US" sz="1050" b="1" spc="60" kern="0" dirty="0">
                <a:solidFill>
                  <a:srgbClr val="00F5FF"/>
                </a:solidFill>
              </a:rPr>
              <a:t>编排专家组合 (EXPERT ORCHESTRATION)</a:t>
            </a:r>
            <a:endParaRPr lang="en-US" sz="1050" dirty="0"/>
          </a:p>
        </p:txBody>
      </p:sp>
      <p:sp>
        <p:nvSpPr>
          <p:cNvPr id="65" name="SK-16-text-64"/>
          <p:cNvSpPr/>
          <p:nvPr/>
        </p:nvSpPr>
        <p:spPr>
          <a:xfrm>
            <a:off x="10629900" y="1800225"/>
            <a:ext cx="800100" cy="504825"/>
          </a:xfrm>
          <a:prstGeom prst="rect">
            <a:avLst/>
          </a:prstGeom>
          <a:noFill/>
          <a:ln/>
        </p:spPr>
        <p:txBody>
          <a:bodyPr wrap="square" lIns="0" tIns="0" rIns="0" bIns="0" rtlCol="0" anchor="ctr" vert="horz"/>
          <a:lstStyle/>
          <a:p>
            <a:pPr algn="ctr" indent="0" marL="0">
              <a:lnSpc>
                <a:spcPts val="1575"/>
              </a:lnSpc>
              <a:buNone/>
            </a:pPr>
            <a:r>
              <a:rPr lang="en-US" sz="1050" b="1" spc="60" kern="0" dirty="0">
                <a:solidFill>
                  <a:srgbClr val="00F5FF"/>
                </a:solidFill>
              </a:rPr>
              <a:t>节点规模</a:t>
            </a:r>
            <a:endParaRPr lang="en-US" sz="1050" dirty="0"/>
          </a:p>
        </p:txBody>
      </p:sp>
      <p:sp>
        <p:nvSpPr>
          <p:cNvPr id="66" name="SK-16-text-65"/>
          <p:cNvSpPr/>
          <p:nvPr/>
        </p:nvSpPr>
        <p:spPr>
          <a:xfrm>
            <a:off x="685800" y="2305050"/>
            <a:ext cx="1100328" cy="628650"/>
          </a:xfrm>
          <a:prstGeom prst="rect">
            <a:avLst/>
          </a:prstGeom>
          <a:noFill/>
          <a:ln/>
        </p:spPr>
        <p:txBody>
          <a:bodyPr wrap="square" lIns="0" tIns="0" rIns="0" bIns="0" rtlCol="0" anchor="ctr" vert="horz"/>
          <a:lstStyle/>
          <a:p>
            <a:pPr indent="0" marL="0">
              <a:lnSpc>
                <a:spcPts val="1800"/>
              </a:lnSpc>
              <a:buNone/>
            </a:pPr>
            <a:r>
              <a:rPr lang="en-US" sz="1200" b="1" dirty="0">
                <a:solidFill>
                  <a:srgbClr val="7B61FF"/>
                </a:solidFill>
              </a:rPr>
              <a:t>PROFILE</a:t>
            </a:r>
            <a:endParaRPr lang="en-US" sz="1200" dirty="0"/>
          </a:p>
        </p:txBody>
      </p:sp>
      <p:sp>
        <p:nvSpPr>
          <p:cNvPr id="67" name="SK-16-text-66"/>
          <p:cNvSpPr/>
          <p:nvPr/>
        </p:nvSpPr>
        <p:spPr>
          <a:xfrm>
            <a:off x="1828800" y="2305050"/>
            <a:ext cx="1571625" cy="628650"/>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画像构建</a:t>
            </a:r>
            <a:endParaRPr lang="en-US" sz="1350" dirty="0"/>
          </a:p>
        </p:txBody>
      </p:sp>
      <p:sp>
        <p:nvSpPr>
          <p:cNvPr id="68" name="SK-16-text-67"/>
          <p:cNvSpPr/>
          <p:nvPr/>
        </p:nvSpPr>
        <p:spPr>
          <a:xfrm>
            <a:off x="3862387" y="24765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画像对话</a:t>
            </a:r>
            <a:endParaRPr lang="en-US" sz="1050" dirty="0"/>
          </a:p>
        </p:txBody>
      </p:sp>
      <p:sp>
        <p:nvSpPr>
          <p:cNvPr id="69" name="SK-16-text-68"/>
          <p:cNvSpPr/>
          <p:nvPr/>
        </p:nvSpPr>
        <p:spPr>
          <a:xfrm>
            <a:off x="4867275" y="24765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特征抽取</a:t>
            </a:r>
            <a:endParaRPr lang="en-US" sz="1050" dirty="0"/>
          </a:p>
        </p:txBody>
      </p:sp>
      <p:sp>
        <p:nvSpPr>
          <p:cNvPr id="70" name="SK-16-text-69"/>
          <p:cNvSpPr/>
          <p:nvPr/>
        </p:nvSpPr>
        <p:spPr>
          <a:xfrm>
            <a:off x="5872163" y="24765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学习激励</a:t>
            </a:r>
            <a:endParaRPr lang="en-US" sz="1050" dirty="0"/>
          </a:p>
        </p:txBody>
      </p:sp>
      <p:sp>
        <p:nvSpPr>
          <p:cNvPr id="71" name="SK-16-text-70"/>
          <p:cNvSpPr/>
          <p:nvPr/>
        </p:nvSpPr>
        <p:spPr>
          <a:xfrm>
            <a:off x="10620375" y="2305050"/>
            <a:ext cx="819150" cy="628650"/>
          </a:xfrm>
          <a:prstGeom prst="rect">
            <a:avLst/>
          </a:prstGeom>
          <a:noFill/>
          <a:ln/>
        </p:spPr>
        <p:txBody>
          <a:bodyPr wrap="square" lIns="0" tIns="0" rIns="0" bIns="0" rtlCol="0" anchor="ctr" vert="horz"/>
          <a:lstStyle/>
          <a:p>
            <a:pPr algn="ctr" indent="0" marL="0">
              <a:lnSpc>
                <a:spcPts val="2250"/>
              </a:lnSpc>
              <a:buNone/>
            </a:pPr>
            <a:r>
              <a:rPr lang="en-US" sz="1500" b="1" dirty="0">
                <a:solidFill>
                  <a:srgbClr val="00F5FF"/>
                </a:solidFill>
              </a:rPr>
              <a:t>03</a:t>
            </a:r>
            <a:endParaRPr lang="en-US" sz="1500" dirty="0"/>
          </a:p>
        </p:txBody>
      </p:sp>
      <p:sp>
        <p:nvSpPr>
          <p:cNvPr id="72" name="SK-16-text-71"/>
          <p:cNvSpPr/>
          <p:nvPr/>
        </p:nvSpPr>
        <p:spPr>
          <a:xfrm>
            <a:off x="685800" y="2933700"/>
            <a:ext cx="1246632" cy="628650"/>
          </a:xfrm>
          <a:prstGeom prst="rect">
            <a:avLst/>
          </a:prstGeom>
          <a:noFill/>
          <a:ln/>
        </p:spPr>
        <p:txBody>
          <a:bodyPr wrap="square" lIns="0" tIns="0" rIns="0" bIns="0" rtlCol="0" anchor="ctr" vert="horz"/>
          <a:lstStyle/>
          <a:p>
            <a:pPr indent="0" marL="0">
              <a:lnSpc>
                <a:spcPts val="1800"/>
              </a:lnSpc>
              <a:buNone/>
            </a:pPr>
            <a:r>
              <a:rPr lang="en-US" sz="1200" b="1" dirty="0">
                <a:solidFill>
                  <a:srgbClr val="7B61FF"/>
                </a:solidFill>
              </a:rPr>
              <a:t>RESOURCE</a:t>
            </a:r>
            <a:endParaRPr lang="en-US" sz="1200" dirty="0"/>
          </a:p>
        </p:txBody>
      </p:sp>
      <p:sp>
        <p:nvSpPr>
          <p:cNvPr id="73" name="SK-16-text-72"/>
          <p:cNvSpPr/>
          <p:nvPr/>
        </p:nvSpPr>
        <p:spPr>
          <a:xfrm>
            <a:off x="1828800" y="2933700"/>
            <a:ext cx="1571625" cy="628650"/>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资源生成</a:t>
            </a:r>
            <a:endParaRPr lang="en-US" sz="1350" dirty="0"/>
          </a:p>
        </p:txBody>
      </p:sp>
      <p:sp>
        <p:nvSpPr>
          <p:cNvPr id="74" name="SK-16-text-73"/>
          <p:cNvSpPr/>
          <p:nvPr/>
        </p:nvSpPr>
        <p:spPr>
          <a:xfrm>
            <a:off x="3862387" y="31051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画像对话</a:t>
            </a:r>
            <a:endParaRPr lang="en-US" sz="1050" dirty="0"/>
          </a:p>
        </p:txBody>
      </p:sp>
      <p:sp>
        <p:nvSpPr>
          <p:cNvPr id="75" name="SK-16-text-74"/>
          <p:cNvSpPr/>
          <p:nvPr/>
        </p:nvSpPr>
        <p:spPr>
          <a:xfrm>
            <a:off x="4867275" y="31051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需求分析</a:t>
            </a:r>
            <a:endParaRPr lang="en-US" sz="1050" dirty="0"/>
          </a:p>
        </p:txBody>
      </p:sp>
      <p:sp>
        <p:nvSpPr>
          <p:cNvPr id="76" name="SK-16-text-75"/>
          <p:cNvSpPr/>
          <p:nvPr/>
        </p:nvSpPr>
        <p:spPr>
          <a:xfrm>
            <a:off x="5872163" y="31051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文档撰写</a:t>
            </a:r>
            <a:endParaRPr lang="en-US" sz="1050" dirty="0"/>
          </a:p>
        </p:txBody>
      </p:sp>
      <p:sp>
        <p:nvSpPr>
          <p:cNvPr id="77" name="SK-16-text-76"/>
          <p:cNvSpPr/>
          <p:nvPr/>
        </p:nvSpPr>
        <p:spPr>
          <a:xfrm>
            <a:off x="6877050" y="31051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题目生成</a:t>
            </a:r>
            <a:endParaRPr lang="en-US" sz="1050" dirty="0"/>
          </a:p>
        </p:txBody>
      </p:sp>
      <p:sp>
        <p:nvSpPr>
          <p:cNvPr id="78" name="SK-16-text-77"/>
          <p:cNvSpPr/>
          <p:nvPr/>
        </p:nvSpPr>
        <p:spPr>
          <a:xfrm>
            <a:off x="7881937" y="31051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质量审核</a:t>
            </a:r>
            <a:endParaRPr lang="en-US" sz="1050" dirty="0"/>
          </a:p>
        </p:txBody>
      </p:sp>
      <p:sp>
        <p:nvSpPr>
          <p:cNvPr id="79" name="SK-16-text-78"/>
          <p:cNvSpPr/>
          <p:nvPr/>
        </p:nvSpPr>
        <p:spPr>
          <a:xfrm>
            <a:off x="8886825" y="31051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学习激励</a:t>
            </a:r>
            <a:endParaRPr lang="en-US" sz="1050" dirty="0"/>
          </a:p>
        </p:txBody>
      </p:sp>
      <p:sp>
        <p:nvSpPr>
          <p:cNvPr id="80" name="SK-16-text-79"/>
          <p:cNvSpPr/>
          <p:nvPr/>
        </p:nvSpPr>
        <p:spPr>
          <a:xfrm>
            <a:off x="10620375" y="2933700"/>
            <a:ext cx="819150" cy="628650"/>
          </a:xfrm>
          <a:prstGeom prst="rect">
            <a:avLst/>
          </a:prstGeom>
          <a:noFill/>
          <a:ln/>
        </p:spPr>
        <p:txBody>
          <a:bodyPr wrap="square" lIns="0" tIns="0" rIns="0" bIns="0" rtlCol="0" anchor="ctr" vert="horz"/>
          <a:lstStyle/>
          <a:p>
            <a:pPr algn="ctr" indent="0" marL="0">
              <a:lnSpc>
                <a:spcPts val="2250"/>
              </a:lnSpc>
              <a:buNone/>
            </a:pPr>
            <a:r>
              <a:rPr lang="en-US" sz="1500" b="1" dirty="0">
                <a:solidFill>
                  <a:srgbClr val="00F5FF"/>
                </a:solidFill>
              </a:rPr>
              <a:t>06</a:t>
            </a:r>
            <a:endParaRPr lang="en-US" sz="1500" dirty="0"/>
          </a:p>
        </p:txBody>
      </p:sp>
      <p:sp>
        <p:nvSpPr>
          <p:cNvPr id="81" name="SK-16-text-80"/>
          <p:cNvSpPr/>
          <p:nvPr/>
        </p:nvSpPr>
        <p:spPr>
          <a:xfrm>
            <a:off x="685800" y="3562350"/>
            <a:ext cx="990600" cy="628650"/>
          </a:xfrm>
          <a:prstGeom prst="rect">
            <a:avLst/>
          </a:prstGeom>
          <a:noFill/>
          <a:ln/>
        </p:spPr>
        <p:txBody>
          <a:bodyPr wrap="square" lIns="0" tIns="0" rIns="0" bIns="0" rtlCol="0" anchor="ctr" vert="horz"/>
          <a:lstStyle/>
          <a:p>
            <a:pPr indent="0" marL="0">
              <a:lnSpc>
                <a:spcPts val="1800"/>
              </a:lnSpc>
              <a:buNone/>
            </a:pPr>
            <a:r>
              <a:rPr lang="en-US" sz="1200" b="1" dirty="0">
                <a:solidFill>
                  <a:srgbClr val="7B61FF"/>
                </a:solidFill>
              </a:rPr>
              <a:t>TUTOR</a:t>
            </a:r>
            <a:endParaRPr lang="en-US" sz="1200" dirty="0"/>
          </a:p>
        </p:txBody>
      </p:sp>
      <p:sp>
        <p:nvSpPr>
          <p:cNvPr id="82" name="SK-16-text-81"/>
          <p:cNvSpPr/>
          <p:nvPr/>
        </p:nvSpPr>
        <p:spPr>
          <a:xfrm>
            <a:off x="1828800" y="3562350"/>
            <a:ext cx="1571625" cy="628650"/>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智能辅导</a:t>
            </a:r>
            <a:endParaRPr lang="en-US" sz="1350" dirty="0"/>
          </a:p>
        </p:txBody>
      </p:sp>
      <p:sp>
        <p:nvSpPr>
          <p:cNvPr id="83" name="SK-16-text-82"/>
          <p:cNvSpPr/>
          <p:nvPr/>
        </p:nvSpPr>
        <p:spPr>
          <a:xfrm>
            <a:off x="3862387" y="37338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画像对话</a:t>
            </a:r>
            <a:endParaRPr lang="en-US" sz="1050" dirty="0"/>
          </a:p>
        </p:txBody>
      </p:sp>
      <p:sp>
        <p:nvSpPr>
          <p:cNvPr id="84" name="SK-16-text-83"/>
          <p:cNvSpPr/>
          <p:nvPr/>
        </p:nvSpPr>
        <p:spPr>
          <a:xfrm>
            <a:off x="4867275" y="37338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需求分析</a:t>
            </a:r>
            <a:endParaRPr lang="en-US" sz="1050" dirty="0"/>
          </a:p>
        </p:txBody>
      </p:sp>
      <p:sp>
        <p:nvSpPr>
          <p:cNvPr id="85" name="SK-16-text-84"/>
          <p:cNvSpPr/>
          <p:nvPr/>
        </p:nvSpPr>
        <p:spPr>
          <a:xfrm>
            <a:off x="5872163" y="37338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质量审核</a:t>
            </a:r>
            <a:endParaRPr lang="en-US" sz="1050" dirty="0"/>
          </a:p>
        </p:txBody>
      </p:sp>
      <p:sp>
        <p:nvSpPr>
          <p:cNvPr id="86" name="SK-16-text-85"/>
          <p:cNvSpPr/>
          <p:nvPr/>
        </p:nvSpPr>
        <p:spPr>
          <a:xfrm>
            <a:off x="6877050" y="37338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学习激励</a:t>
            </a:r>
            <a:endParaRPr lang="en-US" sz="1050" dirty="0"/>
          </a:p>
        </p:txBody>
      </p:sp>
      <p:sp>
        <p:nvSpPr>
          <p:cNvPr id="87" name="SK-16-text-86"/>
          <p:cNvSpPr/>
          <p:nvPr/>
        </p:nvSpPr>
        <p:spPr>
          <a:xfrm>
            <a:off x="10620375" y="3562350"/>
            <a:ext cx="819150" cy="628650"/>
          </a:xfrm>
          <a:prstGeom prst="rect">
            <a:avLst/>
          </a:prstGeom>
          <a:noFill/>
          <a:ln/>
        </p:spPr>
        <p:txBody>
          <a:bodyPr wrap="square" lIns="0" tIns="0" rIns="0" bIns="0" rtlCol="0" anchor="ctr" vert="horz"/>
          <a:lstStyle/>
          <a:p>
            <a:pPr algn="ctr" indent="0" marL="0">
              <a:lnSpc>
                <a:spcPts val="2250"/>
              </a:lnSpc>
              <a:buNone/>
            </a:pPr>
            <a:r>
              <a:rPr lang="en-US" sz="1500" b="1" dirty="0">
                <a:solidFill>
                  <a:srgbClr val="00F5FF"/>
                </a:solidFill>
              </a:rPr>
              <a:t>04</a:t>
            </a:r>
            <a:endParaRPr lang="en-US" sz="1500" dirty="0"/>
          </a:p>
        </p:txBody>
      </p:sp>
      <p:sp>
        <p:nvSpPr>
          <p:cNvPr id="88" name="SK-16-text-87"/>
          <p:cNvSpPr/>
          <p:nvPr/>
        </p:nvSpPr>
        <p:spPr>
          <a:xfrm>
            <a:off x="685800" y="4191000"/>
            <a:ext cx="990600" cy="628650"/>
          </a:xfrm>
          <a:prstGeom prst="rect">
            <a:avLst/>
          </a:prstGeom>
          <a:noFill/>
          <a:ln/>
        </p:spPr>
        <p:txBody>
          <a:bodyPr wrap="square" lIns="0" tIns="0" rIns="0" bIns="0" rtlCol="0" anchor="ctr" vert="horz"/>
          <a:lstStyle/>
          <a:p>
            <a:pPr indent="0" marL="0">
              <a:lnSpc>
                <a:spcPts val="1800"/>
              </a:lnSpc>
              <a:buNone/>
            </a:pPr>
            <a:r>
              <a:rPr lang="en-US" sz="1200" b="1" dirty="0">
                <a:solidFill>
                  <a:srgbClr val="7B61FF"/>
                </a:solidFill>
              </a:rPr>
              <a:t>ASSESS</a:t>
            </a:r>
            <a:endParaRPr lang="en-US" sz="1200" dirty="0"/>
          </a:p>
        </p:txBody>
      </p:sp>
      <p:sp>
        <p:nvSpPr>
          <p:cNvPr id="89" name="SK-16-text-88"/>
          <p:cNvSpPr/>
          <p:nvPr/>
        </p:nvSpPr>
        <p:spPr>
          <a:xfrm>
            <a:off x="1828800" y="4191000"/>
            <a:ext cx="1571625" cy="628650"/>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学习评估</a:t>
            </a:r>
            <a:endParaRPr lang="en-US" sz="1350" dirty="0"/>
          </a:p>
        </p:txBody>
      </p:sp>
      <p:sp>
        <p:nvSpPr>
          <p:cNvPr id="90" name="SK-16-text-89"/>
          <p:cNvSpPr/>
          <p:nvPr/>
        </p:nvSpPr>
        <p:spPr>
          <a:xfrm>
            <a:off x="3862387" y="43624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特征抽取</a:t>
            </a:r>
            <a:endParaRPr lang="en-US" sz="1050" dirty="0"/>
          </a:p>
        </p:txBody>
      </p:sp>
      <p:sp>
        <p:nvSpPr>
          <p:cNvPr id="91" name="SK-16-text-90"/>
          <p:cNvSpPr/>
          <p:nvPr/>
        </p:nvSpPr>
        <p:spPr>
          <a:xfrm>
            <a:off x="4867275" y="43624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需求分析</a:t>
            </a:r>
            <a:endParaRPr lang="en-US" sz="1050" dirty="0"/>
          </a:p>
        </p:txBody>
      </p:sp>
      <p:sp>
        <p:nvSpPr>
          <p:cNvPr id="92" name="SK-16-text-91"/>
          <p:cNvSpPr/>
          <p:nvPr/>
        </p:nvSpPr>
        <p:spPr>
          <a:xfrm>
            <a:off x="5872163" y="43624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题目生成</a:t>
            </a:r>
            <a:endParaRPr lang="en-US" sz="1050" dirty="0"/>
          </a:p>
        </p:txBody>
      </p:sp>
      <p:sp>
        <p:nvSpPr>
          <p:cNvPr id="93" name="SK-16-text-92"/>
          <p:cNvSpPr/>
          <p:nvPr/>
        </p:nvSpPr>
        <p:spPr>
          <a:xfrm>
            <a:off x="6877050" y="43624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质量审核</a:t>
            </a:r>
            <a:endParaRPr lang="en-US" sz="1050" dirty="0"/>
          </a:p>
        </p:txBody>
      </p:sp>
      <p:sp>
        <p:nvSpPr>
          <p:cNvPr id="94" name="SK-16-text-93"/>
          <p:cNvSpPr/>
          <p:nvPr/>
        </p:nvSpPr>
        <p:spPr>
          <a:xfrm>
            <a:off x="7881937" y="436245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学习激励</a:t>
            </a:r>
            <a:endParaRPr lang="en-US" sz="1050" dirty="0"/>
          </a:p>
        </p:txBody>
      </p:sp>
      <p:sp>
        <p:nvSpPr>
          <p:cNvPr id="95" name="SK-16-text-94"/>
          <p:cNvSpPr/>
          <p:nvPr/>
        </p:nvSpPr>
        <p:spPr>
          <a:xfrm>
            <a:off x="10620375" y="4191000"/>
            <a:ext cx="819150" cy="628650"/>
          </a:xfrm>
          <a:prstGeom prst="rect">
            <a:avLst/>
          </a:prstGeom>
          <a:noFill/>
          <a:ln/>
        </p:spPr>
        <p:txBody>
          <a:bodyPr wrap="square" lIns="0" tIns="0" rIns="0" bIns="0" rtlCol="0" anchor="ctr" vert="horz"/>
          <a:lstStyle/>
          <a:p>
            <a:pPr algn="ctr" indent="0" marL="0">
              <a:lnSpc>
                <a:spcPts val="2250"/>
              </a:lnSpc>
              <a:buNone/>
            </a:pPr>
            <a:r>
              <a:rPr lang="en-US" sz="1500" b="1" dirty="0">
                <a:solidFill>
                  <a:srgbClr val="00F5FF"/>
                </a:solidFill>
              </a:rPr>
              <a:t>05</a:t>
            </a:r>
            <a:endParaRPr lang="en-US" sz="1500" dirty="0"/>
          </a:p>
        </p:txBody>
      </p:sp>
      <p:sp>
        <p:nvSpPr>
          <p:cNvPr id="96" name="SK-16-text-95"/>
          <p:cNvSpPr/>
          <p:nvPr/>
        </p:nvSpPr>
        <p:spPr>
          <a:xfrm>
            <a:off x="685800" y="4819650"/>
            <a:ext cx="990600" cy="628650"/>
          </a:xfrm>
          <a:prstGeom prst="rect">
            <a:avLst/>
          </a:prstGeom>
          <a:noFill/>
          <a:ln/>
        </p:spPr>
        <p:txBody>
          <a:bodyPr wrap="square" lIns="0" tIns="0" rIns="0" bIns="0" rtlCol="0" anchor="ctr" vert="horz"/>
          <a:lstStyle/>
          <a:p>
            <a:pPr indent="0" marL="0">
              <a:lnSpc>
                <a:spcPts val="1800"/>
              </a:lnSpc>
              <a:buNone/>
            </a:pPr>
            <a:r>
              <a:rPr lang="en-US" sz="1200" b="1" dirty="0">
                <a:solidFill>
                  <a:srgbClr val="7B61FF"/>
                </a:solidFill>
              </a:rPr>
              <a:t>PATH</a:t>
            </a:r>
            <a:endParaRPr lang="en-US" sz="1200" dirty="0"/>
          </a:p>
        </p:txBody>
      </p:sp>
      <p:sp>
        <p:nvSpPr>
          <p:cNvPr id="97" name="SK-16-text-96"/>
          <p:cNvSpPr/>
          <p:nvPr/>
        </p:nvSpPr>
        <p:spPr>
          <a:xfrm>
            <a:off x="1828800" y="4819650"/>
            <a:ext cx="1571625" cy="628650"/>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路径规划</a:t>
            </a:r>
            <a:endParaRPr lang="en-US" sz="1350" dirty="0"/>
          </a:p>
        </p:txBody>
      </p:sp>
      <p:sp>
        <p:nvSpPr>
          <p:cNvPr id="98" name="SK-16-text-97"/>
          <p:cNvSpPr/>
          <p:nvPr/>
        </p:nvSpPr>
        <p:spPr>
          <a:xfrm>
            <a:off x="3862387" y="49911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画像对话</a:t>
            </a:r>
            <a:endParaRPr lang="en-US" sz="1050" dirty="0"/>
          </a:p>
        </p:txBody>
      </p:sp>
      <p:sp>
        <p:nvSpPr>
          <p:cNvPr id="99" name="SK-16-text-98"/>
          <p:cNvSpPr/>
          <p:nvPr/>
        </p:nvSpPr>
        <p:spPr>
          <a:xfrm>
            <a:off x="4867275" y="49911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需求分析</a:t>
            </a:r>
            <a:endParaRPr lang="en-US" sz="1050" dirty="0"/>
          </a:p>
        </p:txBody>
      </p:sp>
      <p:sp>
        <p:nvSpPr>
          <p:cNvPr id="100" name="SK-16-text-99"/>
          <p:cNvSpPr/>
          <p:nvPr/>
        </p:nvSpPr>
        <p:spPr>
          <a:xfrm>
            <a:off x="5872163" y="49911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质量审核</a:t>
            </a:r>
            <a:endParaRPr lang="en-US" sz="1050" dirty="0"/>
          </a:p>
        </p:txBody>
      </p:sp>
      <p:sp>
        <p:nvSpPr>
          <p:cNvPr id="101" name="SK-16-text-100"/>
          <p:cNvSpPr/>
          <p:nvPr/>
        </p:nvSpPr>
        <p:spPr>
          <a:xfrm>
            <a:off x="6877050" y="4991100"/>
            <a:ext cx="852368" cy="276225"/>
          </a:xfrm>
          <a:prstGeom prst="rect">
            <a:avLst/>
          </a:prstGeom>
          <a:noFill/>
          <a:ln/>
        </p:spPr>
        <p:txBody>
          <a:bodyPr wrap="square" lIns="0" tIns="0" rIns="0" bIns="0" rtlCol="0" anchor="ctr" vert="horz"/>
          <a:lstStyle/>
          <a:p>
            <a:pPr indent="0" marL="0">
              <a:lnSpc>
                <a:spcPts val="1575"/>
              </a:lnSpc>
              <a:buNone/>
            </a:pPr>
            <a:r>
              <a:rPr lang="en-US" sz="1050" dirty="0">
                <a:solidFill>
                  <a:srgbClr val="A0AEC0"/>
                </a:solidFill>
                <a:latin typeface="Noto Sans SC" pitchFamily="34" charset="0"/>
                <a:ea typeface="Noto Sans SC" pitchFamily="34" charset="-122"/>
                <a:cs typeface="Noto Sans SC" pitchFamily="34" charset="-120"/>
              </a:rPr>
              <a:t>学习激励</a:t>
            </a:r>
            <a:endParaRPr lang="en-US" sz="1050" dirty="0"/>
          </a:p>
        </p:txBody>
      </p:sp>
      <p:sp>
        <p:nvSpPr>
          <p:cNvPr id="102" name="SK-16-text-101"/>
          <p:cNvSpPr/>
          <p:nvPr/>
        </p:nvSpPr>
        <p:spPr>
          <a:xfrm>
            <a:off x="10620375" y="4819650"/>
            <a:ext cx="819150" cy="628650"/>
          </a:xfrm>
          <a:prstGeom prst="rect">
            <a:avLst/>
          </a:prstGeom>
          <a:noFill/>
          <a:ln/>
        </p:spPr>
        <p:txBody>
          <a:bodyPr wrap="square" lIns="0" tIns="0" rIns="0" bIns="0" rtlCol="0" anchor="ctr" vert="horz"/>
          <a:lstStyle/>
          <a:p>
            <a:pPr algn="ctr" indent="0" marL="0">
              <a:lnSpc>
                <a:spcPts val="2250"/>
              </a:lnSpc>
              <a:buNone/>
            </a:pPr>
            <a:r>
              <a:rPr lang="en-US" sz="1500" b="1" dirty="0">
                <a:solidFill>
                  <a:srgbClr val="00F5FF"/>
                </a:solidFill>
              </a:rPr>
              <a:t>04</a:t>
            </a:r>
            <a:endParaRPr lang="en-US" sz="1500" dirty="0"/>
          </a:p>
        </p:txBody>
      </p:sp>
      <p:sp>
        <p:nvSpPr>
          <p:cNvPr id="103" name="SK-16-text-102"/>
          <p:cNvSpPr/>
          <p:nvPr/>
        </p:nvSpPr>
        <p:spPr>
          <a:xfrm>
            <a:off x="1190179" y="5848350"/>
            <a:ext cx="10239821" cy="428625"/>
          </a:xfrm>
          <a:prstGeom prst="rect">
            <a:avLst/>
          </a:prstGeom>
          <a:noFill/>
          <a:ln/>
        </p:spPr>
        <p:txBody>
          <a:bodyPr wrap="square" lIns="0" tIns="0" rIns="0" bIns="0" rtlCol="0" anchor="ctr" vert="horz"/>
          <a:lstStyle/>
          <a:p>
            <a:pPr indent="0" marL="0">
              <a:lnSpc>
                <a:spcPts val="1688"/>
              </a:lnSpc>
              <a:buNone/>
            </a:pPr>
            <a:r>
              <a:rPr lang="en-US" sz="1125" b="1" dirty="0">
                <a:solidFill>
                  <a:srgbClr val="FFFFFF"/>
                </a:solidFill>
                <a:latin typeface="Noto Sans SC" pitchFamily="34" charset="0"/>
                <a:ea typeface="Noto Sans SC" pitchFamily="34" charset="-122"/>
                <a:cs typeface="Noto Sans SC" pitchFamily="34" charset="-120"/>
              </a:rPr>
              <a:t>动态扩展规则：</a:t>
            </a:r>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 当辩论模式开启且系统评估的任务难度评分 </a:t>
            </a:r>
            <a:pPr indent="0" marL="0">
              <a:lnSpc>
                <a:spcPts val="1688"/>
              </a:lnSpc>
              <a:buNone/>
            </a:pPr>
            <a:r>
              <a:rPr lang="en-US" sz="1125" dirty="0">
                <a:solidFill>
                  <a:srgbClr val="ECC94B"/>
                </a:solidFill>
              </a:rPr>
              <a:t>≥ 0.6</a:t>
            </a:r>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 时，</a:t>
            </a:r>
            <a:pPr indent="0" marL="0">
              <a:lnSpc>
                <a:spcPts val="1688"/>
              </a:lnSpc>
              <a:buNone/>
            </a:pPr>
            <a:r>
              <a:rPr lang="en-US" sz="1125" b="1" dirty="0">
                <a:solidFill>
                  <a:srgbClr val="FFFFFF"/>
                </a:solidFill>
                <a:latin typeface="Noto Sans SC" pitchFamily="34" charset="0"/>
                <a:ea typeface="Noto Sans SC" pitchFamily="34" charset="-122"/>
                <a:cs typeface="Noto Sans SC" pitchFamily="34" charset="-120"/>
              </a:rPr>
              <a:t>仲裁智能体 (Arbitration Agent)</a:t>
            </a:r>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 将自动加入工作流，依据证据链对专家争议观点进行最终裁决。</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7-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7-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17-img-3" descr="preencoded.png">    </p:cNvPr>
          <p:cNvPicPr>
            <a:picLocks noChangeAspect="1"/>
          </p:cNvPicPr>
          <p:nvPr/>
        </p:nvPicPr>
        <p:blipFill>
          <a:blip r:embed="rId4"/>
          <a:stretch>
            <a:fillRect/>
          </a:stretch>
        </p:blipFill>
        <p:spPr>
          <a:xfrm>
            <a:off x="571500" y="381000"/>
            <a:ext cx="2152650" cy="238125"/>
          </a:xfrm>
          <a:prstGeom prst="rect">
            <a:avLst/>
          </a:prstGeom>
        </p:spPr>
      </p:pic>
      <p:pic>
        <p:nvPicPr>
          <p:cNvPr id="5" name="SK-17-img-4" descr="preencoded.png">    </p:cNvPr>
          <p:cNvPicPr>
            <a:picLocks noChangeAspect="1"/>
          </p:cNvPicPr>
          <p:nvPr/>
        </p:nvPicPr>
        <p:blipFill>
          <a:blip r:embed="rId5"/>
          <a:stretch>
            <a:fillRect/>
          </a:stretch>
        </p:blipFill>
        <p:spPr>
          <a:xfrm>
            <a:off x="2838450" y="495300"/>
            <a:ext cx="8782050" cy="9525"/>
          </a:xfrm>
          <a:prstGeom prst="rect">
            <a:avLst/>
          </a:prstGeom>
        </p:spPr>
      </p:pic>
      <p:pic>
        <p:nvPicPr>
          <p:cNvPr id="6" name="SK-17-img-5" descr="preencoded.png">    </p:cNvPr>
          <p:cNvPicPr>
            <a:picLocks noChangeAspect="1"/>
          </p:cNvPicPr>
          <p:nvPr/>
        </p:nvPicPr>
        <p:blipFill>
          <a:blip r:embed="rId6"/>
          <a:stretch>
            <a:fillRect/>
          </a:stretch>
        </p:blipFill>
        <p:spPr>
          <a:xfrm>
            <a:off x="571500" y="1390650"/>
            <a:ext cx="38100" cy="38100"/>
          </a:xfrm>
          <a:prstGeom prst="rect">
            <a:avLst/>
          </a:prstGeom>
        </p:spPr>
      </p:pic>
      <p:pic>
        <p:nvPicPr>
          <p:cNvPr id="7" name="SK-17-img-6" descr="preencoded.png">    </p:cNvPr>
          <p:cNvPicPr>
            <a:picLocks noChangeAspect="1"/>
          </p:cNvPicPr>
          <p:nvPr/>
        </p:nvPicPr>
        <p:blipFill>
          <a:blip r:embed="rId7"/>
          <a:stretch>
            <a:fillRect/>
          </a:stretch>
        </p:blipFill>
        <p:spPr>
          <a:xfrm>
            <a:off x="714375" y="1905000"/>
            <a:ext cx="9525" cy="4381500"/>
          </a:xfrm>
          <a:prstGeom prst="rect">
            <a:avLst/>
          </a:prstGeom>
        </p:spPr>
      </p:pic>
      <p:pic>
        <p:nvPicPr>
          <p:cNvPr id="8" name="SK-17-img-7" descr="preencoded.png">    </p:cNvPr>
          <p:cNvPicPr>
            <a:picLocks noChangeAspect="1"/>
          </p:cNvPicPr>
          <p:nvPr/>
        </p:nvPicPr>
        <p:blipFill>
          <a:blip r:embed="rId8"/>
          <a:stretch>
            <a:fillRect/>
          </a:stretch>
        </p:blipFill>
        <p:spPr>
          <a:xfrm>
            <a:off x="704850" y="1809750"/>
            <a:ext cx="304800" cy="304800"/>
          </a:xfrm>
          <a:prstGeom prst="rect">
            <a:avLst/>
          </a:prstGeom>
        </p:spPr>
      </p:pic>
      <p:pic>
        <p:nvPicPr>
          <p:cNvPr id="9" name="SK-17-img-8" descr="preencoded.png">    </p:cNvPr>
          <p:cNvPicPr>
            <a:picLocks noChangeAspect="1"/>
          </p:cNvPicPr>
          <p:nvPr/>
        </p:nvPicPr>
        <p:blipFill>
          <a:blip r:embed="rId9"/>
          <a:stretch>
            <a:fillRect/>
          </a:stretch>
        </p:blipFill>
        <p:spPr>
          <a:xfrm>
            <a:off x="1447800" y="1566863"/>
            <a:ext cx="4362450" cy="790575"/>
          </a:xfrm>
          <a:prstGeom prst="rect">
            <a:avLst/>
          </a:prstGeom>
        </p:spPr>
      </p:pic>
      <p:pic>
        <p:nvPicPr>
          <p:cNvPr id="10" name="SK-17-img-9" descr="preencoded.png">    </p:cNvPr>
          <p:cNvPicPr>
            <a:picLocks noChangeAspect="1"/>
          </p:cNvPicPr>
          <p:nvPr/>
        </p:nvPicPr>
        <p:blipFill>
          <a:blip r:embed="rId10"/>
          <a:stretch>
            <a:fillRect/>
          </a:stretch>
        </p:blipFill>
        <p:spPr>
          <a:xfrm>
            <a:off x="1600200" y="1716137"/>
            <a:ext cx="166688" cy="137220"/>
          </a:xfrm>
          <a:prstGeom prst="rect">
            <a:avLst/>
          </a:prstGeom>
        </p:spPr>
      </p:pic>
      <p:pic>
        <p:nvPicPr>
          <p:cNvPr id="11" name="SK-17-img-10" descr="preencoded.png">    </p:cNvPr>
          <p:cNvPicPr>
            <a:picLocks noChangeAspect="1"/>
          </p:cNvPicPr>
          <p:nvPr/>
        </p:nvPicPr>
        <p:blipFill>
          <a:blip r:embed="rId11"/>
          <a:stretch>
            <a:fillRect/>
          </a:stretch>
        </p:blipFill>
        <p:spPr>
          <a:xfrm>
            <a:off x="704850" y="2876550"/>
            <a:ext cx="304800" cy="304800"/>
          </a:xfrm>
          <a:prstGeom prst="rect">
            <a:avLst/>
          </a:prstGeom>
        </p:spPr>
      </p:pic>
      <p:pic>
        <p:nvPicPr>
          <p:cNvPr id="12" name="SK-17-img-11" descr="preencoded.png">    </p:cNvPr>
          <p:cNvPicPr>
            <a:picLocks noChangeAspect="1"/>
          </p:cNvPicPr>
          <p:nvPr/>
        </p:nvPicPr>
        <p:blipFill>
          <a:blip r:embed="rId12"/>
          <a:stretch>
            <a:fillRect/>
          </a:stretch>
        </p:blipFill>
        <p:spPr>
          <a:xfrm>
            <a:off x="1447800" y="2633663"/>
            <a:ext cx="4362450" cy="790575"/>
          </a:xfrm>
          <a:prstGeom prst="rect">
            <a:avLst/>
          </a:prstGeom>
        </p:spPr>
      </p:pic>
      <p:pic>
        <p:nvPicPr>
          <p:cNvPr id="13" name="SK-17-img-12" descr="preencoded.png">    </p:cNvPr>
          <p:cNvPicPr>
            <a:picLocks noChangeAspect="1"/>
          </p:cNvPicPr>
          <p:nvPr/>
        </p:nvPicPr>
        <p:blipFill>
          <a:blip r:embed="rId13"/>
          <a:stretch>
            <a:fillRect/>
          </a:stretch>
        </p:blipFill>
        <p:spPr>
          <a:xfrm>
            <a:off x="1600200" y="2782937"/>
            <a:ext cx="166688" cy="137220"/>
          </a:xfrm>
          <a:prstGeom prst="rect">
            <a:avLst/>
          </a:prstGeom>
        </p:spPr>
      </p:pic>
      <p:pic>
        <p:nvPicPr>
          <p:cNvPr id="14" name="SK-17-img-13" descr="preencoded.png">    </p:cNvPr>
          <p:cNvPicPr>
            <a:picLocks noChangeAspect="1"/>
          </p:cNvPicPr>
          <p:nvPr/>
        </p:nvPicPr>
        <p:blipFill>
          <a:blip r:embed="rId14"/>
          <a:stretch>
            <a:fillRect/>
          </a:stretch>
        </p:blipFill>
        <p:spPr>
          <a:xfrm>
            <a:off x="704850" y="3943350"/>
            <a:ext cx="304800" cy="304800"/>
          </a:xfrm>
          <a:prstGeom prst="rect">
            <a:avLst/>
          </a:prstGeom>
        </p:spPr>
      </p:pic>
      <p:pic>
        <p:nvPicPr>
          <p:cNvPr id="15" name="SK-17-img-14" descr="preencoded.png">    </p:cNvPr>
          <p:cNvPicPr>
            <a:picLocks noChangeAspect="1"/>
          </p:cNvPicPr>
          <p:nvPr/>
        </p:nvPicPr>
        <p:blipFill>
          <a:blip r:embed="rId15"/>
          <a:stretch>
            <a:fillRect/>
          </a:stretch>
        </p:blipFill>
        <p:spPr>
          <a:xfrm>
            <a:off x="1447800" y="3700463"/>
            <a:ext cx="4362450" cy="790575"/>
          </a:xfrm>
          <a:prstGeom prst="rect">
            <a:avLst/>
          </a:prstGeom>
        </p:spPr>
      </p:pic>
      <p:pic>
        <p:nvPicPr>
          <p:cNvPr id="16" name="SK-17-img-15" descr="preencoded.png">    </p:cNvPr>
          <p:cNvPicPr>
            <a:picLocks noChangeAspect="1"/>
          </p:cNvPicPr>
          <p:nvPr/>
        </p:nvPicPr>
        <p:blipFill>
          <a:blip r:embed="rId16"/>
          <a:stretch>
            <a:fillRect/>
          </a:stretch>
        </p:blipFill>
        <p:spPr>
          <a:xfrm>
            <a:off x="1600200" y="3849737"/>
            <a:ext cx="166688" cy="137220"/>
          </a:xfrm>
          <a:prstGeom prst="rect">
            <a:avLst/>
          </a:prstGeom>
        </p:spPr>
      </p:pic>
      <p:pic>
        <p:nvPicPr>
          <p:cNvPr id="17" name="SK-17-img-16" descr="preencoded.png">    </p:cNvPr>
          <p:cNvPicPr>
            <a:picLocks noChangeAspect="1"/>
          </p:cNvPicPr>
          <p:nvPr/>
        </p:nvPicPr>
        <p:blipFill>
          <a:blip r:embed="rId17"/>
          <a:stretch>
            <a:fillRect/>
          </a:stretch>
        </p:blipFill>
        <p:spPr>
          <a:xfrm>
            <a:off x="704850" y="5010150"/>
            <a:ext cx="304800" cy="304800"/>
          </a:xfrm>
          <a:prstGeom prst="rect">
            <a:avLst/>
          </a:prstGeom>
        </p:spPr>
      </p:pic>
      <p:pic>
        <p:nvPicPr>
          <p:cNvPr id="18" name="SK-17-img-17" descr="preencoded.png">    </p:cNvPr>
          <p:cNvPicPr>
            <a:picLocks noChangeAspect="1"/>
          </p:cNvPicPr>
          <p:nvPr/>
        </p:nvPicPr>
        <p:blipFill>
          <a:blip r:embed="rId18"/>
          <a:stretch>
            <a:fillRect/>
          </a:stretch>
        </p:blipFill>
        <p:spPr>
          <a:xfrm>
            <a:off x="1447800" y="4767263"/>
            <a:ext cx="4362450" cy="790575"/>
          </a:xfrm>
          <a:prstGeom prst="rect">
            <a:avLst/>
          </a:prstGeom>
        </p:spPr>
      </p:pic>
      <p:pic>
        <p:nvPicPr>
          <p:cNvPr id="19" name="SK-17-img-18" descr="preencoded.png">    </p:cNvPr>
          <p:cNvPicPr>
            <a:picLocks noChangeAspect="1"/>
          </p:cNvPicPr>
          <p:nvPr/>
        </p:nvPicPr>
        <p:blipFill>
          <a:blip r:embed="rId19"/>
          <a:stretch>
            <a:fillRect/>
          </a:stretch>
        </p:blipFill>
        <p:spPr>
          <a:xfrm>
            <a:off x="1600200" y="4916537"/>
            <a:ext cx="166688" cy="137220"/>
          </a:xfrm>
          <a:prstGeom prst="rect">
            <a:avLst/>
          </a:prstGeom>
        </p:spPr>
      </p:pic>
      <p:pic>
        <p:nvPicPr>
          <p:cNvPr id="20" name="SK-17-img-19" descr="preencoded.png">    </p:cNvPr>
          <p:cNvPicPr>
            <a:picLocks noChangeAspect="1"/>
          </p:cNvPicPr>
          <p:nvPr/>
        </p:nvPicPr>
        <p:blipFill>
          <a:blip r:embed="rId20"/>
          <a:stretch>
            <a:fillRect/>
          </a:stretch>
        </p:blipFill>
        <p:spPr>
          <a:xfrm>
            <a:off x="704850" y="6076950"/>
            <a:ext cx="304800" cy="304800"/>
          </a:xfrm>
          <a:prstGeom prst="rect">
            <a:avLst/>
          </a:prstGeom>
        </p:spPr>
      </p:pic>
      <p:pic>
        <p:nvPicPr>
          <p:cNvPr id="21" name="SK-17-img-20" descr="preencoded.png">    </p:cNvPr>
          <p:cNvPicPr>
            <a:picLocks noChangeAspect="1"/>
          </p:cNvPicPr>
          <p:nvPr/>
        </p:nvPicPr>
        <p:blipFill>
          <a:blip r:embed="rId21"/>
          <a:stretch>
            <a:fillRect/>
          </a:stretch>
        </p:blipFill>
        <p:spPr>
          <a:xfrm>
            <a:off x="1447800" y="5834063"/>
            <a:ext cx="4362450" cy="790575"/>
          </a:xfrm>
          <a:prstGeom prst="rect">
            <a:avLst/>
          </a:prstGeom>
        </p:spPr>
      </p:pic>
      <p:pic>
        <p:nvPicPr>
          <p:cNvPr id="22" name="SK-17-img-21" descr="preencoded.png">    </p:cNvPr>
          <p:cNvPicPr>
            <a:picLocks noChangeAspect="1"/>
          </p:cNvPicPr>
          <p:nvPr/>
        </p:nvPicPr>
        <p:blipFill>
          <a:blip r:embed="rId22"/>
          <a:stretch>
            <a:fillRect/>
          </a:stretch>
        </p:blipFill>
        <p:spPr>
          <a:xfrm>
            <a:off x="1600200" y="5983337"/>
            <a:ext cx="166688" cy="137220"/>
          </a:xfrm>
          <a:prstGeom prst="rect">
            <a:avLst/>
          </a:prstGeom>
        </p:spPr>
      </p:pic>
      <p:pic>
        <p:nvPicPr>
          <p:cNvPr id="23" name="SK-17-img-22" descr="preencoded.png">    </p:cNvPr>
          <p:cNvPicPr>
            <a:picLocks noChangeAspect="1"/>
          </p:cNvPicPr>
          <p:nvPr/>
        </p:nvPicPr>
        <p:blipFill>
          <a:blip r:embed="rId23"/>
          <a:stretch>
            <a:fillRect/>
          </a:stretch>
        </p:blipFill>
        <p:spPr>
          <a:xfrm>
            <a:off x="6524625" y="1905000"/>
            <a:ext cx="9525" cy="4381500"/>
          </a:xfrm>
          <a:prstGeom prst="rect">
            <a:avLst/>
          </a:prstGeom>
        </p:spPr>
      </p:pic>
      <p:pic>
        <p:nvPicPr>
          <p:cNvPr id="24" name="SK-17-img-23" descr="preencoded.png">    </p:cNvPr>
          <p:cNvPicPr>
            <a:picLocks noChangeAspect="1"/>
          </p:cNvPicPr>
          <p:nvPr/>
        </p:nvPicPr>
        <p:blipFill>
          <a:blip r:embed="rId24"/>
          <a:stretch>
            <a:fillRect/>
          </a:stretch>
        </p:blipFill>
        <p:spPr>
          <a:xfrm>
            <a:off x="6515100" y="1809750"/>
            <a:ext cx="304800" cy="304800"/>
          </a:xfrm>
          <a:prstGeom prst="rect">
            <a:avLst/>
          </a:prstGeom>
        </p:spPr>
      </p:pic>
      <p:pic>
        <p:nvPicPr>
          <p:cNvPr id="25" name="SK-17-img-24" descr="preencoded.png">    </p:cNvPr>
          <p:cNvPicPr>
            <a:picLocks noChangeAspect="1"/>
          </p:cNvPicPr>
          <p:nvPr/>
        </p:nvPicPr>
        <p:blipFill>
          <a:blip r:embed="rId25"/>
          <a:stretch>
            <a:fillRect/>
          </a:stretch>
        </p:blipFill>
        <p:spPr>
          <a:xfrm>
            <a:off x="7258050" y="1566863"/>
            <a:ext cx="4362450" cy="790575"/>
          </a:xfrm>
          <a:prstGeom prst="rect">
            <a:avLst/>
          </a:prstGeom>
        </p:spPr>
      </p:pic>
      <p:pic>
        <p:nvPicPr>
          <p:cNvPr id="26" name="SK-17-img-25" descr="preencoded.png">    </p:cNvPr>
          <p:cNvPicPr>
            <a:picLocks noChangeAspect="1"/>
          </p:cNvPicPr>
          <p:nvPr/>
        </p:nvPicPr>
        <p:blipFill>
          <a:blip r:embed="rId26"/>
          <a:stretch>
            <a:fillRect/>
          </a:stretch>
        </p:blipFill>
        <p:spPr>
          <a:xfrm>
            <a:off x="7410450" y="1716137"/>
            <a:ext cx="166688" cy="137220"/>
          </a:xfrm>
          <a:prstGeom prst="rect">
            <a:avLst/>
          </a:prstGeom>
        </p:spPr>
      </p:pic>
      <p:pic>
        <p:nvPicPr>
          <p:cNvPr id="27" name="SK-17-img-26" descr="preencoded.png">    </p:cNvPr>
          <p:cNvPicPr>
            <a:picLocks noChangeAspect="1"/>
          </p:cNvPicPr>
          <p:nvPr/>
        </p:nvPicPr>
        <p:blipFill>
          <a:blip r:embed="rId27"/>
          <a:stretch>
            <a:fillRect/>
          </a:stretch>
        </p:blipFill>
        <p:spPr>
          <a:xfrm>
            <a:off x="6515100" y="2876550"/>
            <a:ext cx="304800" cy="304800"/>
          </a:xfrm>
          <a:prstGeom prst="rect">
            <a:avLst/>
          </a:prstGeom>
        </p:spPr>
      </p:pic>
      <p:pic>
        <p:nvPicPr>
          <p:cNvPr id="28" name="SK-17-img-27" descr="preencoded.png">    </p:cNvPr>
          <p:cNvPicPr>
            <a:picLocks noChangeAspect="1"/>
          </p:cNvPicPr>
          <p:nvPr/>
        </p:nvPicPr>
        <p:blipFill>
          <a:blip r:embed="rId28"/>
          <a:stretch>
            <a:fillRect/>
          </a:stretch>
        </p:blipFill>
        <p:spPr>
          <a:xfrm>
            <a:off x="7258050" y="2633663"/>
            <a:ext cx="4362450" cy="790575"/>
          </a:xfrm>
          <a:prstGeom prst="rect">
            <a:avLst/>
          </a:prstGeom>
        </p:spPr>
      </p:pic>
      <p:pic>
        <p:nvPicPr>
          <p:cNvPr id="29" name="SK-17-img-28" descr="preencoded.png">    </p:cNvPr>
          <p:cNvPicPr>
            <a:picLocks noChangeAspect="1"/>
          </p:cNvPicPr>
          <p:nvPr/>
        </p:nvPicPr>
        <p:blipFill>
          <a:blip r:embed="rId29"/>
          <a:stretch>
            <a:fillRect/>
          </a:stretch>
        </p:blipFill>
        <p:spPr>
          <a:xfrm>
            <a:off x="7410450" y="2782937"/>
            <a:ext cx="166688" cy="137220"/>
          </a:xfrm>
          <a:prstGeom prst="rect">
            <a:avLst/>
          </a:prstGeom>
        </p:spPr>
      </p:pic>
      <p:pic>
        <p:nvPicPr>
          <p:cNvPr id="30" name="SK-17-img-29" descr="preencoded.png">    </p:cNvPr>
          <p:cNvPicPr>
            <a:picLocks noChangeAspect="1"/>
          </p:cNvPicPr>
          <p:nvPr/>
        </p:nvPicPr>
        <p:blipFill>
          <a:blip r:embed="rId30"/>
          <a:stretch>
            <a:fillRect/>
          </a:stretch>
        </p:blipFill>
        <p:spPr>
          <a:xfrm>
            <a:off x="6515100" y="3943350"/>
            <a:ext cx="304800" cy="304800"/>
          </a:xfrm>
          <a:prstGeom prst="rect">
            <a:avLst/>
          </a:prstGeom>
        </p:spPr>
      </p:pic>
      <p:pic>
        <p:nvPicPr>
          <p:cNvPr id="31" name="SK-17-img-30" descr="preencoded.png">    </p:cNvPr>
          <p:cNvPicPr>
            <a:picLocks noChangeAspect="1"/>
          </p:cNvPicPr>
          <p:nvPr/>
        </p:nvPicPr>
        <p:blipFill>
          <a:blip r:embed="rId31"/>
          <a:stretch>
            <a:fillRect/>
          </a:stretch>
        </p:blipFill>
        <p:spPr>
          <a:xfrm>
            <a:off x="7258050" y="3700463"/>
            <a:ext cx="4362450" cy="790575"/>
          </a:xfrm>
          <a:prstGeom prst="rect">
            <a:avLst/>
          </a:prstGeom>
        </p:spPr>
      </p:pic>
      <p:pic>
        <p:nvPicPr>
          <p:cNvPr id="32" name="SK-17-img-31" descr="preencoded.png">    </p:cNvPr>
          <p:cNvPicPr>
            <a:picLocks noChangeAspect="1"/>
          </p:cNvPicPr>
          <p:nvPr/>
        </p:nvPicPr>
        <p:blipFill>
          <a:blip r:embed="rId32"/>
          <a:stretch>
            <a:fillRect/>
          </a:stretch>
        </p:blipFill>
        <p:spPr>
          <a:xfrm>
            <a:off x="7410450" y="3849737"/>
            <a:ext cx="166688" cy="137220"/>
          </a:xfrm>
          <a:prstGeom prst="rect">
            <a:avLst/>
          </a:prstGeom>
        </p:spPr>
      </p:pic>
      <p:pic>
        <p:nvPicPr>
          <p:cNvPr id="33" name="SK-17-img-32" descr="preencoded.png">    </p:cNvPr>
          <p:cNvPicPr>
            <a:picLocks noChangeAspect="1"/>
          </p:cNvPicPr>
          <p:nvPr/>
        </p:nvPicPr>
        <p:blipFill>
          <a:blip r:embed="rId33"/>
          <a:stretch>
            <a:fillRect/>
          </a:stretch>
        </p:blipFill>
        <p:spPr>
          <a:xfrm>
            <a:off x="6515100" y="5010150"/>
            <a:ext cx="304800" cy="304800"/>
          </a:xfrm>
          <a:prstGeom prst="rect">
            <a:avLst/>
          </a:prstGeom>
        </p:spPr>
      </p:pic>
      <p:pic>
        <p:nvPicPr>
          <p:cNvPr id="34" name="SK-17-img-33" descr="preencoded.png">    </p:cNvPr>
          <p:cNvPicPr>
            <a:picLocks noChangeAspect="1"/>
          </p:cNvPicPr>
          <p:nvPr/>
        </p:nvPicPr>
        <p:blipFill>
          <a:blip r:embed="rId34"/>
          <a:stretch>
            <a:fillRect/>
          </a:stretch>
        </p:blipFill>
        <p:spPr>
          <a:xfrm>
            <a:off x="7258050" y="4767263"/>
            <a:ext cx="4362450" cy="790575"/>
          </a:xfrm>
          <a:prstGeom prst="rect">
            <a:avLst/>
          </a:prstGeom>
        </p:spPr>
      </p:pic>
      <p:pic>
        <p:nvPicPr>
          <p:cNvPr id="35" name="SK-17-img-34" descr="preencoded.png">    </p:cNvPr>
          <p:cNvPicPr>
            <a:picLocks noChangeAspect="1"/>
          </p:cNvPicPr>
          <p:nvPr/>
        </p:nvPicPr>
        <p:blipFill>
          <a:blip r:embed="rId35"/>
          <a:stretch>
            <a:fillRect/>
          </a:stretch>
        </p:blipFill>
        <p:spPr>
          <a:xfrm>
            <a:off x="7410450" y="4916537"/>
            <a:ext cx="166688" cy="137220"/>
          </a:xfrm>
          <a:prstGeom prst="rect">
            <a:avLst/>
          </a:prstGeom>
        </p:spPr>
      </p:pic>
      <p:sp>
        <p:nvSpPr>
          <p:cNvPr id="36" name="SK-17-text-35"/>
          <p:cNvSpPr/>
          <p:nvPr/>
        </p:nvSpPr>
        <p:spPr>
          <a:xfrm>
            <a:off x="647700" y="381000"/>
            <a:ext cx="3198714"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INNOVATION HIGHLIGHTS</a:t>
            </a:r>
            <a:endParaRPr lang="en-US" sz="1050" dirty="0"/>
          </a:p>
        </p:txBody>
      </p:sp>
      <p:sp>
        <p:nvSpPr>
          <p:cNvPr id="37" name="SK-17-text-36"/>
          <p:cNvSpPr/>
          <p:nvPr/>
        </p:nvSpPr>
        <p:spPr>
          <a:xfrm>
            <a:off x="571500" y="6953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九大创新亮点</a:t>
            </a:r>
            <a:endParaRPr lang="en-US" sz="2550" dirty="0"/>
          </a:p>
        </p:txBody>
      </p:sp>
      <p:sp>
        <p:nvSpPr>
          <p:cNvPr id="38" name="SK-17-text-37"/>
          <p:cNvSpPr/>
          <p:nvPr/>
        </p:nvSpPr>
        <p:spPr>
          <a:xfrm>
            <a:off x="685800" y="1295400"/>
            <a:ext cx="110490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核心技术突破与教育范式革新：驱动个性化学习体验跨越式升级</a:t>
            </a:r>
            <a:endParaRPr lang="en-US" sz="1200" dirty="0"/>
          </a:p>
        </p:txBody>
      </p:sp>
      <p:sp>
        <p:nvSpPr>
          <p:cNvPr id="39" name="SK-17-text-38"/>
          <p:cNvSpPr/>
          <p:nvPr/>
        </p:nvSpPr>
        <p:spPr>
          <a:xfrm>
            <a:off x="762000" y="1809750"/>
            <a:ext cx="685800" cy="304800"/>
          </a:xfrm>
          <a:prstGeom prst="rect">
            <a:avLst/>
          </a:prstGeom>
          <a:noFill/>
          <a:ln/>
        </p:spPr>
        <p:txBody>
          <a:bodyPr wrap="square" lIns="0" tIns="0" rIns="0" bIns="0" rtlCol="0" anchor="ctr" vert="horz"/>
          <a:lstStyle/>
          <a:p>
            <a:pPr indent="0" marL="0">
              <a:lnSpc>
                <a:spcPts val="1800"/>
              </a:lnSpc>
              <a:buNone/>
            </a:pPr>
            <a:r>
              <a:rPr lang="en-US" sz="1200" b="1" dirty="0">
                <a:solidFill>
                  <a:srgbClr val="00F5FF"/>
                </a:solidFill>
              </a:rPr>
              <a:t>01</a:t>
            </a:r>
            <a:endParaRPr lang="en-US" sz="1200" dirty="0"/>
          </a:p>
        </p:txBody>
      </p:sp>
      <p:sp>
        <p:nvSpPr>
          <p:cNvPr id="40" name="SK-17-text-39"/>
          <p:cNvSpPr/>
          <p:nvPr/>
        </p:nvSpPr>
        <p:spPr>
          <a:xfrm>
            <a:off x="1766888" y="1643063"/>
            <a:ext cx="3836670" cy="271463"/>
          </a:xfrm>
          <a:prstGeom prst="rect">
            <a:avLst/>
          </a:prstGeom>
          <a:noFill/>
          <a:ln/>
        </p:spPr>
        <p:txBody>
          <a:bodyPr wrap="none" lIns="0" tIns="0" rIns="0" bIns="0" rtlCol="0" anchor="ctr" vert="horz"/>
          <a:lstStyle/>
          <a:p>
            <a:pPr indent="0" marL="0">
              <a:lnSpc>
                <a:spcPts val="2138"/>
              </a:lnSpc>
              <a:buNone/>
            </a:pPr>
            <a:r>
              <a:rPr lang="en-US" sz="1425" b="1" dirty="0">
                <a:solidFill>
                  <a:srgbClr val="FFFFFF"/>
                </a:solidFill>
                <a:latin typeface="Noto Sans SC" pitchFamily="34" charset="0"/>
                <a:ea typeface="Noto Sans SC" pitchFamily="34" charset="-122"/>
                <a:cs typeface="Noto Sans SC" pitchFamily="34" charset="-120"/>
              </a:rPr>
              <a:t> 证据驱动教育推理范式</a:t>
            </a:r>
            <a:endParaRPr lang="en-US" sz="1425" dirty="0"/>
          </a:p>
        </p:txBody>
      </p:sp>
      <p:sp>
        <p:nvSpPr>
          <p:cNvPr id="41" name="SK-17-text-40"/>
          <p:cNvSpPr/>
          <p:nvPr/>
        </p:nvSpPr>
        <p:spPr>
          <a:xfrm>
            <a:off x="4038600" y="1681163"/>
            <a:ext cx="1619250" cy="60007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打破知识幻觉，模型生成前强制依赖外部专业知识库。</a:t>
            </a:r>
            <a:endParaRPr lang="en-US" sz="1125" dirty="0"/>
          </a:p>
        </p:txBody>
      </p:sp>
      <p:sp>
        <p:nvSpPr>
          <p:cNvPr id="42" name="SK-17-text-41"/>
          <p:cNvSpPr/>
          <p:nvPr/>
        </p:nvSpPr>
        <p:spPr>
          <a:xfrm>
            <a:off x="762000" y="2876550"/>
            <a:ext cx="685800" cy="304800"/>
          </a:xfrm>
          <a:prstGeom prst="rect">
            <a:avLst/>
          </a:prstGeom>
          <a:noFill/>
          <a:ln/>
        </p:spPr>
        <p:txBody>
          <a:bodyPr wrap="square" lIns="0" tIns="0" rIns="0" bIns="0" rtlCol="0" anchor="ctr" vert="horz"/>
          <a:lstStyle/>
          <a:p>
            <a:pPr indent="0" marL="0">
              <a:lnSpc>
                <a:spcPts val="1800"/>
              </a:lnSpc>
              <a:buNone/>
            </a:pPr>
            <a:r>
              <a:rPr lang="en-US" sz="1200" b="1" dirty="0">
                <a:solidFill>
                  <a:srgbClr val="00F5FF"/>
                </a:solidFill>
              </a:rPr>
              <a:t>02</a:t>
            </a:r>
            <a:endParaRPr lang="en-US" sz="1200" dirty="0"/>
          </a:p>
        </p:txBody>
      </p:sp>
      <p:sp>
        <p:nvSpPr>
          <p:cNvPr id="43" name="SK-17-text-42"/>
          <p:cNvSpPr/>
          <p:nvPr/>
        </p:nvSpPr>
        <p:spPr>
          <a:xfrm>
            <a:off x="1766888" y="2709863"/>
            <a:ext cx="3329940" cy="271463"/>
          </a:xfrm>
          <a:prstGeom prst="rect">
            <a:avLst/>
          </a:prstGeom>
          <a:noFill/>
          <a:ln/>
        </p:spPr>
        <p:txBody>
          <a:bodyPr wrap="none" lIns="0" tIns="0" rIns="0" bIns="0" rtlCol="0" anchor="ctr" vert="horz"/>
          <a:lstStyle/>
          <a:p>
            <a:pPr indent="0" marL="0">
              <a:lnSpc>
                <a:spcPts val="2138"/>
              </a:lnSpc>
              <a:buNone/>
            </a:pPr>
            <a:r>
              <a:rPr lang="en-US" sz="1425" b="1" dirty="0">
                <a:solidFill>
                  <a:srgbClr val="FFFFFF"/>
                </a:solidFill>
                <a:latin typeface="Noto Sans SC" pitchFamily="34" charset="0"/>
                <a:ea typeface="Noto Sans SC" pitchFamily="34" charset="-122"/>
                <a:cs typeface="Noto Sans SC" pitchFamily="34" charset="-120"/>
              </a:rPr>
              <a:t> 辩论-仲裁质量管控</a:t>
            </a:r>
            <a:endParaRPr lang="en-US" sz="1425" dirty="0"/>
          </a:p>
        </p:txBody>
      </p:sp>
      <p:sp>
        <p:nvSpPr>
          <p:cNvPr id="44" name="SK-17-text-43"/>
          <p:cNvSpPr/>
          <p:nvPr/>
        </p:nvSpPr>
        <p:spPr>
          <a:xfrm>
            <a:off x="4038600" y="2747963"/>
            <a:ext cx="1619250" cy="60007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多专家并行推理与动态退火反思，确保医学内容严谨性。</a:t>
            </a:r>
            <a:endParaRPr lang="en-US" sz="1125" dirty="0"/>
          </a:p>
        </p:txBody>
      </p:sp>
      <p:sp>
        <p:nvSpPr>
          <p:cNvPr id="45" name="SK-17-text-44"/>
          <p:cNvSpPr/>
          <p:nvPr/>
        </p:nvSpPr>
        <p:spPr>
          <a:xfrm>
            <a:off x="762000" y="3943350"/>
            <a:ext cx="685800" cy="304800"/>
          </a:xfrm>
          <a:prstGeom prst="rect">
            <a:avLst/>
          </a:prstGeom>
          <a:noFill/>
          <a:ln/>
        </p:spPr>
        <p:txBody>
          <a:bodyPr wrap="square" lIns="0" tIns="0" rIns="0" bIns="0" rtlCol="0" anchor="ctr" vert="horz"/>
          <a:lstStyle/>
          <a:p>
            <a:pPr indent="0" marL="0">
              <a:lnSpc>
                <a:spcPts val="1800"/>
              </a:lnSpc>
              <a:buNone/>
            </a:pPr>
            <a:r>
              <a:rPr lang="en-US" sz="1200" b="1" dirty="0">
                <a:solidFill>
                  <a:srgbClr val="00F5FF"/>
                </a:solidFill>
              </a:rPr>
              <a:t>03</a:t>
            </a:r>
            <a:endParaRPr lang="en-US" sz="1200" dirty="0"/>
          </a:p>
        </p:txBody>
      </p:sp>
      <p:sp>
        <p:nvSpPr>
          <p:cNvPr id="46" name="SK-17-text-45"/>
          <p:cNvSpPr/>
          <p:nvPr/>
        </p:nvSpPr>
        <p:spPr>
          <a:xfrm>
            <a:off x="1766888" y="3776662"/>
            <a:ext cx="3836670" cy="271463"/>
          </a:xfrm>
          <a:prstGeom prst="rect">
            <a:avLst/>
          </a:prstGeom>
          <a:noFill/>
          <a:ln/>
        </p:spPr>
        <p:txBody>
          <a:bodyPr wrap="none" lIns="0" tIns="0" rIns="0" bIns="0" rtlCol="0" anchor="ctr" vert="horz"/>
          <a:lstStyle/>
          <a:p>
            <a:pPr indent="0" marL="0">
              <a:lnSpc>
                <a:spcPts val="2138"/>
              </a:lnSpc>
              <a:buNone/>
            </a:pPr>
            <a:r>
              <a:rPr lang="en-US" sz="1425" b="1" dirty="0">
                <a:solidFill>
                  <a:srgbClr val="FFFFFF"/>
                </a:solidFill>
                <a:latin typeface="Noto Sans SC" pitchFamily="34" charset="0"/>
                <a:ea typeface="Noto Sans SC" pitchFamily="34" charset="-122"/>
                <a:cs typeface="Noto Sans SC" pitchFamily="34" charset="-120"/>
              </a:rPr>
              <a:t> 对话式8维度动态画像</a:t>
            </a:r>
            <a:endParaRPr lang="en-US" sz="1425" dirty="0"/>
          </a:p>
        </p:txBody>
      </p:sp>
      <p:sp>
        <p:nvSpPr>
          <p:cNvPr id="47" name="SK-17-text-46"/>
          <p:cNvSpPr/>
          <p:nvPr/>
        </p:nvSpPr>
        <p:spPr>
          <a:xfrm>
            <a:off x="4038600" y="3814763"/>
            <a:ext cx="1619250" cy="60007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超越赛题要求，实现认知风格、临床经验等全方位刻画。</a:t>
            </a:r>
            <a:endParaRPr lang="en-US" sz="1125" dirty="0"/>
          </a:p>
        </p:txBody>
      </p:sp>
      <p:sp>
        <p:nvSpPr>
          <p:cNvPr id="48" name="SK-17-text-47"/>
          <p:cNvSpPr/>
          <p:nvPr/>
        </p:nvSpPr>
        <p:spPr>
          <a:xfrm>
            <a:off x="762000" y="5010150"/>
            <a:ext cx="685800" cy="304800"/>
          </a:xfrm>
          <a:prstGeom prst="rect">
            <a:avLst/>
          </a:prstGeom>
          <a:noFill/>
          <a:ln/>
        </p:spPr>
        <p:txBody>
          <a:bodyPr wrap="square" lIns="0" tIns="0" rIns="0" bIns="0" rtlCol="0" anchor="ctr" vert="horz"/>
          <a:lstStyle/>
          <a:p>
            <a:pPr indent="0" marL="0">
              <a:lnSpc>
                <a:spcPts val="1800"/>
              </a:lnSpc>
              <a:buNone/>
            </a:pPr>
            <a:r>
              <a:rPr lang="en-US" sz="1200" b="1" dirty="0">
                <a:solidFill>
                  <a:srgbClr val="00F5FF"/>
                </a:solidFill>
              </a:rPr>
              <a:t>04</a:t>
            </a:r>
            <a:endParaRPr lang="en-US" sz="1200" dirty="0"/>
          </a:p>
        </p:txBody>
      </p:sp>
      <p:sp>
        <p:nvSpPr>
          <p:cNvPr id="49" name="SK-17-text-48"/>
          <p:cNvSpPr/>
          <p:nvPr/>
        </p:nvSpPr>
        <p:spPr>
          <a:xfrm>
            <a:off x="1766888" y="4843463"/>
            <a:ext cx="3836670" cy="271463"/>
          </a:xfrm>
          <a:prstGeom prst="rect">
            <a:avLst/>
          </a:prstGeom>
          <a:noFill/>
          <a:ln/>
        </p:spPr>
        <p:txBody>
          <a:bodyPr wrap="none" lIns="0" tIns="0" rIns="0" bIns="0" rtlCol="0" anchor="ctr" vert="horz"/>
          <a:lstStyle/>
          <a:p>
            <a:pPr indent="0" marL="0">
              <a:lnSpc>
                <a:spcPts val="2138"/>
              </a:lnSpc>
              <a:buNone/>
            </a:pPr>
            <a:r>
              <a:rPr lang="en-US" sz="1425" b="1" dirty="0">
                <a:solidFill>
                  <a:srgbClr val="FFFFFF"/>
                </a:solidFill>
                <a:latin typeface="Noto Sans SC" pitchFamily="34" charset="0"/>
                <a:ea typeface="Noto Sans SC" pitchFamily="34" charset="-122"/>
                <a:cs typeface="Noto Sans SC" pitchFamily="34" charset="-120"/>
              </a:rPr>
              <a:t> 极速通道与深度双路径</a:t>
            </a:r>
            <a:endParaRPr lang="en-US" sz="1425" dirty="0"/>
          </a:p>
        </p:txBody>
      </p:sp>
      <p:sp>
        <p:nvSpPr>
          <p:cNvPr id="50" name="SK-17-text-49"/>
          <p:cNvSpPr/>
          <p:nvPr/>
        </p:nvSpPr>
        <p:spPr>
          <a:xfrm>
            <a:off x="4038600" y="4881563"/>
            <a:ext cx="1619250" cy="60007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意图智能分流，兼顾基础知识秒回与复杂需求深度推理。</a:t>
            </a:r>
            <a:endParaRPr lang="en-US" sz="1125" dirty="0"/>
          </a:p>
        </p:txBody>
      </p:sp>
      <p:sp>
        <p:nvSpPr>
          <p:cNvPr id="51" name="SK-17-text-50"/>
          <p:cNvSpPr/>
          <p:nvPr/>
        </p:nvSpPr>
        <p:spPr>
          <a:xfrm>
            <a:off x="762000" y="6076950"/>
            <a:ext cx="685800" cy="304800"/>
          </a:xfrm>
          <a:prstGeom prst="rect">
            <a:avLst/>
          </a:prstGeom>
          <a:noFill/>
          <a:ln/>
        </p:spPr>
        <p:txBody>
          <a:bodyPr wrap="square" lIns="0" tIns="0" rIns="0" bIns="0" rtlCol="0" anchor="ctr" vert="horz"/>
          <a:lstStyle/>
          <a:p>
            <a:pPr indent="0" marL="0">
              <a:lnSpc>
                <a:spcPts val="1800"/>
              </a:lnSpc>
              <a:buNone/>
            </a:pPr>
            <a:r>
              <a:rPr lang="en-US" sz="1200" b="1" dirty="0">
                <a:solidFill>
                  <a:srgbClr val="00F5FF"/>
                </a:solidFill>
              </a:rPr>
              <a:t>05</a:t>
            </a:r>
            <a:endParaRPr lang="en-US" sz="1200" dirty="0"/>
          </a:p>
        </p:txBody>
      </p:sp>
      <p:sp>
        <p:nvSpPr>
          <p:cNvPr id="52" name="SK-17-text-51"/>
          <p:cNvSpPr/>
          <p:nvPr/>
        </p:nvSpPr>
        <p:spPr>
          <a:xfrm>
            <a:off x="1766888" y="5910263"/>
            <a:ext cx="3474720" cy="271463"/>
          </a:xfrm>
          <a:prstGeom prst="rect">
            <a:avLst/>
          </a:prstGeom>
          <a:noFill/>
          <a:ln/>
        </p:spPr>
        <p:txBody>
          <a:bodyPr wrap="none" lIns="0" tIns="0" rIns="0" bIns="0" rtlCol="0" anchor="ctr" vert="horz"/>
          <a:lstStyle/>
          <a:p>
            <a:pPr indent="0" marL="0">
              <a:lnSpc>
                <a:spcPts val="2138"/>
              </a:lnSpc>
              <a:buNone/>
            </a:pPr>
            <a:r>
              <a:rPr lang="en-US" sz="1425" b="1" dirty="0">
                <a:solidFill>
                  <a:srgbClr val="FFFFFF"/>
                </a:solidFill>
                <a:latin typeface="Noto Sans SC" pitchFamily="34" charset="0"/>
                <a:ea typeface="Noto Sans SC" pitchFamily="34" charset="-122"/>
                <a:cs typeface="Noto Sans SC" pitchFamily="34" charset="-120"/>
              </a:rPr>
              <a:t> 学习激励与情感陪伴</a:t>
            </a:r>
            <a:endParaRPr lang="en-US" sz="1425" dirty="0"/>
          </a:p>
        </p:txBody>
      </p:sp>
      <p:sp>
        <p:nvSpPr>
          <p:cNvPr id="53" name="SK-17-text-52"/>
          <p:cNvSpPr/>
          <p:nvPr/>
        </p:nvSpPr>
        <p:spPr>
          <a:xfrm>
            <a:off x="4038600" y="5948363"/>
            <a:ext cx="1619250" cy="60007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基于情绪状态维度适时介入，实现从知识传递到情感陪伴。</a:t>
            </a:r>
            <a:endParaRPr lang="en-US" sz="1125" dirty="0"/>
          </a:p>
        </p:txBody>
      </p:sp>
      <p:sp>
        <p:nvSpPr>
          <p:cNvPr id="54" name="SK-17-text-53"/>
          <p:cNvSpPr/>
          <p:nvPr/>
        </p:nvSpPr>
        <p:spPr>
          <a:xfrm>
            <a:off x="6572250" y="1809750"/>
            <a:ext cx="685800" cy="304800"/>
          </a:xfrm>
          <a:prstGeom prst="rect">
            <a:avLst/>
          </a:prstGeom>
          <a:noFill/>
          <a:ln/>
        </p:spPr>
        <p:txBody>
          <a:bodyPr wrap="square" lIns="0" tIns="0" rIns="0" bIns="0" rtlCol="0" anchor="ctr" vert="horz"/>
          <a:lstStyle/>
          <a:p>
            <a:pPr indent="0" marL="0">
              <a:lnSpc>
                <a:spcPts val="1800"/>
              </a:lnSpc>
              <a:buNone/>
            </a:pPr>
            <a:r>
              <a:rPr lang="en-US" sz="1200" b="1" dirty="0">
                <a:solidFill>
                  <a:srgbClr val="00F5FF"/>
                </a:solidFill>
              </a:rPr>
              <a:t>06</a:t>
            </a:r>
            <a:endParaRPr lang="en-US" sz="1200" dirty="0"/>
          </a:p>
        </p:txBody>
      </p:sp>
      <p:sp>
        <p:nvSpPr>
          <p:cNvPr id="55" name="SK-17-text-54"/>
          <p:cNvSpPr/>
          <p:nvPr/>
        </p:nvSpPr>
        <p:spPr>
          <a:xfrm>
            <a:off x="7577138" y="1643063"/>
            <a:ext cx="3112770" cy="271463"/>
          </a:xfrm>
          <a:prstGeom prst="rect">
            <a:avLst/>
          </a:prstGeom>
          <a:noFill/>
          <a:ln/>
        </p:spPr>
        <p:txBody>
          <a:bodyPr wrap="none" lIns="0" tIns="0" rIns="0" bIns="0" rtlCol="0" anchor="ctr" vert="horz"/>
          <a:lstStyle/>
          <a:p>
            <a:pPr indent="0" marL="0">
              <a:lnSpc>
                <a:spcPts val="2138"/>
              </a:lnSpc>
              <a:buNone/>
            </a:pPr>
            <a:r>
              <a:rPr lang="en-US" sz="1425" b="1" dirty="0">
                <a:solidFill>
                  <a:srgbClr val="FFFFFF"/>
                </a:solidFill>
                <a:latin typeface="Noto Sans SC" pitchFamily="34" charset="0"/>
                <a:ea typeface="Noto Sans SC" pitchFamily="34" charset="-122"/>
                <a:cs typeface="Noto Sans SC" pitchFamily="34" charset="-120"/>
              </a:rPr>
              <a:t> 五维学习闭环生态</a:t>
            </a:r>
            <a:endParaRPr lang="en-US" sz="1425" dirty="0"/>
          </a:p>
        </p:txBody>
      </p:sp>
      <p:sp>
        <p:nvSpPr>
          <p:cNvPr id="56" name="SK-17-text-55"/>
          <p:cNvSpPr/>
          <p:nvPr/>
        </p:nvSpPr>
        <p:spPr>
          <a:xfrm>
            <a:off x="9848850" y="1681163"/>
            <a:ext cx="1619250" cy="60007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画像-资源-路径-评估-反馈形成持续进化的学习全链路。</a:t>
            </a:r>
            <a:endParaRPr lang="en-US" sz="1125" dirty="0"/>
          </a:p>
        </p:txBody>
      </p:sp>
      <p:sp>
        <p:nvSpPr>
          <p:cNvPr id="57" name="SK-17-text-56"/>
          <p:cNvSpPr/>
          <p:nvPr/>
        </p:nvSpPr>
        <p:spPr>
          <a:xfrm>
            <a:off x="6572250" y="2876550"/>
            <a:ext cx="685800" cy="304800"/>
          </a:xfrm>
          <a:prstGeom prst="rect">
            <a:avLst/>
          </a:prstGeom>
          <a:noFill/>
          <a:ln/>
        </p:spPr>
        <p:txBody>
          <a:bodyPr wrap="square" lIns="0" tIns="0" rIns="0" bIns="0" rtlCol="0" anchor="ctr" vert="horz"/>
          <a:lstStyle/>
          <a:p>
            <a:pPr indent="0" marL="0">
              <a:lnSpc>
                <a:spcPts val="1800"/>
              </a:lnSpc>
              <a:buNone/>
            </a:pPr>
            <a:r>
              <a:rPr lang="en-US" sz="1200" b="1" dirty="0">
                <a:solidFill>
                  <a:srgbClr val="00F5FF"/>
                </a:solidFill>
              </a:rPr>
              <a:t>07</a:t>
            </a:r>
            <a:endParaRPr lang="en-US" sz="1200" dirty="0"/>
          </a:p>
        </p:txBody>
      </p:sp>
      <p:sp>
        <p:nvSpPr>
          <p:cNvPr id="58" name="SK-17-text-57"/>
          <p:cNvSpPr/>
          <p:nvPr/>
        </p:nvSpPr>
        <p:spPr>
          <a:xfrm>
            <a:off x="7577138" y="2709863"/>
            <a:ext cx="4271010" cy="271463"/>
          </a:xfrm>
          <a:prstGeom prst="rect">
            <a:avLst/>
          </a:prstGeom>
          <a:noFill/>
          <a:ln/>
        </p:spPr>
        <p:txBody>
          <a:bodyPr wrap="none" lIns="0" tIns="0" rIns="0" bIns="0" rtlCol="0" anchor="ctr" vert="horz"/>
          <a:lstStyle/>
          <a:p>
            <a:pPr indent="0" marL="0">
              <a:lnSpc>
                <a:spcPts val="2138"/>
              </a:lnSpc>
              <a:buNone/>
            </a:pPr>
            <a:r>
              <a:rPr lang="en-US" sz="1425" b="1" dirty="0">
                <a:solidFill>
                  <a:srgbClr val="FFFFFF"/>
                </a:solidFill>
                <a:latin typeface="Noto Sans SC" pitchFamily="34" charset="0"/>
                <a:ea typeface="Noto Sans SC" pitchFamily="34" charset="-122"/>
                <a:cs typeface="Noto Sans SC" pitchFamily="34" charset="-120"/>
              </a:rPr>
              <a:t> RAG + PubMed双重循证</a:t>
            </a:r>
            <a:endParaRPr lang="en-US" sz="1425" dirty="0"/>
          </a:p>
        </p:txBody>
      </p:sp>
      <p:sp>
        <p:nvSpPr>
          <p:cNvPr id="59" name="SK-17-text-58"/>
          <p:cNvSpPr/>
          <p:nvPr/>
        </p:nvSpPr>
        <p:spPr>
          <a:xfrm>
            <a:off x="9848850" y="2747963"/>
            <a:ext cx="1619250" cy="60007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本地指南权威溯源与PubMed国际前沿研究互补支撑。</a:t>
            </a:r>
            <a:endParaRPr lang="en-US" sz="1125" dirty="0"/>
          </a:p>
        </p:txBody>
      </p:sp>
      <p:sp>
        <p:nvSpPr>
          <p:cNvPr id="60" name="SK-17-text-59"/>
          <p:cNvSpPr/>
          <p:nvPr/>
        </p:nvSpPr>
        <p:spPr>
          <a:xfrm>
            <a:off x="6572250" y="3943350"/>
            <a:ext cx="685800" cy="304800"/>
          </a:xfrm>
          <a:prstGeom prst="rect">
            <a:avLst/>
          </a:prstGeom>
          <a:noFill/>
          <a:ln/>
        </p:spPr>
        <p:txBody>
          <a:bodyPr wrap="square" lIns="0" tIns="0" rIns="0" bIns="0" rtlCol="0" anchor="ctr" vert="horz"/>
          <a:lstStyle/>
          <a:p>
            <a:pPr indent="0" marL="0">
              <a:lnSpc>
                <a:spcPts val="1800"/>
              </a:lnSpc>
              <a:buNone/>
            </a:pPr>
            <a:r>
              <a:rPr lang="en-US" sz="1200" b="1" dirty="0">
                <a:solidFill>
                  <a:srgbClr val="00F5FF"/>
                </a:solidFill>
              </a:rPr>
              <a:t>08</a:t>
            </a:r>
            <a:endParaRPr lang="en-US" sz="1200" dirty="0"/>
          </a:p>
        </p:txBody>
      </p:sp>
      <p:sp>
        <p:nvSpPr>
          <p:cNvPr id="61" name="SK-17-text-60"/>
          <p:cNvSpPr/>
          <p:nvPr/>
        </p:nvSpPr>
        <p:spPr>
          <a:xfrm>
            <a:off x="7577138" y="3776662"/>
            <a:ext cx="3836670" cy="271463"/>
          </a:xfrm>
          <a:prstGeom prst="rect">
            <a:avLst/>
          </a:prstGeom>
          <a:noFill/>
          <a:ln/>
        </p:spPr>
        <p:txBody>
          <a:bodyPr wrap="none" lIns="0" tIns="0" rIns="0" bIns="0" rtlCol="0" anchor="ctr" vert="horz"/>
          <a:lstStyle/>
          <a:p>
            <a:pPr indent="0" marL="0">
              <a:lnSpc>
                <a:spcPts val="2138"/>
              </a:lnSpc>
              <a:buNone/>
            </a:pPr>
            <a:r>
              <a:rPr lang="en-US" sz="1425" b="1" dirty="0">
                <a:solidFill>
                  <a:srgbClr val="FFFFFF"/>
                </a:solidFill>
                <a:latin typeface="Noto Sans SC" pitchFamily="34" charset="0"/>
                <a:ea typeface="Noto Sans SC" pitchFamily="34" charset="-122"/>
                <a:cs typeface="Noto Sans SC" pitchFamily="34" charset="-120"/>
              </a:rPr>
              <a:t> 医学代码辅助开发能力</a:t>
            </a:r>
            <a:endParaRPr lang="en-US" sz="1425" dirty="0"/>
          </a:p>
        </p:txBody>
      </p:sp>
      <p:sp>
        <p:nvSpPr>
          <p:cNvPr id="62" name="SK-17-text-61"/>
          <p:cNvSpPr/>
          <p:nvPr/>
        </p:nvSpPr>
        <p:spPr>
          <a:xfrm>
            <a:off x="9848850" y="3814763"/>
            <a:ext cx="1619250" cy="60007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融合理论与实操，培养医学生临床数据分析编程素养。</a:t>
            </a:r>
            <a:endParaRPr lang="en-US" sz="1125" dirty="0"/>
          </a:p>
        </p:txBody>
      </p:sp>
      <p:sp>
        <p:nvSpPr>
          <p:cNvPr id="63" name="SK-17-text-62"/>
          <p:cNvSpPr/>
          <p:nvPr/>
        </p:nvSpPr>
        <p:spPr>
          <a:xfrm>
            <a:off x="6572250" y="5010150"/>
            <a:ext cx="685800" cy="304800"/>
          </a:xfrm>
          <a:prstGeom prst="rect">
            <a:avLst/>
          </a:prstGeom>
          <a:noFill/>
          <a:ln/>
        </p:spPr>
        <p:txBody>
          <a:bodyPr wrap="square" lIns="0" tIns="0" rIns="0" bIns="0" rtlCol="0" anchor="ctr" vert="horz"/>
          <a:lstStyle/>
          <a:p>
            <a:pPr indent="0" marL="0">
              <a:lnSpc>
                <a:spcPts val="1800"/>
              </a:lnSpc>
              <a:buNone/>
            </a:pPr>
            <a:r>
              <a:rPr lang="en-US" sz="1200" b="1" dirty="0">
                <a:solidFill>
                  <a:srgbClr val="00F5FF"/>
                </a:solidFill>
              </a:rPr>
              <a:t>09</a:t>
            </a:r>
            <a:endParaRPr lang="en-US" sz="1200" dirty="0"/>
          </a:p>
        </p:txBody>
      </p:sp>
      <p:sp>
        <p:nvSpPr>
          <p:cNvPr id="64" name="SK-17-text-63"/>
          <p:cNvSpPr/>
          <p:nvPr/>
        </p:nvSpPr>
        <p:spPr>
          <a:xfrm>
            <a:off x="7577138" y="4843463"/>
            <a:ext cx="3474720" cy="271463"/>
          </a:xfrm>
          <a:prstGeom prst="rect">
            <a:avLst/>
          </a:prstGeom>
          <a:noFill/>
          <a:ln/>
        </p:spPr>
        <p:txBody>
          <a:bodyPr wrap="none" lIns="0" tIns="0" rIns="0" bIns="0" rtlCol="0" anchor="ctr" vert="horz"/>
          <a:lstStyle/>
          <a:p>
            <a:pPr indent="0" marL="0">
              <a:lnSpc>
                <a:spcPts val="2138"/>
              </a:lnSpc>
              <a:buNone/>
            </a:pPr>
            <a:r>
              <a:rPr lang="en-US" sz="1425" b="1" dirty="0">
                <a:solidFill>
                  <a:srgbClr val="FFFFFF"/>
                </a:solidFill>
                <a:latin typeface="Noto Sans SC" pitchFamily="34" charset="0"/>
                <a:ea typeface="Noto Sans SC" pitchFamily="34" charset="-122"/>
                <a:cs typeface="Noto Sans SC" pitchFamily="34" charset="-120"/>
              </a:rPr>
              <a:t> 全配置化高扩展架构</a:t>
            </a:r>
            <a:endParaRPr lang="en-US" sz="1425" dirty="0"/>
          </a:p>
        </p:txBody>
      </p:sp>
      <p:sp>
        <p:nvSpPr>
          <p:cNvPr id="65" name="SK-17-text-64"/>
          <p:cNvSpPr/>
          <p:nvPr/>
        </p:nvSpPr>
        <p:spPr>
          <a:xfrm>
            <a:off x="9848850" y="4881563"/>
            <a:ext cx="1619250" cy="60007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YAML驱动专家矩阵与规则，支持快速跨学科场景迁移。</a:t>
            </a:r>
            <a:endParaRPr lang="en-US" sz="11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8-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8-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18-img-3" descr="preencoded.png">    </p:cNvPr>
          <p:cNvPicPr>
            <a:picLocks noChangeAspect="1"/>
          </p:cNvPicPr>
          <p:nvPr/>
        </p:nvPicPr>
        <p:blipFill>
          <a:blip r:embed="rId4"/>
          <a:stretch>
            <a:fillRect/>
          </a:stretch>
        </p:blipFill>
        <p:spPr>
          <a:xfrm>
            <a:off x="571500" y="381000"/>
            <a:ext cx="1676400" cy="238125"/>
          </a:xfrm>
          <a:prstGeom prst="rect">
            <a:avLst/>
          </a:prstGeom>
        </p:spPr>
      </p:pic>
      <p:pic>
        <p:nvPicPr>
          <p:cNvPr id="5" name="SK-18-img-4" descr="preencoded.png">    </p:cNvPr>
          <p:cNvPicPr>
            <a:picLocks noChangeAspect="1"/>
          </p:cNvPicPr>
          <p:nvPr/>
        </p:nvPicPr>
        <p:blipFill>
          <a:blip r:embed="rId5"/>
          <a:stretch>
            <a:fillRect/>
          </a:stretch>
        </p:blipFill>
        <p:spPr>
          <a:xfrm>
            <a:off x="2362200" y="495300"/>
            <a:ext cx="9258300" cy="9525"/>
          </a:xfrm>
          <a:prstGeom prst="rect">
            <a:avLst/>
          </a:prstGeom>
        </p:spPr>
      </p:pic>
      <p:pic>
        <p:nvPicPr>
          <p:cNvPr id="6" name="SK-18-img-5" descr="preencoded.png">    </p:cNvPr>
          <p:cNvPicPr>
            <a:picLocks noChangeAspect="1"/>
          </p:cNvPicPr>
          <p:nvPr/>
        </p:nvPicPr>
        <p:blipFill>
          <a:blip r:embed="rId6"/>
          <a:stretch>
            <a:fillRect/>
          </a:stretch>
        </p:blipFill>
        <p:spPr>
          <a:xfrm>
            <a:off x="571500" y="1390650"/>
            <a:ext cx="38100" cy="38100"/>
          </a:xfrm>
          <a:prstGeom prst="rect">
            <a:avLst/>
          </a:prstGeom>
        </p:spPr>
      </p:pic>
      <p:pic>
        <p:nvPicPr>
          <p:cNvPr id="7" name="SK-18-img-6" descr="preencoded.png">    </p:cNvPr>
          <p:cNvPicPr>
            <a:picLocks noChangeAspect="1"/>
          </p:cNvPicPr>
          <p:nvPr/>
        </p:nvPicPr>
        <p:blipFill>
          <a:blip r:embed="rId7"/>
          <a:stretch>
            <a:fillRect/>
          </a:stretch>
        </p:blipFill>
        <p:spPr>
          <a:xfrm>
            <a:off x="10753725" y="1885950"/>
            <a:ext cx="866775" cy="247650"/>
          </a:xfrm>
          <a:prstGeom prst="rect">
            <a:avLst/>
          </a:prstGeom>
        </p:spPr>
      </p:pic>
      <p:pic>
        <p:nvPicPr>
          <p:cNvPr id="8" name="SK-18-img-7" descr="preencoded.png">    </p:cNvPr>
          <p:cNvPicPr>
            <a:picLocks noChangeAspect="1"/>
          </p:cNvPicPr>
          <p:nvPr/>
        </p:nvPicPr>
        <p:blipFill>
          <a:blip r:embed="rId8"/>
          <a:stretch>
            <a:fillRect/>
          </a:stretch>
        </p:blipFill>
        <p:spPr>
          <a:xfrm>
            <a:off x="10848975" y="1952625"/>
            <a:ext cx="142875" cy="114300"/>
          </a:xfrm>
          <a:prstGeom prst="rect">
            <a:avLst/>
          </a:prstGeom>
        </p:spPr>
      </p:pic>
      <p:pic>
        <p:nvPicPr>
          <p:cNvPr id="9" name="SK-18-img-8" descr="preencoded.png">    </p:cNvPr>
          <p:cNvPicPr>
            <a:picLocks noChangeAspect="1"/>
          </p:cNvPicPr>
          <p:nvPr/>
        </p:nvPicPr>
        <p:blipFill>
          <a:blip r:embed="rId9"/>
          <a:stretch>
            <a:fillRect/>
          </a:stretch>
        </p:blipFill>
        <p:spPr>
          <a:xfrm>
            <a:off x="10753725" y="2514600"/>
            <a:ext cx="866775" cy="247650"/>
          </a:xfrm>
          <a:prstGeom prst="rect">
            <a:avLst/>
          </a:prstGeom>
        </p:spPr>
      </p:pic>
      <p:pic>
        <p:nvPicPr>
          <p:cNvPr id="10" name="SK-18-img-9" descr="preencoded.png">    </p:cNvPr>
          <p:cNvPicPr>
            <a:picLocks noChangeAspect="1"/>
          </p:cNvPicPr>
          <p:nvPr/>
        </p:nvPicPr>
        <p:blipFill>
          <a:blip r:embed="rId10"/>
          <a:stretch>
            <a:fillRect/>
          </a:stretch>
        </p:blipFill>
        <p:spPr>
          <a:xfrm>
            <a:off x="10848975" y="2581275"/>
            <a:ext cx="142875" cy="114300"/>
          </a:xfrm>
          <a:prstGeom prst="rect">
            <a:avLst/>
          </a:prstGeom>
        </p:spPr>
      </p:pic>
      <p:pic>
        <p:nvPicPr>
          <p:cNvPr id="11" name="SK-18-img-10" descr="preencoded.png">    </p:cNvPr>
          <p:cNvPicPr>
            <a:picLocks noChangeAspect="1"/>
          </p:cNvPicPr>
          <p:nvPr/>
        </p:nvPicPr>
        <p:blipFill>
          <a:blip r:embed="rId11"/>
          <a:stretch>
            <a:fillRect/>
          </a:stretch>
        </p:blipFill>
        <p:spPr>
          <a:xfrm>
            <a:off x="10753725" y="3067050"/>
            <a:ext cx="866775" cy="247650"/>
          </a:xfrm>
          <a:prstGeom prst="rect">
            <a:avLst/>
          </a:prstGeom>
        </p:spPr>
      </p:pic>
      <p:pic>
        <p:nvPicPr>
          <p:cNvPr id="12" name="SK-18-img-11" descr="preencoded.png">    </p:cNvPr>
          <p:cNvPicPr>
            <a:picLocks noChangeAspect="1"/>
          </p:cNvPicPr>
          <p:nvPr/>
        </p:nvPicPr>
        <p:blipFill>
          <a:blip r:embed="rId12"/>
          <a:stretch>
            <a:fillRect/>
          </a:stretch>
        </p:blipFill>
        <p:spPr>
          <a:xfrm>
            <a:off x="10848975" y="3133725"/>
            <a:ext cx="142875" cy="114300"/>
          </a:xfrm>
          <a:prstGeom prst="rect">
            <a:avLst/>
          </a:prstGeom>
        </p:spPr>
      </p:pic>
      <p:pic>
        <p:nvPicPr>
          <p:cNvPr id="13" name="SK-18-img-12" descr="preencoded.png">    </p:cNvPr>
          <p:cNvPicPr>
            <a:picLocks noChangeAspect="1"/>
          </p:cNvPicPr>
          <p:nvPr/>
        </p:nvPicPr>
        <p:blipFill>
          <a:blip r:embed="rId13"/>
          <a:stretch>
            <a:fillRect/>
          </a:stretch>
        </p:blipFill>
        <p:spPr>
          <a:xfrm>
            <a:off x="10753725" y="3619500"/>
            <a:ext cx="866775" cy="247650"/>
          </a:xfrm>
          <a:prstGeom prst="rect">
            <a:avLst/>
          </a:prstGeom>
        </p:spPr>
      </p:pic>
      <p:pic>
        <p:nvPicPr>
          <p:cNvPr id="14" name="SK-18-img-13" descr="preencoded.png">    </p:cNvPr>
          <p:cNvPicPr>
            <a:picLocks noChangeAspect="1"/>
          </p:cNvPicPr>
          <p:nvPr/>
        </p:nvPicPr>
        <p:blipFill>
          <a:blip r:embed="rId14"/>
          <a:stretch>
            <a:fillRect/>
          </a:stretch>
        </p:blipFill>
        <p:spPr>
          <a:xfrm>
            <a:off x="10848975" y="3686175"/>
            <a:ext cx="142875" cy="114300"/>
          </a:xfrm>
          <a:prstGeom prst="rect">
            <a:avLst/>
          </a:prstGeom>
        </p:spPr>
      </p:pic>
      <p:pic>
        <p:nvPicPr>
          <p:cNvPr id="15" name="SK-18-img-14" descr="preencoded.png">    </p:cNvPr>
          <p:cNvPicPr>
            <a:picLocks noChangeAspect="1"/>
          </p:cNvPicPr>
          <p:nvPr/>
        </p:nvPicPr>
        <p:blipFill>
          <a:blip r:embed="rId15"/>
          <a:stretch>
            <a:fillRect/>
          </a:stretch>
        </p:blipFill>
        <p:spPr>
          <a:xfrm>
            <a:off x="10753725" y="4248150"/>
            <a:ext cx="866775" cy="247650"/>
          </a:xfrm>
          <a:prstGeom prst="rect">
            <a:avLst/>
          </a:prstGeom>
        </p:spPr>
      </p:pic>
      <p:pic>
        <p:nvPicPr>
          <p:cNvPr id="16" name="SK-18-img-15" descr="preencoded.png">    </p:cNvPr>
          <p:cNvPicPr>
            <a:picLocks noChangeAspect="1"/>
          </p:cNvPicPr>
          <p:nvPr/>
        </p:nvPicPr>
        <p:blipFill>
          <a:blip r:embed="rId16"/>
          <a:stretch>
            <a:fillRect/>
          </a:stretch>
        </p:blipFill>
        <p:spPr>
          <a:xfrm>
            <a:off x="10848975" y="4314825"/>
            <a:ext cx="142875" cy="114300"/>
          </a:xfrm>
          <a:prstGeom prst="rect">
            <a:avLst/>
          </a:prstGeom>
        </p:spPr>
      </p:pic>
      <p:pic>
        <p:nvPicPr>
          <p:cNvPr id="17" name="SK-18-img-16" descr="preencoded.png">    </p:cNvPr>
          <p:cNvPicPr>
            <a:picLocks noChangeAspect="1"/>
          </p:cNvPicPr>
          <p:nvPr/>
        </p:nvPicPr>
        <p:blipFill>
          <a:blip r:embed="rId17"/>
          <a:stretch>
            <a:fillRect/>
          </a:stretch>
        </p:blipFill>
        <p:spPr>
          <a:xfrm>
            <a:off x="571500" y="4781550"/>
            <a:ext cx="11049000" cy="9525"/>
          </a:xfrm>
          <a:prstGeom prst="rect">
            <a:avLst/>
          </a:prstGeom>
        </p:spPr>
      </p:pic>
      <p:pic>
        <p:nvPicPr>
          <p:cNvPr id="18" name="SK-18-img-17" descr="preencoded.png">    </p:cNvPr>
          <p:cNvPicPr>
            <a:picLocks noChangeAspect="1"/>
          </p:cNvPicPr>
          <p:nvPr/>
        </p:nvPicPr>
        <p:blipFill>
          <a:blip r:embed="rId18"/>
          <a:stretch>
            <a:fillRect/>
          </a:stretch>
        </p:blipFill>
        <p:spPr>
          <a:xfrm>
            <a:off x="10753725" y="5000625"/>
            <a:ext cx="866775" cy="247650"/>
          </a:xfrm>
          <a:prstGeom prst="rect">
            <a:avLst/>
          </a:prstGeom>
        </p:spPr>
      </p:pic>
      <p:pic>
        <p:nvPicPr>
          <p:cNvPr id="19" name="SK-18-img-18" descr="preencoded.png">    </p:cNvPr>
          <p:cNvPicPr>
            <a:picLocks noChangeAspect="1"/>
          </p:cNvPicPr>
          <p:nvPr/>
        </p:nvPicPr>
        <p:blipFill>
          <a:blip r:embed="rId19"/>
          <a:stretch>
            <a:fillRect/>
          </a:stretch>
        </p:blipFill>
        <p:spPr>
          <a:xfrm>
            <a:off x="10848975" y="5067300"/>
            <a:ext cx="142875" cy="114300"/>
          </a:xfrm>
          <a:prstGeom prst="rect">
            <a:avLst/>
          </a:prstGeom>
        </p:spPr>
      </p:pic>
      <p:pic>
        <p:nvPicPr>
          <p:cNvPr id="20" name="SK-18-img-19" descr="preencoded.png">    </p:cNvPr>
          <p:cNvPicPr>
            <a:picLocks noChangeAspect="1"/>
          </p:cNvPicPr>
          <p:nvPr/>
        </p:nvPicPr>
        <p:blipFill>
          <a:blip r:embed="rId20"/>
          <a:stretch>
            <a:fillRect/>
          </a:stretch>
        </p:blipFill>
        <p:spPr>
          <a:xfrm>
            <a:off x="10753725" y="5476875"/>
            <a:ext cx="866775" cy="247650"/>
          </a:xfrm>
          <a:prstGeom prst="rect">
            <a:avLst/>
          </a:prstGeom>
        </p:spPr>
      </p:pic>
      <p:pic>
        <p:nvPicPr>
          <p:cNvPr id="21" name="SK-18-img-20" descr="preencoded.png">    </p:cNvPr>
          <p:cNvPicPr>
            <a:picLocks noChangeAspect="1"/>
          </p:cNvPicPr>
          <p:nvPr/>
        </p:nvPicPr>
        <p:blipFill>
          <a:blip r:embed="rId21"/>
          <a:stretch>
            <a:fillRect/>
          </a:stretch>
        </p:blipFill>
        <p:spPr>
          <a:xfrm>
            <a:off x="10848975" y="5543550"/>
            <a:ext cx="142875" cy="114300"/>
          </a:xfrm>
          <a:prstGeom prst="rect">
            <a:avLst/>
          </a:prstGeom>
        </p:spPr>
      </p:pic>
      <p:pic>
        <p:nvPicPr>
          <p:cNvPr id="22" name="SK-18-img-21" descr="preencoded.png">    </p:cNvPr>
          <p:cNvPicPr>
            <a:picLocks noChangeAspect="1"/>
          </p:cNvPicPr>
          <p:nvPr/>
        </p:nvPicPr>
        <p:blipFill>
          <a:blip r:embed="rId22"/>
          <a:stretch>
            <a:fillRect/>
          </a:stretch>
        </p:blipFill>
        <p:spPr>
          <a:xfrm>
            <a:off x="571500" y="5857875"/>
            <a:ext cx="11049000" cy="733425"/>
          </a:xfrm>
          <a:prstGeom prst="rect">
            <a:avLst/>
          </a:prstGeom>
        </p:spPr>
      </p:pic>
      <p:pic>
        <p:nvPicPr>
          <p:cNvPr id="23" name="SK-18-img-22" descr="preencoded.png">    </p:cNvPr>
          <p:cNvPicPr>
            <a:picLocks noChangeAspect="1"/>
          </p:cNvPicPr>
          <p:nvPr/>
        </p:nvPicPr>
        <p:blipFill>
          <a:blip r:embed="rId23"/>
          <a:stretch>
            <a:fillRect/>
          </a:stretch>
        </p:blipFill>
        <p:spPr>
          <a:xfrm>
            <a:off x="4962525" y="6010275"/>
            <a:ext cx="6467475" cy="428625"/>
          </a:xfrm>
          <a:prstGeom prst="rect">
            <a:avLst/>
          </a:prstGeom>
        </p:spPr>
      </p:pic>
      <p:sp>
        <p:nvSpPr>
          <p:cNvPr id="24" name="SK-18-text-23"/>
          <p:cNvSpPr/>
          <p:nvPr/>
        </p:nvSpPr>
        <p:spPr>
          <a:xfrm>
            <a:off x="647700" y="381000"/>
            <a:ext cx="2403764"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TECHNICAL MODULE</a:t>
            </a:r>
            <a:endParaRPr lang="en-US" sz="1050" dirty="0"/>
          </a:p>
        </p:txBody>
      </p:sp>
      <p:sp>
        <p:nvSpPr>
          <p:cNvPr id="25" name="SK-18-text-24"/>
          <p:cNvSpPr/>
          <p:nvPr/>
        </p:nvSpPr>
        <p:spPr>
          <a:xfrm>
            <a:off x="571500" y="6953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赛题要求达成情况</a:t>
            </a:r>
            <a:endParaRPr lang="en-US" sz="2550" dirty="0"/>
          </a:p>
        </p:txBody>
      </p:sp>
      <p:sp>
        <p:nvSpPr>
          <p:cNvPr id="26" name="SK-18-text-25"/>
          <p:cNvSpPr/>
          <p:nvPr/>
        </p:nvSpPr>
        <p:spPr>
          <a:xfrm>
            <a:off x="685800" y="12954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对标赛题各项要求，全面超额完成基础指标，并额外实现多模态、国际循证、代码辅助等亮点。</a:t>
            </a:r>
            <a:endParaRPr lang="en-US" sz="1200" dirty="0"/>
          </a:p>
        </p:txBody>
      </p:sp>
      <p:sp>
        <p:nvSpPr>
          <p:cNvPr id="27" name="SK-18-text-26"/>
          <p:cNvSpPr/>
          <p:nvPr/>
        </p:nvSpPr>
        <p:spPr>
          <a:xfrm>
            <a:off x="571500" y="1888331"/>
            <a:ext cx="5025330"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动态学习画像构建</a:t>
            </a:r>
            <a:endParaRPr lang="en-US" sz="1275" dirty="0"/>
          </a:p>
        </p:txBody>
      </p:sp>
      <p:sp>
        <p:nvSpPr>
          <p:cNvPr id="28" name="SK-18-text-27"/>
          <p:cNvSpPr/>
          <p:nvPr/>
        </p:nvSpPr>
        <p:spPr>
          <a:xfrm>
            <a:off x="5687318" y="1809750"/>
            <a:ext cx="4875907" cy="400050"/>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对话式特征抽取，实现 8 维度画像（超额完成赛题 6 维度要求），支持随学随新。</a:t>
            </a:r>
            <a:endParaRPr lang="en-US" sz="1125" dirty="0"/>
          </a:p>
        </p:txBody>
      </p:sp>
      <p:sp>
        <p:nvSpPr>
          <p:cNvPr id="29" name="SK-18-text-28"/>
          <p:cNvSpPr/>
          <p:nvPr/>
        </p:nvSpPr>
        <p:spPr>
          <a:xfrm>
            <a:off x="11068050" y="1885950"/>
            <a:ext cx="713433" cy="247650"/>
          </a:xfrm>
          <a:prstGeom prst="rect">
            <a:avLst/>
          </a:prstGeom>
          <a:noFill/>
          <a:ln/>
        </p:spPr>
        <p:txBody>
          <a:bodyPr wrap="none" lIns="0" tIns="0" rIns="0" bIns="0" rtlCol="0" anchor="ctr" vert="horz"/>
          <a:lstStyle/>
          <a:p>
            <a:pPr indent="0" marL="0">
              <a:lnSpc>
                <a:spcPts val="1350"/>
              </a:lnSpc>
              <a:buNone/>
            </a:pPr>
            <a:r>
              <a:rPr lang="en-US" sz="900" b="1" dirty="0">
                <a:solidFill>
                  <a:srgbClr val="48BB78"/>
                </a:solidFill>
                <a:latin typeface="Noto Sans SC" pitchFamily="34" charset="0"/>
                <a:ea typeface="Noto Sans SC" pitchFamily="34" charset="-122"/>
                <a:cs typeface="Noto Sans SC" pitchFamily="34" charset="-120"/>
              </a:rPr>
              <a:t>超额完成</a:t>
            </a:r>
            <a:endParaRPr lang="en-US" sz="900" dirty="0"/>
          </a:p>
        </p:txBody>
      </p:sp>
      <p:sp>
        <p:nvSpPr>
          <p:cNvPr id="30" name="SK-18-text-29"/>
          <p:cNvSpPr/>
          <p:nvPr/>
        </p:nvSpPr>
        <p:spPr>
          <a:xfrm>
            <a:off x="571500" y="2516981"/>
            <a:ext cx="5025330"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多智能体架构设计</a:t>
            </a:r>
            <a:endParaRPr lang="en-US" sz="1275" dirty="0"/>
          </a:p>
        </p:txBody>
      </p:sp>
      <p:sp>
        <p:nvSpPr>
          <p:cNvPr id="31" name="SK-18-text-30"/>
          <p:cNvSpPr/>
          <p:nvPr/>
        </p:nvSpPr>
        <p:spPr>
          <a:xfrm>
            <a:off x="5687318" y="2438400"/>
            <a:ext cx="4875907" cy="400050"/>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基于 LangGraph 编排 8 个专业智能体，引入辩论-仲裁与动态退火反思机制。</a:t>
            </a:r>
            <a:endParaRPr lang="en-US" sz="1125" dirty="0"/>
          </a:p>
        </p:txBody>
      </p:sp>
      <p:sp>
        <p:nvSpPr>
          <p:cNvPr id="32" name="SK-18-text-31"/>
          <p:cNvSpPr/>
          <p:nvPr/>
        </p:nvSpPr>
        <p:spPr>
          <a:xfrm>
            <a:off x="11068050" y="2514600"/>
            <a:ext cx="713433" cy="247650"/>
          </a:xfrm>
          <a:prstGeom prst="rect">
            <a:avLst/>
          </a:prstGeom>
          <a:noFill/>
          <a:ln/>
        </p:spPr>
        <p:txBody>
          <a:bodyPr wrap="none" lIns="0" tIns="0" rIns="0" bIns="0" rtlCol="0" anchor="ctr" vert="horz"/>
          <a:lstStyle/>
          <a:p>
            <a:pPr indent="0" marL="0">
              <a:lnSpc>
                <a:spcPts val="1350"/>
              </a:lnSpc>
              <a:buNone/>
            </a:pPr>
            <a:r>
              <a:rPr lang="en-US" sz="900" b="1" dirty="0">
                <a:solidFill>
                  <a:srgbClr val="48BB78"/>
                </a:solidFill>
                <a:latin typeface="Noto Sans SC" pitchFamily="34" charset="0"/>
                <a:ea typeface="Noto Sans SC" pitchFamily="34" charset="-122"/>
                <a:cs typeface="Noto Sans SC" pitchFamily="34" charset="-120"/>
              </a:rPr>
              <a:t>深度达成</a:t>
            </a:r>
            <a:endParaRPr lang="en-US" sz="900" dirty="0"/>
          </a:p>
        </p:txBody>
      </p:sp>
      <p:sp>
        <p:nvSpPr>
          <p:cNvPr id="33" name="SK-18-text-32"/>
          <p:cNvSpPr/>
          <p:nvPr/>
        </p:nvSpPr>
        <p:spPr>
          <a:xfrm>
            <a:off x="571500" y="3069431"/>
            <a:ext cx="5025330"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个性化资源生成</a:t>
            </a:r>
            <a:endParaRPr lang="en-US" sz="1275" dirty="0"/>
          </a:p>
        </p:txBody>
      </p:sp>
      <p:sp>
        <p:nvSpPr>
          <p:cNvPr id="34" name="SK-18-text-33"/>
          <p:cNvSpPr/>
          <p:nvPr/>
        </p:nvSpPr>
        <p:spPr>
          <a:xfrm>
            <a:off x="5687318" y="3090863"/>
            <a:ext cx="6504682"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生成 7 类资源（含代码实操），支持入门/中级/进阶难度自适应与质量审核。</a:t>
            </a:r>
            <a:endParaRPr lang="en-US" sz="1125" dirty="0"/>
          </a:p>
        </p:txBody>
      </p:sp>
      <p:sp>
        <p:nvSpPr>
          <p:cNvPr id="35" name="SK-18-text-34"/>
          <p:cNvSpPr/>
          <p:nvPr/>
        </p:nvSpPr>
        <p:spPr>
          <a:xfrm>
            <a:off x="11068050" y="3067050"/>
            <a:ext cx="713433" cy="247650"/>
          </a:xfrm>
          <a:prstGeom prst="rect">
            <a:avLst/>
          </a:prstGeom>
          <a:noFill/>
          <a:ln/>
        </p:spPr>
        <p:txBody>
          <a:bodyPr wrap="none" lIns="0" tIns="0" rIns="0" bIns="0" rtlCol="0" anchor="ctr" vert="horz"/>
          <a:lstStyle/>
          <a:p>
            <a:pPr indent="0" marL="0">
              <a:lnSpc>
                <a:spcPts val="1350"/>
              </a:lnSpc>
              <a:buNone/>
            </a:pPr>
            <a:r>
              <a:rPr lang="en-US" sz="900" b="1" dirty="0">
                <a:solidFill>
                  <a:srgbClr val="48BB78"/>
                </a:solidFill>
                <a:latin typeface="Noto Sans SC" pitchFamily="34" charset="0"/>
                <a:ea typeface="Noto Sans SC" pitchFamily="34" charset="-122"/>
                <a:cs typeface="Noto Sans SC" pitchFamily="34" charset="-120"/>
              </a:rPr>
              <a:t>深度达成</a:t>
            </a:r>
            <a:endParaRPr lang="en-US" sz="900" dirty="0"/>
          </a:p>
        </p:txBody>
      </p:sp>
      <p:sp>
        <p:nvSpPr>
          <p:cNvPr id="36" name="SK-18-text-35"/>
          <p:cNvSpPr/>
          <p:nvPr/>
        </p:nvSpPr>
        <p:spPr>
          <a:xfrm>
            <a:off x="571500" y="3621881"/>
            <a:ext cx="5025330"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路径规划与评估闭环</a:t>
            </a:r>
            <a:endParaRPr lang="en-US" sz="1275" dirty="0"/>
          </a:p>
        </p:txBody>
      </p:sp>
      <p:sp>
        <p:nvSpPr>
          <p:cNvPr id="37" name="SK-18-text-36"/>
          <p:cNvSpPr/>
          <p:nvPr/>
        </p:nvSpPr>
        <p:spPr>
          <a:xfrm>
            <a:off x="5687318" y="3543300"/>
            <a:ext cx="4875907" cy="400050"/>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5-15 步动态路径，5 维度量化评估驱动画像更新，形成完整的学习反馈闭环。</a:t>
            </a:r>
            <a:endParaRPr lang="en-US" sz="1125" dirty="0"/>
          </a:p>
        </p:txBody>
      </p:sp>
      <p:sp>
        <p:nvSpPr>
          <p:cNvPr id="38" name="SK-18-text-37"/>
          <p:cNvSpPr/>
          <p:nvPr/>
        </p:nvSpPr>
        <p:spPr>
          <a:xfrm>
            <a:off x="11068050" y="3619500"/>
            <a:ext cx="713433" cy="247650"/>
          </a:xfrm>
          <a:prstGeom prst="rect">
            <a:avLst/>
          </a:prstGeom>
          <a:noFill/>
          <a:ln/>
        </p:spPr>
        <p:txBody>
          <a:bodyPr wrap="none" lIns="0" tIns="0" rIns="0" bIns="0" rtlCol="0" anchor="ctr" vert="horz"/>
          <a:lstStyle/>
          <a:p>
            <a:pPr indent="0" marL="0">
              <a:lnSpc>
                <a:spcPts val="1350"/>
              </a:lnSpc>
              <a:buNone/>
            </a:pPr>
            <a:r>
              <a:rPr lang="en-US" sz="900" b="1" dirty="0">
                <a:solidFill>
                  <a:srgbClr val="48BB78"/>
                </a:solidFill>
                <a:latin typeface="Noto Sans SC" pitchFamily="34" charset="0"/>
                <a:ea typeface="Noto Sans SC" pitchFamily="34" charset="-122"/>
                <a:cs typeface="Noto Sans SC" pitchFamily="34" charset="-120"/>
              </a:rPr>
              <a:t>深度达成</a:t>
            </a:r>
            <a:endParaRPr lang="en-US" sz="900" dirty="0"/>
          </a:p>
        </p:txBody>
      </p:sp>
      <p:sp>
        <p:nvSpPr>
          <p:cNvPr id="39" name="SK-18-text-38"/>
          <p:cNvSpPr/>
          <p:nvPr/>
        </p:nvSpPr>
        <p:spPr>
          <a:xfrm>
            <a:off x="571500" y="4250531"/>
            <a:ext cx="5025330" cy="242888"/>
          </a:xfrm>
          <a:prstGeom prst="rect">
            <a:avLst/>
          </a:prstGeom>
          <a:noFill/>
          <a:ln/>
        </p:spPr>
        <p:txBody>
          <a:bodyPr wrap="square" lIns="0" tIns="0" rIns="0" bIns="0" rtlCol="0" anchor="ctr" vert="horz"/>
          <a:lstStyle/>
          <a:p>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RAG 与流式交互</a:t>
            </a:r>
            <a:endParaRPr lang="en-US" sz="1275" dirty="0"/>
          </a:p>
        </p:txBody>
      </p:sp>
      <p:sp>
        <p:nvSpPr>
          <p:cNvPr id="40" name="SK-18-text-39"/>
          <p:cNvSpPr/>
          <p:nvPr/>
        </p:nvSpPr>
        <p:spPr>
          <a:xfrm>
            <a:off x="5687318" y="4171950"/>
            <a:ext cx="4875907" cy="400050"/>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混合检索 + QA 衍生引擎，全链路 SSE 流式管道，支持实时 Thinking 推理展示。</a:t>
            </a:r>
            <a:endParaRPr lang="en-US" sz="1125" dirty="0"/>
          </a:p>
        </p:txBody>
      </p:sp>
      <p:sp>
        <p:nvSpPr>
          <p:cNvPr id="41" name="SK-18-text-40"/>
          <p:cNvSpPr/>
          <p:nvPr/>
        </p:nvSpPr>
        <p:spPr>
          <a:xfrm>
            <a:off x="11068050" y="4248150"/>
            <a:ext cx="713433" cy="247650"/>
          </a:xfrm>
          <a:prstGeom prst="rect">
            <a:avLst/>
          </a:prstGeom>
          <a:noFill/>
          <a:ln/>
        </p:spPr>
        <p:txBody>
          <a:bodyPr wrap="none" lIns="0" tIns="0" rIns="0" bIns="0" rtlCol="0" anchor="ctr" vert="horz"/>
          <a:lstStyle/>
          <a:p>
            <a:pPr indent="0" marL="0">
              <a:lnSpc>
                <a:spcPts val="1350"/>
              </a:lnSpc>
              <a:buNone/>
            </a:pPr>
            <a:r>
              <a:rPr lang="en-US" sz="900" b="1" dirty="0">
                <a:solidFill>
                  <a:srgbClr val="48BB78"/>
                </a:solidFill>
                <a:latin typeface="Noto Sans SC" pitchFamily="34" charset="0"/>
                <a:ea typeface="Noto Sans SC" pitchFamily="34" charset="-122"/>
                <a:cs typeface="Noto Sans SC" pitchFamily="34" charset="-120"/>
              </a:rPr>
              <a:t>深度达成</a:t>
            </a:r>
            <a:endParaRPr lang="en-US" sz="900" dirty="0"/>
          </a:p>
        </p:txBody>
      </p:sp>
      <p:sp>
        <p:nvSpPr>
          <p:cNvPr id="42" name="SK-18-text-41"/>
          <p:cNvSpPr/>
          <p:nvPr/>
        </p:nvSpPr>
        <p:spPr>
          <a:xfrm>
            <a:off x="571500" y="5003006"/>
            <a:ext cx="4944368" cy="242888"/>
          </a:xfrm>
          <a:prstGeom prst="rect">
            <a:avLst/>
          </a:prstGeom>
          <a:noFill/>
          <a:ln/>
        </p:spPr>
        <p:txBody>
          <a:bodyPr wrap="square" lIns="0" tIns="0" rIns="0" bIns="0" rtlCol="0" anchor="ctr" vert="horz"/>
          <a:lstStyle/>
          <a:p>
            <a:pPr indent="0" marL="0">
              <a:lnSpc>
                <a:spcPts val="1350"/>
              </a:lnSpc>
              <a:buNone/>
            </a:pPr>
            <a:r>
              <a:rPr lang="en-US" sz="900" b="1" dirty="0">
                <a:solidFill>
                  <a:srgbClr val="00F5FF"/>
                </a:solidFill>
              </a:rPr>
              <a:t>PLUS+</a:t>
            </a:r>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 多模态影像识别</a:t>
            </a:r>
            <a:endParaRPr lang="en-US" sz="1275" dirty="0"/>
          </a:p>
        </p:txBody>
      </p:sp>
      <p:sp>
        <p:nvSpPr>
          <p:cNvPr id="43" name="SK-18-text-42"/>
          <p:cNvSpPr/>
          <p:nvPr/>
        </p:nvSpPr>
        <p:spPr>
          <a:xfrm>
            <a:off x="5687318" y="5024438"/>
            <a:ext cx="6504682"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集成 qwen-vl-max，支持 CT 影像识别、检验报告解析及多图联合分析。</a:t>
            </a:r>
            <a:endParaRPr lang="en-US" sz="1125" dirty="0"/>
          </a:p>
        </p:txBody>
      </p:sp>
      <p:sp>
        <p:nvSpPr>
          <p:cNvPr id="44" name="SK-18-text-43"/>
          <p:cNvSpPr/>
          <p:nvPr/>
        </p:nvSpPr>
        <p:spPr>
          <a:xfrm>
            <a:off x="11068050" y="5000625"/>
            <a:ext cx="713433" cy="247650"/>
          </a:xfrm>
          <a:prstGeom prst="rect">
            <a:avLst/>
          </a:prstGeom>
          <a:noFill/>
          <a:ln/>
        </p:spPr>
        <p:txBody>
          <a:bodyPr wrap="none" lIns="0" tIns="0" rIns="0" bIns="0" rtlCol="0" anchor="ctr" vert="horz"/>
          <a:lstStyle/>
          <a:p>
            <a:pPr indent="0" marL="0">
              <a:lnSpc>
                <a:spcPts val="1350"/>
              </a:lnSpc>
              <a:buNone/>
            </a:pPr>
            <a:r>
              <a:rPr lang="en-US" sz="900" b="1" dirty="0">
                <a:solidFill>
                  <a:srgbClr val="00F5FF"/>
                </a:solidFill>
                <a:latin typeface="Noto Sans SC" pitchFamily="34" charset="0"/>
                <a:ea typeface="Noto Sans SC" pitchFamily="34" charset="-122"/>
                <a:cs typeface="Noto Sans SC" pitchFamily="34" charset="-120"/>
              </a:rPr>
              <a:t>额外亮点</a:t>
            </a:r>
            <a:endParaRPr lang="en-US" sz="900" dirty="0"/>
          </a:p>
        </p:txBody>
      </p:sp>
      <p:sp>
        <p:nvSpPr>
          <p:cNvPr id="45" name="SK-18-text-44"/>
          <p:cNvSpPr/>
          <p:nvPr/>
        </p:nvSpPr>
        <p:spPr>
          <a:xfrm>
            <a:off x="571500" y="5479256"/>
            <a:ext cx="4944368" cy="242888"/>
          </a:xfrm>
          <a:prstGeom prst="rect">
            <a:avLst/>
          </a:prstGeom>
          <a:noFill/>
          <a:ln/>
        </p:spPr>
        <p:txBody>
          <a:bodyPr wrap="square" lIns="0" tIns="0" rIns="0" bIns="0" rtlCol="0" anchor="ctr" vert="horz"/>
          <a:lstStyle/>
          <a:p>
            <a:pPr indent="0" marL="0">
              <a:lnSpc>
                <a:spcPts val="1350"/>
              </a:lnSpc>
              <a:buNone/>
            </a:pPr>
            <a:r>
              <a:rPr lang="en-US" sz="900" b="1" dirty="0">
                <a:solidFill>
                  <a:srgbClr val="00F5FF"/>
                </a:solidFill>
              </a:rPr>
              <a:t>PLUS+</a:t>
            </a:r>
            <a:pPr indent="0" marL="0">
              <a:lnSpc>
                <a:spcPts val="1913"/>
              </a:lnSpc>
              <a:buNone/>
            </a:pPr>
            <a:r>
              <a:rPr lang="en-US" sz="1275" b="1" dirty="0">
                <a:solidFill>
                  <a:srgbClr val="FFFFFF"/>
                </a:solidFill>
                <a:latin typeface="Noto Sans SC" pitchFamily="34" charset="0"/>
                <a:ea typeface="Noto Sans SC" pitchFamily="34" charset="-122"/>
                <a:cs typeface="Noto Sans SC" pitchFamily="34" charset="-120"/>
              </a:rPr>
              <a:t> PubMed 循证扩展</a:t>
            </a:r>
            <a:endParaRPr lang="en-US" sz="1275" dirty="0"/>
          </a:p>
        </p:txBody>
      </p:sp>
      <p:sp>
        <p:nvSpPr>
          <p:cNvPr id="46" name="SK-18-text-45"/>
          <p:cNvSpPr/>
          <p:nvPr/>
        </p:nvSpPr>
        <p:spPr>
          <a:xfrm>
            <a:off x="5687318" y="5500688"/>
            <a:ext cx="6504682" cy="200025"/>
          </a:xfrm>
          <a:prstGeom prst="rect">
            <a:avLst/>
          </a:prstGeom>
          <a:noFill/>
          <a:ln/>
        </p:spPr>
        <p:txBody>
          <a:bodyPr wrap="square" lIns="0" tIns="0" rIns="0" bIns="0" rtlCol="0" anchor="ctr" vert="horz"/>
          <a:lstStyle/>
          <a:p>
            <a:pPr indent="0" marL="0">
              <a:lnSpc>
                <a:spcPts val="1575"/>
              </a:lnSpc>
              <a:buNone/>
            </a:pPr>
            <a:r>
              <a:rPr lang="en-US" sz="1125" dirty="0">
                <a:solidFill>
                  <a:srgbClr val="A0AEC0"/>
                </a:solidFill>
                <a:latin typeface="Noto Sans SC" pitchFamily="34" charset="0"/>
                <a:ea typeface="Noto Sans SC" pitchFamily="34" charset="-122"/>
                <a:cs typeface="Noto Sans SC" pitchFamily="34" charset="-120"/>
              </a:rPr>
              <a:t>国际文献 8 级证据等级排序检索，与本地 RAG 形成互补的权威知识体系。</a:t>
            </a:r>
            <a:endParaRPr lang="en-US" sz="1125" dirty="0"/>
          </a:p>
        </p:txBody>
      </p:sp>
      <p:sp>
        <p:nvSpPr>
          <p:cNvPr id="47" name="SK-18-text-46"/>
          <p:cNvSpPr/>
          <p:nvPr/>
        </p:nvSpPr>
        <p:spPr>
          <a:xfrm>
            <a:off x="11068050" y="5476875"/>
            <a:ext cx="713433" cy="247650"/>
          </a:xfrm>
          <a:prstGeom prst="rect">
            <a:avLst/>
          </a:prstGeom>
          <a:noFill/>
          <a:ln/>
        </p:spPr>
        <p:txBody>
          <a:bodyPr wrap="none" lIns="0" tIns="0" rIns="0" bIns="0" rtlCol="0" anchor="ctr" vert="horz"/>
          <a:lstStyle/>
          <a:p>
            <a:pPr indent="0" marL="0">
              <a:lnSpc>
                <a:spcPts val="1350"/>
              </a:lnSpc>
              <a:buNone/>
            </a:pPr>
            <a:r>
              <a:rPr lang="en-US" sz="900" b="1" dirty="0">
                <a:solidFill>
                  <a:srgbClr val="00F5FF"/>
                </a:solidFill>
                <a:latin typeface="Noto Sans SC" pitchFamily="34" charset="0"/>
                <a:ea typeface="Noto Sans SC" pitchFamily="34" charset="-122"/>
                <a:cs typeface="Noto Sans SC" pitchFamily="34" charset="-120"/>
              </a:rPr>
              <a:t>额外亮点</a:t>
            </a:r>
            <a:endParaRPr lang="en-US" sz="900" dirty="0"/>
          </a:p>
        </p:txBody>
      </p:sp>
      <p:sp>
        <p:nvSpPr>
          <p:cNvPr id="48" name="SK-18-text-47"/>
          <p:cNvSpPr/>
          <p:nvPr/>
        </p:nvSpPr>
        <p:spPr>
          <a:xfrm>
            <a:off x="762000" y="6024563"/>
            <a:ext cx="2053590" cy="400050"/>
          </a:xfrm>
          <a:prstGeom prst="rect">
            <a:avLst/>
          </a:prstGeom>
          <a:noFill/>
          <a:ln/>
        </p:spPr>
        <p:txBody>
          <a:bodyPr wrap="square" lIns="0" tIns="0" rIns="0" bIns="0" rtlCol="0" anchor="ctr" vert="horz"/>
          <a:lstStyle/>
          <a:p>
            <a:pPr indent="0" marL="0">
              <a:lnSpc>
                <a:spcPts val="3150"/>
              </a:lnSpc>
              <a:buNone/>
            </a:pPr>
            <a:r>
              <a:rPr lang="en-US" sz="2100" b="1" dirty="0">
                <a:solidFill>
                  <a:srgbClr val="00F5FF"/>
                </a:solidFill>
              </a:rPr>
              <a:t>100%</a:t>
            </a:r>
            <a:endParaRPr lang="en-US" sz="2100" dirty="0"/>
          </a:p>
        </p:txBody>
      </p:sp>
      <p:sp>
        <p:nvSpPr>
          <p:cNvPr id="49" name="SK-18-text-48"/>
          <p:cNvSpPr/>
          <p:nvPr/>
        </p:nvSpPr>
        <p:spPr>
          <a:xfrm>
            <a:off x="1485900" y="6167438"/>
            <a:ext cx="1409700" cy="200025"/>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要求达成率</a:t>
            </a:r>
            <a:endParaRPr lang="en-US" sz="1050" dirty="0"/>
          </a:p>
        </p:txBody>
      </p:sp>
      <p:sp>
        <p:nvSpPr>
          <p:cNvPr id="50" name="SK-18-text-49"/>
          <p:cNvSpPr/>
          <p:nvPr/>
        </p:nvSpPr>
        <p:spPr>
          <a:xfrm>
            <a:off x="2343150" y="6024563"/>
            <a:ext cx="666750" cy="400050"/>
          </a:xfrm>
          <a:prstGeom prst="rect">
            <a:avLst/>
          </a:prstGeom>
          <a:noFill/>
          <a:ln/>
        </p:spPr>
        <p:txBody>
          <a:bodyPr wrap="square" lIns="0" tIns="0" rIns="0" bIns="0" rtlCol="0" anchor="ctr" vert="horz"/>
          <a:lstStyle/>
          <a:p>
            <a:pPr indent="0" marL="0">
              <a:lnSpc>
                <a:spcPts val="3150"/>
              </a:lnSpc>
              <a:buNone/>
            </a:pPr>
            <a:r>
              <a:rPr lang="en-US" sz="2100" b="1" dirty="0">
                <a:solidFill>
                  <a:srgbClr val="00F5FF"/>
                </a:solidFill>
              </a:rPr>
              <a:t>8</a:t>
            </a:r>
            <a:endParaRPr lang="en-US" sz="2100" dirty="0"/>
          </a:p>
        </p:txBody>
      </p:sp>
      <p:sp>
        <p:nvSpPr>
          <p:cNvPr id="51" name="SK-18-text-50"/>
          <p:cNvSpPr/>
          <p:nvPr/>
        </p:nvSpPr>
        <p:spPr>
          <a:xfrm>
            <a:off x="2581275" y="6167438"/>
            <a:ext cx="1676400" cy="200025"/>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核心模块闭环</a:t>
            </a:r>
            <a:endParaRPr lang="en-US" sz="1050" dirty="0"/>
          </a:p>
        </p:txBody>
      </p:sp>
      <p:sp>
        <p:nvSpPr>
          <p:cNvPr id="52" name="SK-18-text-51"/>
          <p:cNvSpPr/>
          <p:nvPr/>
        </p:nvSpPr>
        <p:spPr>
          <a:xfrm>
            <a:off x="3571875" y="6024563"/>
            <a:ext cx="986790" cy="400050"/>
          </a:xfrm>
          <a:prstGeom prst="rect">
            <a:avLst/>
          </a:prstGeom>
          <a:noFill/>
          <a:ln/>
        </p:spPr>
        <p:txBody>
          <a:bodyPr wrap="square" lIns="0" tIns="0" rIns="0" bIns="0" rtlCol="0" anchor="ctr" vert="horz"/>
          <a:lstStyle/>
          <a:p>
            <a:pPr indent="0" marL="0">
              <a:lnSpc>
                <a:spcPts val="3150"/>
              </a:lnSpc>
              <a:buNone/>
            </a:pPr>
            <a:r>
              <a:rPr lang="en-US" sz="2100" b="1" dirty="0">
                <a:solidFill>
                  <a:srgbClr val="00F5FF"/>
                </a:solidFill>
              </a:rPr>
              <a:t>3+</a:t>
            </a:r>
            <a:endParaRPr lang="en-US" sz="2100" dirty="0"/>
          </a:p>
        </p:txBody>
      </p:sp>
      <p:sp>
        <p:nvSpPr>
          <p:cNvPr id="53" name="SK-18-text-52"/>
          <p:cNvSpPr/>
          <p:nvPr/>
        </p:nvSpPr>
        <p:spPr>
          <a:xfrm>
            <a:off x="3971925" y="6167438"/>
            <a:ext cx="1676400" cy="200025"/>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额外创新维度</a:t>
            </a:r>
            <a:endParaRPr lang="en-US" sz="1050" dirty="0"/>
          </a:p>
        </p:txBody>
      </p:sp>
      <p:sp>
        <p:nvSpPr>
          <p:cNvPr id="54" name="SK-18-text-53"/>
          <p:cNvSpPr/>
          <p:nvPr/>
        </p:nvSpPr>
        <p:spPr>
          <a:xfrm>
            <a:off x="5153025" y="6010275"/>
            <a:ext cx="6276975"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系统不仅完美契合赛题各项功能与性能指标，更在医学专业性、循证严谨性及多模态交互方面展现了显著的工程深度与创新价值。</a:t>
            </a:r>
            <a:endParaRPr lang="en-US" sz="11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19-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19-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19-img-3" descr="preencoded.png">    </p:cNvPr>
          <p:cNvPicPr>
            <a:picLocks noChangeAspect="1"/>
          </p:cNvPicPr>
          <p:nvPr/>
        </p:nvPicPr>
        <p:blipFill>
          <a:blip r:embed="rId4"/>
          <a:stretch>
            <a:fillRect/>
          </a:stretch>
        </p:blipFill>
        <p:spPr>
          <a:xfrm>
            <a:off x="571500" y="304800"/>
            <a:ext cx="1581150" cy="238125"/>
          </a:xfrm>
          <a:prstGeom prst="rect">
            <a:avLst/>
          </a:prstGeom>
        </p:spPr>
      </p:pic>
      <p:pic>
        <p:nvPicPr>
          <p:cNvPr id="5" name="SK-19-img-4" descr="preencoded.png">    </p:cNvPr>
          <p:cNvPicPr>
            <a:picLocks noChangeAspect="1"/>
          </p:cNvPicPr>
          <p:nvPr/>
        </p:nvPicPr>
        <p:blipFill>
          <a:blip r:embed="rId5"/>
          <a:stretch>
            <a:fillRect/>
          </a:stretch>
        </p:blipFill>
        <p:spPr>
          <a:xfrm>
            <a:off x="2266950" y="419100"/>
            <a:ext cx="9353550" cy="9525"/>
          </a:xfrm>
          <a:prstGeom prst="rect">
            <a:avLst/>
          </a:prstGeom>
        </p:spPr>
      </p:pic>
      <p:pic>
        <p:nvPicPr>
          <p:cNvPr id="6" name="SK-19-img-5" descr="preencoded.png">    </p:cNvPr>
          <p:cNvPicPr>
            <a:picLocks noChangeAspect="1"/>
          </p:cNvPicPr>
          <p:nvPr/>
        </p:nvPicPr>
        <p:blipFill>
          <a:blip r:embed="rId6"/>
          <a:stretch>
            <a:fillRect/>
          </a:stretch>
        </p:blipFill>
        <p:spPr>
          <a:xfrm>
            <a:off x="571500" y="1314450"/>
            <a:ext cx="38100" cy="38100"/>
          </a:xfrm>
          <a:prstGeom prst="rect">
            <a:avLst/>
          </a:prstGeom>
        </p:spPr>
      </p:pic>
      <p:pic>
        <p:nvPicPr>
          <p:cNvPr id="7" name="SK-19-img-6" descr="preencoded.png">    </p:cNvPr>
          <p:cNvPicPr>
            <a:picLocks noChangeAspect="1"/>
          </p:cNvPicPr>
          <p:nvPr/>
        </p:nvPicPr>
        <p:blipFill>
          <a:blip r:embed="rId7"/>
          <a:stretch>
            <a:fillRect/>
          </a:stretch>
        </p:blipFill>
        <p:spPr>
          <a:xfrm>
            <a:off x="571500" y="1676400"/>
            <a:ext cx="3555950" cy="2078236"/>
          </a:xfrm>
          <a:prstGeom prst="rect">
            <a:avLst/>
          </a:prstGeom>
        </p:spPr>
      </p:pic>
      <p:pic>
        <p:nvPicPr>
          <p:cNvPr id="8" name="SK-19-img-7" descr="preencoded.png">    </p:cNvPr>
          <p:cNvPicPr>
            <a:picLocks noChangeAspect="1"/>
          </p:cNvPicPr>
          <p:nvPr/>
        </p:nvPicPr>
        <p:blipFill>
          <a:blip r:embed="rId8"/>
          <a:stretch>
            <a:fillRect/>
          </a:stretch>
        </p:blipFill>
        <p:spPr>
          <a:xfrm>
            <a:off x="762000" y="1828800"/>
            <a:ext cx="419100" cy="419100"/>
          </a:xfrm>
          <a:prstGeom prst="rect">
            <a:avLst/>
          </a:prstGeom>
        </p:spPr>
      </p:pic>
      <p:pic>
        <p:nvPicPr>
          <p:cNvPr id="9" name="SK-19-img-8" descr="preencoded.png">    </p:cNvPr>
          <p:cNvPicPr>
            <a:picLocks noChangeAspect="1"/>
          </p:cNvPicPr>
          <p:nvPr/>
        </p:nvPicPr>
        <p:blipFill>
          <a:blip r:embed="rId9"/>
          <a:stretch>
            <a:fillRect/>
          </a:stretch>
        </p:blipFill>
        <p:spPr>
          <a:xfrm>
            <a:off x="852488" y="1943100"/>
            <a:ext cx="238125" cy="190500"/>
          </a:xfrm>
          <a:prstGeom prst="rect">
            <a:avLst/>
          </a:prstGeom>
        </p:spPr>
      </p:pic>
      <p:pic>
        <p:nvPicPr>
          <p:cNvPr id="10" name="SK-19-img-9" descr="preencoded.png">    </p:cNvPr>
          <p:cNvPicPr>
            <a:picLocks noChangeAspect="1"/>
          </p:cNvPicPr>
          <p:nvPr/>
        </p:nvPicPr>
        <p:blipFill>
          <a:blip r:embed="rId10"/>
          <a:stretch>
            <a:fillRect/>
          </a:stretch>
        </p:blipFill>
        <p:spPr>
          <a:xfrm>
            <a:off x="762000" y="2895600"/>
            <a:ext cx="95250" cy="76200"/>
          </a:xfrm>
          <a:prstGeom prst="rect">
            <a:avLst/>
          </a:prstGeom>
        </p:spPr>
      </p:pic>
      <p:pic>
        <p:nvPicPr>
          <p:cNvPr id="11" name="SK-19-img-10" descr="preencoded.png">    </p:cNvPr>
          <p:cNvPicPr>
            <a:picLocks noChangeAspect="1"/>
          </p:cNvPicPr>
          <p:nvPr/>
        </p:nvPicPr>
        <p:blipFill>
          <a:blip r:embed="rId11"/>
          <a:stretch>
            <a:fillRect/>
          </a:stretch>
        </p:blipFill>
        <p:spPr>
          <a:xfrm>
            <a:off x="762000" y="3139380"/>
            <a:ext cx="95250" cy="76200"/>
          </a:xfrm>
          <a:prstGeom prst="rect">
            <a:avLst/>
          </a:prstGeom>
        </p:spPr>
      </p:pic>
      <p:pic>
        <p:nvPicPr>
          <p:cNvPr id="12" name="SK-19-img-11" descr="preencoded.png">    </p:cNvPr>
          <p:cNvPicPr>
            <a:picLocks noChangeAspect="1"/>
          </p:cNvPicPr>
          <p:nvPr/>
        </p:nvPicPr>
        <p:blipFill>
          <a:blip r:embed="rId12"/>
          <a:stretch>
            <a:fillRect/>
          </a:stretch>
        </p:blipFill>
        <p:spPr>
          <a:xfrm>
            <a:off x="762000" y="3392686"/>
            <a:ext cx="1066800" cy="209550"/>
          </a:xfrm>
          <a:prstGeom prst="rect">
            <a:avLst/>
          </a:prstGeom>
        </p:spPr>
      </p:pic>
      <p:pic>
        <p:nvPicPr>
          <p:cNvPr id="13" name="SK-19-img-12" descr="preencoded.png">    </p:cNvPr>
          <p:cNvPicPr>
            <a:picLocks noChangeAspect="1"/>
          </p:cNvPicPr>
          <p:nvPr/>
        </p:nvPicPr>
        <p:blipFill>
          <a:blip r:embed="rId13"/>
          <a:stretch>
            <a:fillRect/>
          </a:stretch>
        </p:blipFill>
        <p:spPr>
          <a:xfrm>
            <a:off x="4317950" y="1676400"/>
            <a:ext cx="3555950" cy="2078236"/>
          </a:xfrm>
          <a:prstGeom prst="rect">
            <a:avLst/>
          </a:prstGeom>
        </p:spPr>
      </p:pic>
      <p:pic>
        <p:nvPicPr>
          <p:cNvPr id="14" name="SK-19-img-13" descr="preencoded.png">    </p:cNvPr>
          <p:cNvPicPr>
            <a:picLocks noChangeAspect="1"/>
          </p:cNvPicPr>
          <p:nvPr/>
        </p:nvPicPr>
        <p:blipFill>
          <a:blip r:embed="rId14"/>
          <a:stretch>
            <a:fillRect/>
          </a:stretch>
        </p:blipFill>
        <p:spPr>
          <a:xfrm>
            <a:off x="4508450" y="1828800"/>
            <a:ext cx="419100" cy="419100"/>
          </a:xfrm>
          <a:prstGeom prst="rect">
            <a:avLst/>
          </a:prstGeom>
        </p:spPr>
      </p:pic>
      <p:pic>
        <p:nvPicPr>
          <p:cNvPr id="15" name="SK-19-img-14" descr="preencoded.png">    </p:cNvPr>
          <p:cNvPicPr>
            <a:picLocks noChangeAspect="1"/>
          </p:cNvPicPr>
          <p:nvPr/>
        </p:nvPicPr>
        <p:blipFill>
          <a:blip r:embed="rId15"/>
          <a:stretch>
            <a:fillRect/>
          </a:stretch>
        </p:blipFill>
        <p:spPr>
          <a:xfrm>
            <a:off x="4598938" y="1943100"/>
            <a:ext cx="238125" cy="190500"/>
          </a:xfrm>
          <a:prstGeom prst="rect">
            <a:avLst/>
          </a:prstGeom>
        </p:spPr>
      </p:pic>
      <p:pic>
        <p:nvPicPr>
          <p:cNvPr id="16" name="SK-19-img-15" descr="preencoded.png">    </p:cNvPr>
          <p:cNvPicPr>
            <a:picLocks noChangeAspect="1"/>
          </p:cNvPicPr>
          <p:nvPr/>
        </p:nvPicPr>
        <p:blipFill>
          <a:blip r:embed="rId16"/>
          <a:stretch>
            <a:fillRect/>
          </a:stretch>
        </p:blipFill>
        <p:spPr>
          <a:xfrm>
            <a:off x="4508450" y="2895600"/>
            <a:ext cx="95250" cy="76200"/>
          </a:xfrm>
          <a:prstGeom prst="rect">
            <a:avLst/>
          </a:prstGeom>
        </p:spPr>
      </p:pic>
      <p:pic>
        <p:nvPicPr>
          <p:cNvPr id="17" name="SK-19-img-16" descr="preencoded.png">    </p:cNvPr>
          <p:cNvPicPr>
            <a:picLocks noChangeAspect="1"/>
          </p:cNvPicPr>
          <p:nvPr/>
        </p:nvPicPr>
        <p:blipFill>
          <a:blip r:embed="rId17"/>
          <a:stretch>
            <a:fillRect/>
          </a:stretch>
        </p:blipFill>
        <p:spPr>
          <a:xfrm>
            <a:off x="4508450" y="3139380"/>
            <a:ext cx="95250" cy="76200"/>
          </a:xfrm>
          <a:prstGeom prst="rect">
            <a:avLst/>
          </a:prstGeom>
        </p:spPr>
      </p:pic>
      <p:pic>
        <p:nvPicPr>
          <p:cNvPr id="18" name="SK-19-img-17" descr="preencoded.png">    </p:cNvPr>
          <p:cNvPicPr>
            <a:picLocks noChangeAspect="1"/>
          </p:cNvPicPr>
          <p:nvPr/>
        </p:nvPicPr>
        <p:blipFill>
          <a:blip r:embed="rId18"/>
          <a:stretch>
            <a:fillRect/>
          </a:stretch>
        </p:blipFill>
        <p:spPr>
          <a:xfrm>
            <a:off x="4508450" y="3392686"/>
            <a:ext cx="1066800" cy="209550"/>
          </a:xfrm>
          <a:prstGeom prst="rect">
            <a:avLst/>
          </a:prstGeom>
        </p:spPr>
      </p:pic>
      <p:pic>
        <p:nvPicPr>
          <p:cNvPr id="19" name="SK-19-img-18" descr="preencoded.png">    </p:cNvPr>
          <p:cNvPicPr>
            <a:picLocks noChangeAspect="1"/>
          </p:cNvPicPr>
          <p:nvPr/>
        </p:nvPicPr>
        <p:blipFill>
          <a:blip r:embed="rId19"/>
          <a:stretch>
            <a:fillRect/>
          </a:stretch>
        </p:blipFill>
        <p:spPr>
          <a:xfrm>
            <a:off x="8064401" y="1676400"/>
            <a:ext cx="3555950" cy="2078236"/>
          </a:xfrm>
          <a:prstGeom prst="rect">
            <a:avLst/>
          </a:prstGeom>
        </p:spPr>
      </p:pic>
      <p:pic>
        <p:nvPicPr>
          <p:cNvPr id="20" name="SK-19-img-19" descr="preencoded.png">    </p:cNvPr>
          <p:cNvPicPr>
            <a:picLocks noChangeAspect="1"/>
          </p:cNvPicPr>
          <p:nvPr/>
        </p:nvPicPr>
        <p:blipFill>
          <a:blip r:embed="rId20"/>
          <a:stretch>
            <a:fillRect/>
          </a:stretch>
        </p:blipFill>
        <p:spPr>
          <a:xfrm>
            <a:off x="8254901" y="1828800"/>
            <a:ext cx="419100" cy="419100"/>
          </a:xfrm>
          <a:prstGeom prst="rect">
            <a:avLst/>
          </a:prstGeom>
        </p:spPr>
      </p:pic>
      <p:pic>
        <p:nvPicPr>
          <p:cNvPr id="21" name="SK-19-img-20" descr="preencoded.png">    </p:cNvPr>
          <p:cNvPicPr>
            <a:picLocks noChangeAspect="1"/>
          </p:cNvPicPr>
          <p:nvPr/>
        </p:nvPicPr>
        <p:blipFill>
          <a:blip r:embed="rId21"/>
          <a:stretch>
            <a:fillRect/>
          </a:stretch>
        </p:blipFill>
        <p:spPr>
          <a:xfrm>
            <a:off x="8345388" y="1943100"/>
            <a:ext cx="238125" cy="190500"/>
          </a:xfrm>
          <a:prstGeom prst="rect">
            <a:avLst/>
          </a:prstGeom>
        </p:spPr>
      </p:pic>
      <p:pic>
        <p:nvPicPr>
          <p:cNvPr id="22" name="SK-19-img-21" descr="preencoded.png">    </p:cNvPr>
          <p:cNvPicPr>
            <a:picLocks noChangeAspect="1"/>
          </p:cNvPicPr>
          <p:nvPr/>
        </p:nvPicPr>
        <p:blipFill>
          <a:blip r:embed="rId22"/>
          <a:stretch>
            <a:fillRect/>
          </a:stretch>
        </p:blipFill>
        <p:spPr>
          <a:xfrm>
            <a:off x="8254901" y="2895600"/>
            <a:ext cx="95250" cy="76200"/>
          </a:xfrm>
          <a:prstGeom prst="rect">
            <a:avLst/>
          </a:prstGeom>
        </p:spPr>
      </p:pic>
      <p:pic>
        <p:nvPicPr>
          <p:cNvPr id="23" name="SK-19-img-22" descr="preencoded.png">    </p:cNvPr>
          <p:cNvPicPr>
            <a:picLocks noChangeAspect="1"/>
          </p:cNvPicPr>
          <p:nvPr/>
        </p:nvPicPr>
        <p:blipFill>
          <a:blip r:embed="rId23"/>
          <a:stretch>
            <a:fillRect/>
          </a:stretch>
        </p:blipFill>
        <p:spPr>
          <a:xfrm>
            <a:off x="8254901" y="3139380"/>
            <a:ext cx="95250" cy="76200"/>
          </a:xfrm>
          <a:prstGeom prst="rect">
            <a:avLst/>
          </a:prstGeom>
        </p:spPr>
      </p:pic>
      <p:pic>
        <p:nvPicPr>
          <p:cNvPr id="24" name="SK-19-img-23" descr="preencoded.png">    </p:cNvPr>
          <p:cNvPicPr>
            <a:picLocks noChangeAspect="1"/>
          </p:cNvPicPr>
          <p:nvPr/>
        </p:nvPicPr>
        <p:blipFill>
          <a:blip r:embed="rId24"/>
          <a:stretch>
            <a:fillRect/>
          </a:stretch>
        </p:blipFill>
        <p:spPr>
          <a:xfrm>
            <a:off x="8254901" y="3392686"/>
            <a:ext cx="1066800" cy="209550"/>
          </a:xfrm>
          <a:prstGeom prst="rect">
            <a:avLst/>
          </a:prstGeom>
        </p:spPr>
      </p:pic>
      <p:pic>
        <p:nvPicPr>
          <p:cNvPr id="25" name="SK-19-img-24" descr="preencoded.png">    </p:cNvPr>
          <p:cNvPicPr>
            <a:picLocks noChangeAspect="1"/>
          </p:cNvPicPr>
          <p:nvPr/>
        </p:nvPicPr>
        <p:blipFill>
          <a:blip r:embed="rId25"/>
          <a:stretch>
            <a:fillRect/>
          </a:stretch>
        </p:blipFill>
        <p:spPr>
          <a:xfrm>
            <a:off x="571500" y="3907036"/>
            <a:ext cx="5888236" cy="1863923"/>
          </a:xfrm>
          <a:prstGeom prst="rect">
            <a:avLst/>
          </a:prstGeom>
        </p:spPr>
      </p:pic>
      <p:pic>
        <p:nvPicPr>
          <p:cNvPr id="26" name="SK-19-img-25" descr="preencoded.png">    </p:cNvPr>
          <p:cNvPicPr>
            <a:picLocks noChangeAspect="1"/>
          </p:cNvPicPr>
          <p:nvPr/>
        </p:nvPicPr>
        <p:blipFill>
          <a:blip r:embed="rId26"/>
          <a:stretch>
            <a:fillRect/>
          </a:stretch>
        </p:blipFill>
        <p:spPr>
          <a:xfrm>
            <a:off x="762000" y="4059436"/>
            <a:ext cx="419100" cy="419100"/>
          </a:xfrm>
          <a:prstGeom prst="rect">
            <a:avLst/>
          </a:prstGeom>
        </p:spPr>
      </p:pic>
      <p:pic>
        <p:nvPicPr>
          <p:cNvPr id="27" name="SK-19-img-26" descr="preencoded.png">    </p:cNvPr>
          <p:cNvPicPr>
            <a:picLocks noChangeAspect="1"/>
          </p:cNvPicPr>
          <p:nvPr/>
        </p:nvPicPr>
        <p:blipFill>
          <a:blip r:embed="rId27"/>
          <a:stretch>
            <a:fillRect/>
          </a:stretch>
        </p:blipFill>
        <p:spPr>
          <a:xfrm>
            <a:off x="852488" y="4173736"/>
            <a:ext cx="238125" cy="190500"/>
          </a:xfrm>
          <a:prstGeom prst="rect">
            <a:avLst/>
          </a:prstGeom>
        </p:spPr>
      </p:pic>
      <p:pic>
        <p:nvPicPr>
          <p:cNvPr id="28" name="SK-19-img-27" descr="preencoded.png">    </p:cNvPr>
          <p:cNvPicPr>
            <a:picLocks noChangeAspect="1"/>
          </p:cNvPicPr>
          <p:nvPr/>
        </p:nvPicPr>
        <p:blipFill>
          <a:blip r:embed="rId28"/>
          <a:stretch>
            <a:fillRect/>
          </a:stretch>
        </p:blipFill>
        <p:spPr>
          <a:xfrm>
            <a:off x="762000" y="4883348"/>
            <a:ext cx="166688" cy="137220"/>
          </a:xfrm>
          <a:prstGeom prst="rect">
            <a:avLst/>
          </a:prstGeom>
        </p:spPr>
      </p:pic>
      <p:pic>
        <p:nvPicPr>
          <p:cNvPr id="29" name="SK-19-img-28" descr="preencoded.png">    </p:cNvPr>
          <p:cNvPicPr>
            <a:picLocks noChangeAspect="1"/>
          </p:cNvPicPr>
          <p:nvPr/>
        </p:nvPicPr>
        <p:blipFill>
          <a:blip r:embed="rId29"/>
          <a:stretch>
            <a:fillRect/>
          </a:stretch>
        </p:blipFill>
        <p:spPr>
          <a:xfrm>
            <a:off x="3563243" y="4883348"/>
            <a:ext cx="166688" cy="137220"/>
          </a:xfrm>
          <a:prstGeom prst="rect">
            <a:avLst/>
          </a:prstGeom>
        </p:spPr>
      </p:pic>
      <p:pic>
        <p:nvPicPr>
          <p:cNvPr id="30" name="SK-19-img-29" descr="preencoded.png">    </p:cNvPr>
          <p:cNvPicPr>
            <a:picLocks noChangeAspect="1"/>
          </p:cNvPicPr>
          <p:nvPr/>
        </p:nvPicPr>
        <p:blipFill>
          <a:blip r:embed="rId30"/>
          <a:stretch>
            <a:fillRect/>
          </a:stretch>
        </p:blipFill>
        <p:spPr>
          <a:xfrm>
            <a:off x="762000" y="5146179"/>
            <a:ext cx="166688" cy="137220"/>
          </a:xfrm>
          <a:prstGeom prst="rect">
            <a:avLst/>
          </a:prstGeom>
        </p:spPr>
      </p:pic>
      <p:pic>
        <p:nvPicPr>
          <p:cNvPr id="31" name="SK-19-img-30" descr="preencoded.png">    </p:cNvPr>
          <p:cNvPicPr>
            <a:picLocks noChangeAspect="1"/>
          </p:cNvPicPr>
          <p:nvPr/>
        </p:nvPicPr>
        <p:blipFill>
          <a:blip r:embed="rId31"/>
          <a:stretch>
            <a:fillRect/>
          </a:stretch>
        </p:blipFill>
        <p:spPr>
          <a:xfrm>
            <a:off x="3563243" y="5146179"/>
            <a:ext cx="166688" cy="137220"/>
          </a:xfrm>
          <a:prstGeom prst="rect">
            <a:avLst/>
          </a:prstGeom>
        </p:spPr>
      </p:pic>
      <p:pic>
        <p:nvPicPr>
          <p:cNvPr id="32" name="SK-19-img-31" descr="preencoded.png">    </p:cNvPr>
          <p:cNvPicPr>
            <a:picLocks noChangeAspect="1"/>
          </p:cNvPicPr>
          <p:nvPr/>
        </p:nvPicPr>
        <p:blipFill>
          <a:blip r:embed="rId32"/>
          <a:stretch>
            <a:fillRect/>
          </a:stretch>
        </p:blipFill>
        <p:spPr>
          <a:xfrm>
            <a:off x="6650236" y="3907036"/>
            <a:ext cx="4970264" cy="1863923"/>
          </a:xfrm>
          <a:prstGeom prst="rect">
            <a:avLst/>
          </a:prstGeom>
        </p:spPr>
      </p:pic>
      <p:pic>
        <p:nvPicPr>
          <p:cNvPr id="33" name="SK-19-img-32" descr="preencoded.png">    </p:cNvPr>
          <p:cNvPicPr>
            <a:picLocks noChangeAspect="1"/>
          </p:cNvPicPr>
          <p:nvPr/>
        </p:nvPicPr>
        <p:blipFill>
          <a:blip r:embed="rId33"/>
          <a:stretch>
            <a:fillRect/>
          </a:stretch>
        </p:blipFill>
        <p:spPr>
          <a:xfrm>
            <a:off x="6840736" y="4059436"/>
            <a:ext cx="419100" cy="419100"/>
          </a:xfrm>
          <a:prstGeom prst="rect">
            <a:avLst/>
          </a:prstGeom>
        </p:spPr>
      </p:pic>
      <p:pic>
        <p:nvPicPr>
          <p:cNvPr id="34" name="SK-19-img-33" descr="preencoded.png">    </p:cNvPr>
          <p:cNvPicPr>
            <a:picLocks noChangeAspect="1"/>
          </p:cNvPicPr>
          <p:nvPr/>
        </p:nvPicPr>
        <p:blipFill>
          <a:blip r:embed="rId34"/>
          <a:stretch>
            <a:fillRect/>
          </a:stretch>
        </p:blipFill>
        <p:spPr>
          <a:xfrm>
            <a:off x="6931223" y="4173736"/>
            <a:ext cx="238125" cy="190500"/>
          </a:xfrm>
          <a:prstGeom prst="rect">
            <a:avLst/>
          </a:prstGeom>
        </p:spPr>
      </p:pic>
      <p:pic>
        <p:nvPicPr>
          <p:cNvPr id="35" name="SK-19-img-34" descr="preencoded.png">    </p:cNvPr>
          <p:cNvPicPr>
            <a:picLocks noChangeAspect="1"/>
          </p:cNvPicPr>
          <p:nvPr/>
        </p:nvPicPr>
        <p:blipFill>
          <a:blip r:embed="rId35"/>
          <a:stretch>
            <a:fillRect/>
          </a:stretch>
        </p:blipFill>
        <p:spPr>
          <a:xfrm>
            <a:off x="6840736" y="4911923"/>
            <a:ext cx="95250" cy="76200"/>
          </a:xfrm>
          <a:prstGeom prst="rect">
            <a:avLst/>
          </a:prstGeom>
        </p:spPr>
      </p:pic>
      <p:pic>
        <p:nvPicPr>
          <p:cNvPr id="36" name="SK-19-img-35" descr="preencoded.png">    </p:cNvPr>
          <p:cNvPicPr>
            <a:picLocks noChangeAspect="1"/>
          </p:cNvPicPr>
          <p:nvPr/>
        </p:nvPicPr>
        <p:blipFill>
          <a:blip r:embed="rId36"/>
          <a:stretch>
            <a:fillRect/>
          </a:stretch>
        </p:blipFill>
        <p:spPr>
          <a:xfrm>
            <a:off x="6840736" y="5155704"/>
            <a:ext cx="95250" cy="76200"/>
          </a:xfrm>
          <a:prstGeom prst="rect">
            <a:avLst/>
          </a:prstGeom>
        </p:spPr>
      </p:pic>
      <p:pic>
        <p:nvPicPr>
          <p:cNvPr id="37" name="SK-19-img-36" descr="preencoded.png">    </p:cNvPr>
          <p:cNvPicPr>
            <a:picLocks noChangeAspect="1"/>
          </p:cNvPicPr>
          <p:nvPr/>
        </p:nvPicPr>
        <p:blipFill>
          <a:blip r:embed="rId37"/>
          <a:stretch>
            <a:fillRect/>
          </a:stretch>
        </p:blipFill>
        <p:spPr>
          <a:xfrm>
            <a:off x="6840736" y="5409009"/>
            <a:ext cx="952500" cy="209550"/>
          </a:xfrm>
          <a:prstGeom prst="rect">
            <a:avLst/>
          </a:prstGeom>
        </p:spPr>
      </p:pic>
      <p:pic>
        <p:nvPicPr>
          <p:cNvPr id="38" name="SK-19-img-37" descr="preencoded.png">    </p:cNvPr>
          <p:cNvPicPr>
            <a:picLocks noChangeAspect="1"/>
          </p:cNvPicPr>
          <p:nvPr/>
        </p:nvPicPr>
        <p:blipFill>
          <a:blip r:embed="rId38"/>
          <a:stretch>
            <a:fillRect/>
          </a:stretch>
        </p:blipFill>
        <p:spPr>
          <a:xfrm>
            <a:off x="571500" y="5923359"/>
            <a:ext cx="11049000" cy="390525"/>
          </a:xfrm>
          <a:prstGeom prst="rect">
            <a:avLst/>
          </a:prstGeom>
        </p:spPr>
      </p:pic>
      <p:pic>
        <p:nvPicPr>
          <p:cNvPr id="39" name="SK-19-img-38" descr="preencoded.png">    </p:cNvPr>
          <p:cNvPicPr>
            <a:picLocks noChangeAspect="1"/>
          </p:cNvPicPr>
          <p:nvPr/>
        </p:nvPicPr>
        <p:blipFill>
          <a:blip r:embed="rId39"/>
          <a:stretch>
            <a:fillRect/>
          </a:stretch>
        </p:blipFill>
        <p:spPr>
          <a:xfrm>
            <a:off x="7639050" y="6090047"/>
            <a:ext cx="57150" cy="57150"/>
          </a:xfrm>
          <a:prstGeom prst="rect">
            <a:avLst/>
          </a:prstGeom>
        </p:spPr>
      </p:pic>
      <p:pic>
        <p:nvPicPr>
          <p:cNvPr id="40" name="SK-19-img-39" descr="preencoded.png">    </p:cNvPr>
          <p:cNvPicPr>
            <a:picLocks noChangeAspect="1"/>
          </p:cNvPicPr>
          <p:nvPr/>
        </p:nvPicPr>
        <p:blipFill>
          <a:blip r:embed="rId40"/>
          <a:stretch>
            <a:fillRect/>
          </a:stretch>
        </p:blipFill>
        <p:spPr>
          <a:xfrm>
            <a:off x="8677275" y="6090047"/>
            <a:ext cx="57150" cy="57150"/>
          </a:xfrm>
          <a:prstGeom prst="rect">
            <a:avLst/>
          </a:prstGeom>
        </p:spPr>
      </p:pic>
      <p:pic>
        <p:nvPicPr>
          <p:cNvPr id="41" name="SK-19-img-40" descr="preencoded.png">    </p:cNvPr>
          <p:cNvPicPr>
            <a:picLocks noChangeAspect="1"/>
          </p:cNvPicPr>
          <p:nvPr/>
        </p:nvPicPr>
        <p:blipFill>
          <a:blip r:embed="rId41"/>
          <a:stretch>
            <a:fillRect/>
          </a:stretch>
        </p:blipFill>
        <p:spPr>
          <a:xfrm>
            <a:off x="9686925" y="6090047"/>
            <a:ext cx="57150" cy="57150"/>
          </a:xfrm>
          <a:prstGeom prst="rect">
            <a:avLst/>
          </a:prstGeom>
        </p:spPr>
      </p:pic>
      <p:pic>
        <p:nvPicPr>
          <p:cNvPr id="42" name="SK-19-img-41" descr="preencoded.png">    </p:cNvPr>
          <p:cNvPicPr>
            <a:picLocks noChangeAspect="1"/>
          </p:cNvPicPr>
          <p:nvPr/>
        </p:nvPicPr>
        <p:blipFill>
          <a:blip r:embed="rId42"/>
          <a:stretch>
            <a:fillRect/>
          </a:stretch>
        </p:blipFill>
        <p:spPr>
          <a:xfrm>
            <a:off x="10696575" y="6090047"/>
            <a:ext cx="57150" cy="57150"/>
          </a:xfrm>
          <a:prstGeom prst="rect">
            <a:avLst/>
          </a:prstGeom>
        </p:spPr>
      </p:pic>
      <p:sp>
        <p:nvSpPr>
          <p:cNvPr id="43" name="SK-19-text-42"/>
          <p:cNvSpPr/>
          <p:nvPr/>
        </p:nvSpPr>
        <p:spPr>
          <a:xfrm>
            <a:off x="647700" y="304800"/>
            <a:ext cx="2245146"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STRATEGIC VALUE</a:t>
            </a:r>
            <a:endParaRPr lang="en-US" sz="1050" dirty="0"/>
          </a:p>
        </p:txBody>
      </p:sp>
      <p:sp>
        <p:nvSpPr>
          <p:cNvPr id="44" name="SK-19-text-43"/>
          <p:cNvSpPr/>
          <p:nvPr/>
        </p:nvSpPr>
        <p:spPr>
          <a:xfrm>
            <a:off x="571500" y="6191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应用价值与落地前景</a:t>
            </a:r>
            <a:endParaRPr lang="en-US" sz="2550" dirty="0"/>
          </a:p>
        </p:txBody>
      </p:sp>
      <p:sp>
        <p:nvSpPr>
          <p:cNvPr id="45" name="SK-19-text-44"/>
          <p:cNvSpPr/>
          <p:nvPr/>
        </p:nvSpPr>
        <p:spPr>
          <a:xfrm>
            <a:off x="685800" y="12192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面向高校个性化学习、医学专项教育及跨学科推广，提供具有技术示范意义的智能教育范本。</a:t>
            </a:r>
            <a:endParaRPr lang="en-US" sz="1200" dirty="0"/>
          </a:p>
        </p:txBody>
      </p:sp>
      <p:sp>
        <p:nvSpPr>
          <p:cNvPr id="46" name="SK-19-text-45"/>
          <p:cNvSpPr/>
          <p:nvPr/>
        </p:nvSpPr>
        <p:spPr>
          <a:xfrm>
            <a:off x="1295400" y="1895475"/>
            <a:ext cx="3524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高校个性化学习平台</a:t>
            </a:r>
            <a:endParaRPr lang="en-US" sz="1500" dirty="0"/>
          </a:p>
        </p:txBody>
      </p:sp>
      <p:sp>
        <p:nvSpPr>
          <p:cNvPr id="47" name="SK-19-text-46"/>
          <p:cNvSpPr/>
          <p:nvPr/>
        </p:nvSpPr>
        <p:spPr>
          <a:xfrm>
            <a:off x="762000" y="2343150"/>
            <a:ext cx="3174950"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覆盖学习全生命周期，显著提升自主学习效率与教学质量。</a:t>
            </a:r>
            <a:endParaRPr lang="en-US" sz="1125" dirty="0"/>
          </a:p>
        </p:txBody>
      </p:sp>
      <p:sp>
        <p:nvSpPr>
          <p:cNvPr id="48" name="SK-19-text-47"/>
          <p:cNvSpPr/>
          <p:nvPr/>
        </p:nvSpPr>
        <p:spPr>
          <a:xfrm>
            <a:off x="933450" y="2867025"/>
            <a:ext cx="5570220"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千人千面：基于8维度画像动态适配资源与路径</a:t>
            </a:r>
            <a:endParaRPr lang="en-US" sz="1050" dirty="0"/>
          </a:p>
        </p:txBody>
      </p:sp>
      <p:sp>
        <p:nvSpPr>
          <p:cNvPr id="49" name="SK-19-text-48"/>
          <p:cNvSpPr/>
          <p:nvPr/>
        </p:nvSpPr>
        <p:spPr>
          <a:xfrm>
            <a:off x="933450" y="3110805"/>
            <a:ext cx="5303520"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减负增效：自动化生成高质量练习与教学课件</a:t>
            </a:r>
            <a:endParaRPr lang="en-US" sz="1050" dirty="0"/>
          </a:p>
        </p:txBody>
      </p:sp>
      <p:sp>
        <p:nvSpPr>
          <p:cNvPr id="50" name="SK-19-text-49"/>
          <p:cNvSpPr/>
          <p:nvPr/>
        </p:nvSpPr>
        <p:spPr>
          <a:xfrm>
            <a:off x="838200" y="3392686"/>
            <a:ext cx="1643743"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智能教育核心引擎</a:t>
            </a:r>
            <a:endParaRPr lang="en-US" sz="900" dirty="0"/>
          </a:p>
        </p:txBody>
      </p:sp>
      <p:sp>
        <p:nvSpPr>
          <p:cNvPr id="51" name="SK-19-text-50"/>
          <p:cNvSpPr/>
          <p:nvPr/>
        </p:nvSpPr>
        <p:spPr>
          <a:xfrm>
            <a:off x="5041850" y="1895475"/>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医学教育专项应用</a:t>
            </a:r>
            <a:endParaRPr lang="en-US" sz="1500" dirty="0"/>
          </a:p>
        </p:txBody>
      </p:sp>
      <p:sp>
        <p:nvSpPr>
          <p:cNvPr id="52" name="SK-19-text-51"/>
          <p:cNvSpPr/>
          <p:nvPr/>
        </p:nvSpPr>
        <p:spPr>
          <a:xfrm>
            <a:off x="4508450" y="2343150"/>
            <a:ext cx="3174950"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以脑卒中为示范，贯通“理论学习-临床思维-证据支撑”全链路。</a:t>
            </a:r>
            <a:endParaRPr lang="en-US" sz="1125" dirty="0"/>
          </a:p>
        </p:txBody>
      </p:sp>
      <p:sp>
        <p:nvSpPr>
          <p:cNvPr id="53" name="SK-19-text-52"/>
          <p:cNvSpPr/>
          <p:nvPr/>
        </p:nvSpPr>
        <p:spPr>
          <a:xfrm>
            <a:off x="4679900" y="2867025"/>
            <a:ext cx="5303520"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循证支撑：8级证据等级排序确保医学严谨性</a:t>
            </a:r>
            <a:endParaRPr lang="en-US" sz="1050" dirty="0"/>
          </a:p>
        </p:txBody>
      </p:sp>
      <p:sp>
        <p:nvSpPr>
          <p:cNvPr id="54" name="SK-19-text-53"/>
          <p:cNvSpPr/>
          <p:nvPr/>
        </p:nvSpPr>
        <p:spPr>
          <a:xfrm>
            <a:off x="4679900" y="3110805"/>
            <a:ext cx="5623560"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多模态解析：CT影像与检验报告智能结构化辅助</a:t>
            </a:r>
            <a:endParaRPr lang="en-US" sz="1050" dirty="0"/>
          </a:p>
        </p:txBody>
      </p:sp>
      <p:sp>
        <p:nvSpPr>
          <p:cNvPr id="55" name="SK-19-text-54"/>
          <p:cNvSpPr/>
          <p:nvPr/>
        </p:nvSpPr>
        <p:spPr>
          <a:xfrm>
            <a:off x="4584650" y="3392686"/>
            <a:ext cx="1643743"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临床思维深度训练</a:t>
            </a:r>
            <a:endParaRPr lang="en-US" sz="900" dirty="0"/>
          </a:p>
        </p:txBody>
      </p:sp>
      <p:sp>
        <p:nvSpPr>
          <p:cNvPr id="56" name="SK-19-text-55"/>
          <p:cNvSpPr/>
          <p:nvPr/>
        </p:nvSpPr>
        <p:spPr>
          <a:xfrm>
            <a:off x="8788301" y="1895475"/>
            <a:ext cx="2762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跨学科迁移推广</a:t>
            </a:r>
            <a:endParaRPr lang="en-US" sz="1500" dirty="0"/>
          </a:p>
        </p:txBody>
      </p:sp>
      <p:sp>
        <p:nvSpPr>
          <p:cNvPr id="57" name="SK-19-text-56"/>
          <p:cNvSpPr/>
          <p:nvPr/>
        </p:nvSpPr>
        <p:spPr>
          <a:xfrm>
            <a:off x="8254901" y="2343150"/>
            <a:ext cx="3174950" cy="428625"/>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模块化与全配置化架构，支持低成本迁移至多元教育场景。</a:t>
            </a:r>
            <a:endParaRPr lang="en-US" sz="1125" dirty="0"/>
          </a:p>
        </p:txBody>
      </p:sp>
      <p:sp>
        <p:nvSpPr>
          <p:cNvPr id="58" name="SK-19-text-57"/>
          <p:cNvSpPr/>
          <p:nvPr/>
        </p:nvSpPr>
        <p:spPr>
          <a:xfrm>
            <a:off x="8426351" y="2867025"/>
            <a:ext cx="3765649"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快速部署：更换知识库即可适配法律、工程等领域</a:t>
            </a:r>
            <a:endParaRPr lang="en-US" sz="1050" dirty="0"/>
          </a:p>
        </p:txBody>
      </p:sp>
      <p:sp>
        <p:nvSpPr>
          <p:cNvPr id="59" name="SK-19-text-58"/>
          <p:cNvSpPr/>
          <p:nvPr/>
        </p:nvSpPr>
        <p:spPr>
          <a:xfrm>
            <a:off x="8426351" y="3110805"/>
            <a:ext cx="3765649"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配置驱动：意图专家映射、退火因子均可灵活调整</a:t>
            </a:r>
            <a:endParaRPr lang="en-US" sz="1050" dirty="0"/>
          </a:p>
        </p:txBody>
      </p:sp>
      <p:sp>
        <p:nvSpPr>
          <p:cNvPr id="60" name="SK-19-text-59"/>
          <p:cNvSpPr/>
          <p:nvPr/>
        </p:nvSpPr>
        <p:spPr>
          <a:xfrm>
            <a:off x="8331101" y="3392686"/>
            <a:ext cx="1643743"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高可扩展行业方案</a:t>
            </a:r>
            <a:endParaRPr lang="en-US" sz="900" dirty="0"/>
          </a:p>
        </p:txBody>
      </p:sp>
      <p:sp>
        <p:nvSpPr>
          <p:cNvPr id="61" name="SK-19-text-60"/>
          <p:cNvSpPr/>
          <p:nvPr/>
        </p:nvSpPr>
        <p:spPr>
          <a:xfrm>
            <a:off x="1295400" y="4126111"/>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医学信息素养培养</a:t>
            </a:r>
            <a:endParaRPr lang="en-US" sz="1500" dirty="0"/>
          </a:p>
        </p:txBody>
      </p:sp>
      <p:sp>
        <p:nvSpPr>
          <p:cNvPr id="62" name="SK-19-text-61"/>
          <p:cNvSpPr/>
          <p:nvPr/>
        </p:nvSpPr>
        <p:spPr>
          <a:xfrm>
            <a:off x="762000" y="4573786"/>
            <a:ext cx="9505950" cy="214313"/>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独创“理论+编程”融合模式，助力医学生掌握数据分析与临床决策代码能力。</a:t>
            </a:r>
            <a:endParaRPr lang="en-US" sz="1125" dirty="0"/>
          </a:p>
        </p:txBody>
      </p:sp>
      <p:sp>
        <p:nvSpPr>
          <p:cNvPr id="63" name="SK-19-text-62"/>
          <p:cNvSpPr/>
          <p:nvPr/>
        </p:nvSpPr>
        <p:spPr>
          <a:xfrm>
            <a:off x="1004887" y="4883348"/>
            <a:ext cx="2743200"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代码沙箱安全调试环境</a:t>
            </a:r>
            <a:endParaRPr lang="en-US" sz="1050" dirty="0"/>
          </a:p>
        </p:txBody>
      </p:sp>
      <p:sp>
        <p:nvSpPr>
          <p:cNvPr id="64" name="SK-19-text-63"/>
          <p:cNvSpPr/>
          <p:nvPr/>
        </p:nvSpPr>
        <p:spPr>
          <a:xfrm>
            <a:off x="3806130" y="4883348"/>
            <a:ext cx="2743200"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临床决策支持代码生成</a:t>
            </a:r>
            <a:endParaRPr lang="en-US" sz="1050" dirty="0"/>
          </a:p>
        </p:txBody>
      </p:sp>
      <p:sp>
        <p:nvSpPr>
          <p:cNvPr id="65" name="SK-19-text-64"/>
          <p:cNvSpPr/>
          <p:nvPr/>
        </p:nvSpPr>
        <p:spPr>
          <a:xfrm>
            <a:off x="1004887" y="5146179"/>
            <a:ext cx="2743200"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医学影像语义识别编程</a:t>
            </a:r>
            <a:endParaRPr lang="en-US" sz="1050" dirty="0"/>
          </a:p>
        </p:txBody>
      </p:sp>
      <p:sp>
        <p:nvSpPr>
          <p:cNvPr id="66" name="SK-19-text-65"/>
          <p:cNvSpPr/>
          <p:nvPr/>
        </p:nvSpPr>
        <p:spPr>
          <a:xfrm>
            <a:off x="3806130" y="5146179"/>
            <a:ext cx="3009900"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数据驱动的科研素养提升</a:t>
            </a:r>
            <a:endParaRPr lang="en-US" sz="1050" dirty="0"/>
          </a:p>
        </p:txBody>
      </p:sp>
      <p:sp>
        <p:nvSpPr>
          <p:cNvPr id="67" name="SK-19-text-66"/>
          <p:cNvSpPr/>
          <p:nvPr/>
        </p:nvSpPr>
        <p:spPr>
          <a:xfrm>
            <a:off x="7374136" y="4126111"/>
            <a:ext cx="3143250" cy="285750"/>
          </a:xfrm>
          <a:prstGeom prst="rect">
            <a:avLst/>
          </a:prstGeom>
          <a:noFill/>
          <a:ln/>
        </p:spPr>
        <p:txBody>
          <a:bodyPr wrap="square" lIns="0" tIns="0" rIns="0" bIns="0" rtlCol="0" anchor="ctr" vert="horz"/>
          <a:lstStyle/>
          <a:p>
            <a:pPr indent="0" marL="0">
              <a:lnSpc>
                <a:spcPts val="2250"/>
              </a:lnSpc>
              <a:buNone/>
            </a:pPr>
            <a:r>
              <a:rPr lang="en-US" sz="1500" b="1" dirty="0">
                <a:solidFill>
                  <a:srgbClr val="FFFFFF"/>
                </a:solidFill>
                <a:latin typeface="Noto Sans SC" pitchFamily="34" charset="0"/>
                <a:ea typeface="Noto Sans SC" pitchFamily="34" charset="-122"/>
                <a:cs typeface="Noto Sans SC" pitchFamily="34" charset="-120"/>
              </a:rPr>
              <a:t>技术架构示范意义</a:t>
            </a:r>
            <a:endParaRPr lang="en-US" sz="1500" dirty="0"/>
          </a:p>
        </p:txBody>
      </p:sp>
      <p:sp>
        <p:nvSpPr>
          <p:cNvPr id="68" name="SK-19-text-67"/>
          <p:cNvSpPr/>
          <p:nvPr/>
        </p:nvSpPr>
        <p:spPr>
          <a:xfrm>
            <a:off x="6840736" y="4573786"/>
            <a:ext cx="5351264" cy="214313"/>
          </a:xfrm>
          <a:prstGeom prst="rect">
            <a:avLst/>
          </a:prstGeom>
          <a:noFill/>
          <a:ln/>
        </p:spPr>
        <p:txBody>
          <a:bodyPr wrap="square" lIns="0" tIns="0" rIns="0" bIns="0" rtlCol="0" anchor="ctr" vert="horz"/>
          <a:lstStyle/>
          <a:p>
            <a:pPr indent="0" marL="0">
              <a:lnSpc>
                <a:spcPts val="1688"/>
              </a:lnSpc>
              <a:buNone/>
            </a:pPr>
            <a:r>
              <a:rPr lang="en-US" sz="1125" dirty="0">
                <a:solidFill>
                  <a:srgbClr val="A0AEC0"/>
                </a:solidFill>
                <a:latin typeface="Noto Sans SC" pitchFamily="34" charset="0"/>
                <a:ea typeface="Noto Sans SC" pitchFamily="34" charset="-122"/>
                <a:cs typeface="Noto Sans SC" pitchFamily="34" charset="-120"/>
              </a:rPr>
              <a:t>为生产级智能教育系统提供“三层解耦+流式交互”的标准范本。</a:t>
            </a:r>
            <a:endParaRPr lang="en-US" sz="1125" dirty="0"/>
          </a:p>
        </p:txBody>
      </p:sp>
      <p:sp>
        <p:nvSpPr>
          <p:cNvPr id="69" name="SK-19-text-68"/>
          <p:cNvSpPr/>
          <p:nvPr/>
        </p:nvSpPr>
        <p:spPr>
          <a:xfrm>
            <a:off x="7012186" y="4883348"/>
            <a:ext cx="5143500"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全链路SSE：毫秒级响应，显著提升交互体验</a:t>
            </a:r>
            <a:endParaRPr lang="en-US" sz="1050" dirty="0"/>
          </a:p>
        </p:txBody>
      </p:sp>
      <p:sp>
        <p:nvSpPr>
          <p:cNvPr id="70" name="SK-19-text-69"/>
          <p:cNvSpPr/>
          <p:nvPr/>
        </p:nvSpPr>
        <p:spPr>
          <a:xfrm>
            <a:off x="7012186" y="5127129"/>
            <a:ext cx="5179814" cy="186630"/>
          </a:xfrm>
          <a:prstGeom prst="rect">
            <a:avLst/>
          </a:prstGeom>
          <a:noFill/>
          <a:ln/>
        </p:spPr>
        <p:txBody>
          <a:bodyPr wrap="square" lIns="0" tIns="0" rIns="0" bIns="0" rtlCol="0" anchor="ctr" vert="horz"/>
          <a:lstStyle/>
          <a:p>
            <a:pPr indent="0" marL="0">
              <a:lnSpc>
                <a:spcPts val="1470"/>
              </a:lnSpc>
              <a:buNone/>
            </a:pPr>
            <a:r>
              <a:rPr lang="en-US" sz="1050" dirty="0">
                <a:solidFill>
                  <a:srgbClr val="A0AEC0"/>
                </a:solidFill>
                <a:latin typeface="Noto Sans SC" pitchFamily="34" charset="0"/>
                <a:ea typeface="Noto Sans SC" pitchFamily="34" charset="-122"/>
                <a:cs typeface="Noto Sans SC" pitchFamily="34" charset="-120"/>
              </a:rPr>
              <a:t>LangGraph编排：解决复杂任务的长链条推理</a:t>
            </a:r>
            <a:endParaRPr lang="en-US" sz="1050" dirty="0"/>
          </a:p>
        </p:txBody>
      </p:sp>
      <p:sp>
        <p:nvSpPr>
          <p:cNvPr id="71" name="SK-19-text-70"/>
          <p:cNvSpPr/>
          <p:nvPr/>
        </p:nvSpPr>
        <p:spPr>
          <a:xfrm>
            <a:off x="6916936" y="5409009"/>
            <a:ext cx="1420368" cy="209550"/>
          </a:xfrm>
          <a:prstGeom prst="rect">
            <a:avLst/>
          </a:prstGeom>
          <a:noFill/>
          <a:ln/>
        </p:spPr>
        <p:txBody>
          <a:bodyPr wrap="square" lIns="0" tIns="0" rIns="0" bIns="0" rtlCol="0" anchor="ctr" vert="horz"/>
          <a:lstStyle/>
          <a:p>
            <a:pPr indent="0" marL="0">
              <a:lnSpc>
                <a:spcPts val="1350"/>
              </a:lnSpc>
              <a:buNone/>
            </a:pPr>
            <a:r>
              <a:rPr lang="en-US" sz="900" dirty="0">
                <a:solidFill>
                  <a:srgbClr val="00F5FF"/>
                </a:solidFill>
              </a:rPr>
              <a:t>工业级系统架构</a:t>
            </a:r>
            <a:endParaRPr lang="en-US" sz="900" dirty="0"/>
          </a:p>
        </p:txBody>
      </p:sp>
      <p:sp>
        <p:nvSpPr>
          <p:cNvPr id="72" name="SK-19-text-71"/>
          <p:cNvSpPr/>
          <p:nvPr/>
        </p:nvSpPr>
        <p:spPr>
          <a:xfrm>
            <a:off x="762000" y="6018609"/>
            <a:ext cx="5356860" cy="200025"/>
          </a:xfrm>
          <a:prstGeom prst="rect">
            <a:avLst/>
          </a:prstGeom>
          <a:noFill/>
          <a:ln/>
        </p:spPr>
        <p:txBody>
          <a:bodyPr wrap="square" lIns="0" tIns="0" rIns="0" bIns="0" rtlCol="0" anchor="ctr" vert="horz"/>
          <a:lstStyle/>
          <a:p>
            <a:pPr indent="0" marL="0">
              <a:lnSpc>
                <a:spcPts val="1575"/>
              </a:lnSpc>
              <a:buNone/>
            </a:pPr>
            <a:r>
              <a:rPr lang="en-US" sz="1050" spc="60" kern="0" dirty="0">
                <a:solidFill>
                  <a:srgbClr val="718096"/>
                </a:solidFill>
                <a:latin typeface="Noto Sans SC" pitchFamily="34" charset="0"/>
                <a:ea typeface="Noto Sans SC" pitchFamily="34" charset="-122"/>
                <a:cs typeface="Noto Sans SC" pitchFamily="34" charset="-120"/>
              </a:rPr>
              <a:t>TECHNICAL DEMONSTRATION ECOSYSTEM</a:t>
            </a:r>
            <a:endParaRPr lang="en-US" sz="1050" dirty="0"/>
          </a:p>
        </p:txBody>
      </p:sp>
      <p:sp>
        <p:nvSpPr>
          <p:cNvPr id="73" name="SK-19-text-72"/>
          <p:cNvSpPr/>
          <p:nvPr/>
        </p:nvSpPr>
        <p:spPr>
          <a:xfrm>
            <a:off x="7753350" y="6025753"/>
            <a:ext cx="1661160" cy="185738"/>
          </a:xfrm>
          <a:prstGeom prst="rect">
            <a:avLst/>
          </a:prstGeom>
          <a:noFill/>
          <a:ln/>
        </p:spPr>
        <p:txBody>
          <a:bodyPr wrap="square" lIns="0" tIns="0" rIns="0" bIns="0" rtlCol="0" anchor="ctr" vert="horz"/>
          <a:lstStyle/>
          <a:p>
            <a:pP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RAG 混合检索</a:t>
            </a:r>
            <a:endParaRPr lang="en-US" sz="975" dirty="0"/>
          </a:p>
        </p:txBody>
      </p:sp>
      <p:sp>
        <p:nvSpPr>
          <p:cNvPr id="74" name="SK-19-text-73"/>
          <p:cNvSpPr/>
          <p:nvPr/>
        </p:nvSpPr>
        <p:spPr>
          <a:xfrm>
            <a:off x="8791575" y="6025753"/>
            <a:ext cx="1562100" cy="185738"/>
          </a:xfrm>
          <a:prstGeom prst="rect">
            <a:avLst/>
          </a:prstGeom>
          <a:noFill/>
          <a:ln/>
        </p:spPr>
        <p:txBody>
          <a:bodyPr wrap="square" lIns="0" tIns="0" rIns="0" bIns="0" rtlCol="0" anchor="ctr" vert="horz"/>
          <a:lstStyle/>
          <a:p>
            <a:pP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多智能体协同</a:t>
            </a:r>
            <a:endParaRPr lang="en-US" sz="975" dirty="0"/>
          </a:p>
        </p:txBody>
      </p:sp>
      <p:sp>
        <p:nvSpPr>
          <p:cNvPr id="75" name="SK-19-text-74"/>
          <p:cNvSpPr/>
          <p:nvPr/>
        </p:nvSpPr>
        <p:spPr>
          <a:xfrm>
            <a:off x="9801225" y="6025753"/>
            <a:ext cx="1562100" cy="185738"/>
          </a:xfrm>
          <a:prstGeom prst="rect">
            <a:avLst/>
          </a:prstGeom>
          <a:noFill/>
          <a:ln/>
        </p:spPr>
        <p:txBody>
          <a:bodyPr wrap="square" lIns="0" tIns="0" rIns="0" bIns="0" rtlCol="0" anchor="ctr" vert="horz"/>
          <a:lstStyle/>
          <a:p>
            <a:pP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流式数据管道</a:t>
            </a:r>
            <a:endParaRPr lang="en-US" sz="975" dirty="0"/>
          </a:p>
        </p:txBody>
      </p:sp>
      <p:sp>
        <p:nvSpPr>
          <p:cNvPr id="76" name="SK-19-text-75"/>
          <p:cNvSpPr/>
          <p:nvPr/>
        </p:nvSpPr>
        <p:spPr>
          <a:xfrm>
            <a:off x="10810875" y="6025753"/>
            <a:ext cx="1314450" cy="185738"/>
          </a:xfrm>
          <a:prstGeom prst="rect">
            <a:avLst/>
          </a:prstGeom>
          <a:noFill/>
          <a:ln/>
        </p:spPr>
        <p:txBody>
          <a:bodyPr wrap="square" lIns="0" tIns="0" rIns="0" bIns="0" rtlCol="0" anchor="ctr" vert="horz"/>
          <a:lstStyle/>
          <a:p>
            <a:pPr indent="0" marL="0">
              <a:lnSpc>
                <a:spcPts val="1463"/>
              </a:lnSpc>
              <a:buNone/>
            </a:pPr>
            <a:r>
              <a:rPr lang="en-US" sz="975" dirty="0">
                <a:solidFill>
                  <a:srgbClr val="A0AEC0"/>
                </a:solidFill>
                <a:latin typeface="Noto Sans SC" pitchFamily="34" charset="0"/>
                <a:ea typeface="Noto Sans SC" pitchFamily="34" charset="-122"/>
                <a:cs typeface="Noto Sans SC" pitchFamily="34" charset="-120"/>
              </a:rPr>
              <a:t>多模态分析</a:t>
            </a:r>
            <a:endParaRPr lang="en-US" sz="9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K-20-img-1" descr="preencoded.png">    </p:cNvPr>
          <p:cNvPicPr>
            <a:picLocks noChangeAspect="1"/>
          </p:cNvPicPr>
          <p:nvPr/>
        </p:nvPicPr>
        <p:blipFill>
          <a:blip r:embed="rId2"/>
          <a:stretch>
            <a:fillRect/>
          </a:stretch>
        </p:blipFill>
        <p:spPr>
          <a:xfrm>
            <a:off x="0" y="0"/>
            <a:ext cx="12192000" cy="6858000"/>
          </a:xfrm>
          <a:prstGeom prst="rect">
            <a:avLst/>
          </a:prstGeom>
        </p:spPr>
      </p:pic>
      <p:pic>
        <p:nvPicPr>
          <p:cNvPr id="3" name="SK-20-img-2" descr="preencoded.png">    </p:cNvPr>
          <p:cNvPicPr>
            <a:picLocks noChangeAspect="1"/>
          </p:cNvPicPr>
          <p:nvPr/>
        </p:nvPicPr>
        <p:blipFill>
          <a:blip r:embed="rId3"/>
          <a:stretch>
            <a:fillRect/>
          </a:stretch>
        </p:blipFill>
        <p:spPr>
          <a:xfrm>
            <a:off x="0" y="0"/>
            <a:ext cx="12192000" cy="6858000"/>
          </a:xfrm>
          <a:prstGeom prst="rect">
            <a:avLst/>
          </a:prstGeom>
        </p:spPr>
      </p:pic>
      <p:pic>
        <p:nvPicPr>
          <p:cNvPr id="4" name="SK-20-img-3" descr="preencoded.png">    </p:cNvPr>
          <p:cNvPicPr>
            <a:picLocks noChangeAspect="1"/>
          </p:cNvPicPr>
          <p:nvPr/>
        </p:nvPicPr>
        <p:blipFill>
          <a:blip r:embed="rId4"/>
          <a:stretch>
            <a:fillRect/>
          </a:stretch>
        </p:blipFill>
        <p:spPr>
          <a:xfrm>
            <a:off x="571500" y="304800"/>
            <a:ext cx="2438400" cy="238125"/>
          </a:xfrm>
          <a:prstGeom prst="rect">
            <a:avLst/>
          </a:prstGeom>
        </p:spPr>
      </p:pic>
      <p:pic>
        <p:nvPicPr>
          <p:cNvPr id="5" name="SK-20-img-4" descr="preencoded.png">    </p:cNvPr>
          <p:cNvPicPr>
            <a:picLocks noChangeAspect="1"/>
          </p:cNvPicPr>
          <p:nvPr/>
        </p:nvPicPr>
        <p:blipFill>
          <a:blip r:embed="rId5"/>
          <a:stretch>
            <a:fillRect/>
          </a:stretch>
        </p:blipFill>
        <p:spPr>
          <a:xfrm>
            <a:off x="3124200" y="419100"/>
            <a:ext cx="8496300" cy="9525"/>
          </a:xfrm>
          <a:prstGeom prst="rect">
            <a:avLst/>
          </a:prstGeom>
        </p:spPr>
      </p:pic>
      <p:pic>
        <p:nvPicPr>
          <p:cNvPr id="6" name="SK-20-img-5" descr="preencoded.png">    </p:cNvPr>
          <p:cNvPicPr>
            <a:picLocks noChangeAspect="1"/>
          </p:cNvPicPr>
          <p:nvPr/>
        </p:nvPicPr>
        <p:blipFill>
          <a:blip r:embed="rId6"/>
          <a:stretch>
            <a:fillRect/>
          </a:stretch>
        </p:blipFill>
        <p:spPr>
          <a:xfrm>
            <a:off x="571500" y="1314450"/>
            <a:ext cx="38100" cy="38100"/>
          </a:xfrm>
          <a:prstGeom prst="rect">
            <a:avLst/>
          </a:prstGeom>
        </p:spPr>
      </p:pic>
      <p:pic>
        <p:nvPicPr>
          <p:cNvPr id="7" name="SK-20-img-6" descr="preencoded.png">    </p:cNvPr>
          <p:cNvPicPr>
            <a:picLocks noChangeAspect="1"/>
          </p:cNvPicPr>
          <p:nvPr/>
        </p:nvPicPr>
        <p:blipFill>
          <a:blip r:embed="rId7"/>
          <a:stretch>
            <a:fillRect/>
          </a:stretch>
        </p:blipFill>
        <p:spPr>
          <a:xfrm>
            <a:off x="571500" y="3619500"/>
            <a:ext cx="2647950" cy="1724025"/>
          </a:xfrm>
          <a:prstGeom prst="rect">
            <a:avLst/>
          </a:prstGeom>
        </p:spPr>
      </p:pic>
      <p:pic>
        <p:nvPicPr>
          <p:cNvPr id="8" name="SK-20-img-7" descr="preencoded.png">    </p:cNvPr>
          <p:cNvPicPr>
            <a:picLocks noChangeAspect="1"/>
          </p:cNvPicPr>
          <p:nvPr/>
        </p:nvPicPr>
        <p:blipFill>
          <a:blip r:embed="rId8"/>
          <a:stretch>
            <a:fillRect/>
          </a:stretch>
        </p:blipFill>
        <p:spPr>
          <a:xfrm>
            <a:off x="800100" y="3800475"/>
            <a:ext cx="457200" cy="457200"/>
          </a:xfrm>
          <a:prstGeom prst="rect">
            <a:avLst/>
          </a:prstGeom>
        </p:spPr>
      </p:pic>
      <p:pic>
        <p:nvPicPr>
          <p:cNvPr id="9" name="SK-20-img-8" descr="preencoded.png">    </p:cNvPr>
          <p:cNvPicPr>
            <a:picLocks noChangeAspect="1"/>
          </p:cNvPicPr>
          <p:nvPr/>
        </p:nvPicPr>
        <p:blipFill>
          <a:blip r:embed="rId9"/>
          <a:stretch>
            <a:fillRect/>
          </a:stretch>
        </p:blipFill>
        <p:spPr>
          <a:xfrm>
            <a:off x="909638" y="3933825"/>
            <a:ext cx="238125" cy="190500"/>
          </a:xfrm>
          <a:prstGeom prst="rect">
            <a:avLst/>
          </a:prstGeom>
        </p:spPr>
      </p:pic>
      <p:pic>
        <p:nvPicPr>
          <p:cNvPr id="10" name="SK-20-img-9" descr="preencoded.png">    </p:cNvPr>
          <p:cNvPicPr>
            <a:picLocks noChangeAspect="1"/>
          </p:cNvPicPr>
          <p:nvPr/>
        </p:nvPicPr>
        <p:blipFill>
          <a:blip r:embed="rId10"/>
          <a:stretch>
            <a:fillRect/>
          </a:stretch>
        </p:blipFill>
        <p:spPr>
          <a:xfrm>
            <a:off x="3371850" y="3619500"/>
            <a:ext cx="2647950" cy="1724025"/>
          </a:xfrm>
          <a:prstGeom prst="rect">
            <a:avLst/>
          </a:prstGeom>
        </p:spPr>
      </p:pic>
      <p:pic>
        <p:nvPicPr>
          <p:cNvPr id="11" name="SK-20-img-10" descr="preencoded.png">    </p:cNvPr>
          <p:cNvPicPr>
            <a:picLocks noChangeAspect="1"/>
          </p:cNvPicPr>
          <p:nvPr/>
        </p:nvPicPr>
        <p:blipFill>
          <a:blip r:embed="rId11"/>
          <a:stretch>
            <a:fillRect/>
          </a:stretch>
        </p:blipFill>
        <p:spPr>
          <a:xfrm>
            <a:off x="3600450" y="3800475"/>
            <a:ext cx="457200" cy="457200"/>
          </a:xfrm>
          <a:prstGeom prst="rect">
            <a:avLst/>
          </a:prstGeom>
        </p:spPr>
      </p:pic>
      <p:pic>
        <p:nvPicPr>
          <p:cNvPr id="12" name="SK-20-img-11" descr="preencoded.png">    </p:cNvPr>
          <p:cNvPicPr>
            <a:picLocks noChangeAspect="1"/>
          </p:cNvPicPr>
          <p:nvPr/>
        </p:nvPicPr>
        <p:blipFill>
          <a:blip r:embed="rId12"/>
          <a:stretch>
            <a:fillRect/>
          </a:stretch>
        </p:blipFill>
        <p:spPr>
          <a:xfrm>
            <a:off x="3709988" y="3933825"/>
            <a:ext cx="238125" cy="190500"/>
          </a:xfrm>
          <a:prstGeom prst="rect">
            <a:avLst/>
          </a:prstGeom>
        </p:spPr>
      </p:pic>
      <p:pic>
        <p:nvPicPr>
          <p:cNvPr id="13" name="SK-20-img-12" descr="preencoded.png">    </p:cNvPr>
          <p:cNvPicPr>
            <a:picLocks noChangeAspect="1"/>
          </p:cNvPicPr>
          <p:nvPr/>
        </p:nvPicPr>
        <p:blipFill>
          <a:blip r:embed="rId13"/>
          <a:stretch>
            <a:fillRect/>
          </a:stretch>
        </p:blipFill>
        <p:spPr>
          <a:xfrm>
            <a:off x="6172200" y="3619500"/>
            <a:ext cx="2647950" cy="1724025"/>
          </a:xfrm>
          <a:prstGeom prst="rect">
            <a:avLst/>
          </a:prstGeom>
        </p:spPr>
      </p:pic>
      <p:pic>
        <p:nvPicPr>
          <p:cNvPr id="14" name="SK-20-img-13" descr="preencoded.png">    </p:cNvPr>
          <p:cNvPicPr>
            <a:picLocks noChangeAspect="1"/>
          </p:cNvPicPr>
          <p:nvPr/>
        </p:nvPicPr>
        <p:blipFill>
          <a:blip r:embed="rId14"/>
          <a:stretch>
            <a:fillRect/>
          </a:stretch>
        </p:blipFill>
        <p:spPr>
          <a:xfrm>
            <a:off x="6400800" y="3800475"/>
            <a:ext cx="457200" cy="457200"/>
          </a:xfrm>
          <a:prstGeom prst="rect">
            <a:avLst/>
          </a:prstGeom>
        </p:spPr>
      </p:pic>
      <p:pic>
        <p:nvPicPr>
          <p:cNvPr id="15" name="SK-20-img-14" descr="preencoded.png">    </p:cNvPr>
          <p:cNvPicPr>
            <a:picLocks noChangeAspect="1"/>
          </p:cNvPicPr>
          <p:nvPr/>
        </p:nvPicPr>
        <p:blipFill>
          <a:blip r:embed="rId15"/>
          <a:stretch>
            <a:fillRect/>
          </a:stretch>
        </p:blipFill>
        <p:spPr>
          <a:xfrm>
            <a:off x="6510338" y="3933825"/>
            <a:ext cx="238125" cy="190500"/>
          </a:xfrm>
          <a:prstGeom prst="rect">
            <a:avLst/>
          </a:prstGeom>
        </p:spPr>
      </p:pic>
      <p:pic>
        <p:nvPicPr>
          <p:cNvPr id="16" name="SK-20-img-15" descr="preencoded.png">    </p:cNvPr>
          <p:cNvPicPr>
            <a:picLocks noChangeAspect="1"/>
          </p:cNvPicPr>
          <p:nvPr/>
        </p:nvPicPr>
        <p:blipFill>
          <a:blip r:embed="rId16"/>
          <a:stretch>
            <a:fillRect/>
          </a:stretch>
        </p:blipFill>
        <p:spPr>
          <a:xfrm>
            <a:off x="8972550" y="3619500"/>
            <a:ext cx="2647950" cy="1724025"/>
          </a:xfrm>
          <a:prstGeom prst="rect">
            <a:avLst/>
          </a:prstGeom>
        </p:spPr>
      </p:pic>
      <p:pic>
        <p:nvPicPr>
          <p:cNvPr id="17" name="SK-20-img-16" descr="preencoded.png">    </p:cNvPr>
          <p:cNvPicPr>
            <a:picLocks noChangeAspect="1"/>
          </p:cNvPicPr>
          <p:nvPr/>
        </p:nvPicPr>
        <p:blipFill>
          <a:blip r:embed="rId17"/>
          <a:stretch>
            <a:fillRect/>
          </a:stretch>
        </p:blipFill>
        <p:spPr>
          <a:xfrm>
            <a:off x="9201150" y="3800475"/>
            <a:ext cx="457200" cy="457200"/>
          </a:xfrm>
          <a:prstGeom prst="rect">
            <a:avLst/>
          </a:prstGeom>
        </p:spPr>
      </p:pic>
      <p:pic>
        <p:nvPicPr>
          <p:cNvPr id="18" name="SK-20-img-17" descr="preencoded.png">    </p:cNvPr>
          <p:cNvPicPr>
            <a:picLocks noChangeAspect="1"/>
          </p:cNvPicPr>
          <p:nvPr/>
        </p:nvPicPr>
        <p:blipFill>
          <a:blip r:embed="rId18"/>
          <a:stretch>
            <a:fillRect/>
          </a:stretch>
        </p:blipFill>
        <p:spPr>
          <a:xfrm>
            <a:off x="9310688" y="3933825"/>
            <a:ext cx="238125" cy="190500"/>
          </a:xfrm>
          <a:prstGeom prst="rect">
            <a:avLst/>
          </a:prstGeom>
        </p:spPr>
      </p:pic>
      <p:pic>
        <p:nvPicPr>
          <p:cNvPr id="19" name="SK-20-img-18" descr="preencoded.png">    </p:cNvPr>
          <p:cNvPicPr>
            <a:picLocks noChangeAspect="1"/>
          </p:cNvPicPr>
          <p:nvPr/>
        </p:nvPicPr>
        <p:blipFill>
          <a:blip r:embed="rId19"/>
          <a:stretch>
            <a:fillRect/>
          </a:stretch>
        </p:blipFill>
        <p:spPr>
          <a:xfrm>
            <a:off x="571500" y="6172200"/>
            <a:ext cx="11049000" cy="381000"/>
          </a:xfrm>
          <a:prstGeom prst="rect">
            <a:avLst/>
          </a:prstGeom>
        </p:spPr>
      </p:pic>
      <p:pic>
        <p:nvPicPr>
          <p:cNvPr id="20" name="SK-20-img-19" descr="preencoded.png">    </p:cNvPr>
          <p:cNvPicPr>
            <a:picLocks noChangeAspect="1"/>
          </p:cNvPicPr>
          <p:nvPr/>
        </p:nvPicPr>
        <p:blipFill>
          <a:blip r:embed="rId20"/>
          <a:stretch>
            <a:fillRect/>
          </a:stretch>
        </p:blipFill>
        <p:spPr>
          <a:xfrm>
            <a:off x="571500" y="6384578"/>
            <a:ext cx="166688" cy="137220"/>
          </a:xfrm>
          <a:prstGeom prst="rect">
            <a:avLst/>
          </a:prstGeom>
        </p:spPr>
      </p:pic>
      <p:pic>
        <p:nvPicPr>
          <p:cNvPr id="21" name="SK-20-img-20" descr="preencoded.png">    </p:cNvPr>
          <p:cNvPicPr>
            <a:picLocks noChangeAspect="1"/>
          </p:cNvPicPr>
          <p:nvPr/>
        </p:nvPicPr>
        <p:blipFill>
          <a:blip r:embed="rId21"/>
          <a:stretch>
            <a:fillRect/>
          </a:stretch>
        </p:blipFill>
        <p:spPr>
          <a:xfrm>
            <a:off x="2928938" y="6384578"/>
            <a:ext cx="166688" cy="137220"/>
          </a:xfrm>
          <a:prstGeom prst="rect">
            <a:avLst/>
          </a:prstGeom>
        </p:spPr>
      </p:pic>
      <p:pic>
        <p:nvPicPr>
          <p:cNvPr id="22" name="SK-20-img-21" descr="preencoded.png">    </p:cNvPr>
          <p:cNvPicPr>
            <a:picLocks noChangeAspect="1"/>
          </p:cNvPicPr>
          <p:nvPr/>
        </p:nvPicPr>
        <p:blipFill>
          <a:blip r:embed="rId22"/>
          <a:stretch>
            <a:fillRect/>
          </a:stretch>
        </p:blipFill>
        <p:spPr>
          <a:xfrm>
            <a:off x="10615613" y="6384578"/>
            <a:ext cx="166688" cy="137220"/>
          </a:xfrm>
          <a:prstGeom prst="rect">
            <a:avLst/>
          </a:prstGeom>
        </p:spPr>
      </p:pic>
      <p:sp>
        <p:nvSpPr>
          <p:cNvPr id="23" name="SK-20-text-22"/>
          <p:cNvSpPr/>
          <p:nvPr/>
        </p:nvSpPr>
        <p:spPr>
          <a:xfrm>
            <a:off x="647700" y="304800"/>
            <a:ext cx="3676650" cy="238125"/>
          </a:xfrm>
          <a:prstGeom prst="rect">
            <a:avLst/>
          </a:prstGeom>
          <a:noFill/>
          <a:ln/>
        </p:spPr>
        <p:txBody>
          <a:bodyPr wrap="square" lIns="0" tIns="0" rIns="0" bIns="0" rtlCol="0" anchor="ctr" vert="horz"/>
          <a:lstStyle/>
          <a:p>
            <a:pPr indent="0" marL="0">
              <a:lnSpc>
                <a:spcPts val="1575"/>
              </a:lnSpc>
              <a:buNone/>
            </a:pPr>
            <a:r>
              <a:rPr lang="en-US" sz="1050" spc="120" kern="0" dirty="0">
                <a:solidFill>
                  <a:srgbClr val="00F5FF"/>
                </a:solidFill>
              </a:rPr>
              <a:t>CONCLUSION &amp; INTERACTION</a:t>
            </a:r>
            <a:endParaRPr lang="en-US" sz="1050" dirty="0"/>
          </a:p>
        </p:txBody>
      </p:sp>
      <p:sp>
        <p:nvSpPr>
          <p:cNvPr id="24" name="SK-20-text-23"/>
          <p:cNvSpPr/>
          <p:nvPr/>
        </p:nvSpPr>
        <p:spPr>
          <a:xfrm>
            <a:off x="571500" y="619125"/>
            <a:ext cx="11049000" cy="485775"/>
          </a:xfrm>
          <a:prstGeom prst="rect">
            <a:avLst/>
          </a:prstGeom>
          <a:noFill/>
          <a:ln/>
        </p:spPr>
        <p:txBody>
          <a:bodyPr wrap="square" lIns="0" tIns="0" rIns="0" bIns="0" rtlCol="0" anchor="ctr" vert="horz"/>
          <a:lstStyle/>
          <a:p>
            <a:pPr indent="0" marL="0">
              <a:lnSpc>
                <a:spcPts val="3825"/>
              </a:lnSpc>
              <a:buNone/>
            </a:pPr>
            <a:r>
              <a:rPr lang="en-US" sz="2550" b="1" dirty="0">
                <a:solidFill>
                  <a:srgbClr val="7B61FF"/>
                </a:solidFill>
                <a:latin typeface="Noto Sans SC" pitchFamily="34" charset="0"/>
                <a:ea typeface="Noto Sans SC" pitchFamily="34" charset="-122"/>
                <a:cs typeface="Noto Sans SC" pitchFamily="34" charset="-120"/>
              </a:rPr>
              <a:t>#</a:t>
            </a:r>
            <a:pPr indent="0" marL="0">
              <a:lnSpc>
                <a:spcPts val="3825"/>
              </a:lnSpc>
              <a:buNone/>
            </a:pPr>
            <a:r>
              <a:rPr lang="en-US" sz="2550" b="1" dirty="0">
                <a:solidFill>
                  <a:srgbClr val="FFFFFF"/>
                </a:solidFill>
                <a:latin typeface="Noto Sans SC" pitchFamily="34" charset="0"/>
                <a:ea typeface="Noto Sans SC" pitchFamily="34" charset="-122"/>
                <a:cs typeface="Noto Sans SC" pitchFamily="34" charset="-120"/>
              </a:rPr>
              <a:t>致谢与 Q&amp;A</a:t>
            </a:r>
            <a:endParaRPr lang="en-US" sz="2550" dirty="0"/>
          </a:p>
        </p:txBody>
      </p:sp>
      <p:sp>
        <p:nvSpPr>
          <p:cNvPr id="25" name="SK-20-text-24"/>
          <p:cNvSpPr/>
          <p:nvPr/>
        </p:nvSpPr>
        <p:spPr>
          <a:xfrm>
            <a:off x="685800" y="1219200"/>
            <a:ext cx="11506200" cy="228600"/>
          </a:xfrm>
          <a:prstGeom prst="rect">
            <a:avLst/>
          </a:prstGeom>
          <a:noFill/>
          <a:ln/>
        </p:spPr>
        <p:txBody>
          <a:bodyPr wrap="square" lIns="0" tIns="0" rIns="0" bIns="0" rtlCol="0" anchor="ctr" vert="horz"/>
          <a:lstStyle/>
          <a:p>
            <a:pPr indent="0" marL="0">
              <a:lnSpc>
                <a:spcPts val="1800"/>
              </a:lnSpc>
              <a:buNone/>
            </a:pPr>
            <a:r>
              <a:rPr lang="en-US" sz="1200" dirty="0">
                <a:solidFill>
                  <a:srgbClr val="A0AEC0"/>
                </a:solidFill>
                <a:latin typeface="Noto Sans SC" pitchFamily="34" charset="0"/>
                <a:ea typeface="Noto Sans SC" pitchFamily="34" charset="-122"/>
                <a:cs typeface="Noto Sans SC" pitchFamily="34" charset="-120"/>
              </a:rPr>
              <a:t>感谢评审专家的倾听，欢迎就LearnAgent系统的技术细节、工程实现与应用场景进行交流。</a:t>
            </a:r>
            <a:endParaRPr lang="en-US" sz="1200" dirty="0"/>
          </a:p>
        </p:txBody>
      </p:sp>
      <p:sp>
        <p:nvSpPr>
          <p:cNvPr id="26" name="SK-20-text-25"/>
          <p:cNvSpPr/>
          <p:nvPr/>
        </p:nvSpPr>
        <p:spPr>
          <a:xfrm>
            <a:off x="3633788" y="1676400"/>
            <a:ext cx="4924425" cy="762000"/>
          </a:xfrm>
          <a:prstGeom prst="rect">
            <a:avLst/>
          </a:prstGeom>
          <a:noFill/>
          <a:ln/>
        </p:spPr>
        <p:txBody>
          <a:bodyPr wrap="square" lIns="0" tIns="0" rIns="0" bIns="0" rtlCol="0" anchor="ctr" vert="horz"/>
          <a:lstStyle/>
          <a:p>
            <a:pPr algn="ctr" indent="0" marL="0">
              <a:lnSpc>
                <a:spcPts val="6000"/>
              </a:lnSpc>
              <a:buNone/>
            </a:pPr>
            <a:r>
              <a:rPr lang="en-US" sz="6000" b="1" dirty="0">
                <a:solidFill>
                  <a:srgbClr val="FFFFFF"/>
                </a:solidFill>
                <a:latin typeface="Noto Sans SC" pitchFamily="34" charset="0"/>
                <a:ea typeface="Noto Sans SC" pitchFamily="34" charset="-122"/>
                <a:cs typeface="Noto Sans SC" pitchFamily="34" charset="-120"/>
              </a:rPr>
              <a:t>THANK YOU</a:t>
            </a:r>
            <a:endParaRPr lang="en-US" sz="6000" dirty="0"/>
          </a:p>
        </p:txBody>
      </p:sp>
      <p:sp>
        <p:nvSpPr>
          <p:cNvPr id="27" name="SK-20-text-26"/>
          <p:cNvSpPr/>
          <p:nvPr/>
        </p:nvSpPr>
        <p:spPr>
          <a:xfrm>
            <a:off x="2952750" y="2619375"/>
            <a:ext cx="6286500" cy="342900"/>
          </a:xfrm>
          <a:prstGeom prst="rect">
            <a:avLst/>
          </a:prstGeom>
          <a:noFill/>
          <a:ln/>
        </p:spPr>
        <p:txBody>
          <a:bodyPr wrap="square" lIns="0" tIns="0" rIns="0" bIns="0" rtlCol="0" anchor="ctr" vert="horz"/>
          <a:lstStyle/>
          <a:p>
            <a:pPr algn="ctr" indent="0" marL="0">
              <a:lnSpc>
                <a:spcPts val="2700"/>
              </a:lnSpc>
              <a:buNone/>
            </a:pPr>
            <a:r>
              <a:rPr lang="en-US" sz="1800" dirty="0">
                <a:solidFill>
                  <a:srgbClr val="A0AEC0"/>
                </a:solidFill>
                <a:latin typeface="Noto Sans SC" pitchFamily="34" charset="0"/>
                <a:ea typeface="Noto Sans SC" pitchFamily="34" charset="-122"/>
                <a:cs typeface="Noto Sans SC" pitchFamily="34" charset="-120"/>
              </a:rPr>
              <a:t>欢迎各位专家就系统架构、算法设计及行业落地提出宝贵意见</a:t>
            </a:r>
            <a:endParaRPr lang="en-US" sz="1800" dirty="0"/>
          </a:p>
        </p:txBody>
      </p:sp>
      <p:sp>
        <p:nvSpPr>
          <p:cNvPr id="28" name="SK-20-text-27"/>
          <p:cNvSpPr/>
          <p:nvPr/>
        </p:nvSpPr>
        <p:spPr>
          <a:xfrm>
            <a:off x="571500" y="3267075"/>
            <a:ext cx="11125200" cy="171450"/>
          </a:xfrm>
          <a:prstGeom prst="rect">
            <a:avLst/>
          </a:prstGeom>
          <a:noFill/>
          <a:ln/>
        </p:spPr>
        <p:txBody>
          <a:bodyPr wrap="square" lIns="0" tIns="0" rIns="0" bIns="0" rtlCol="0" anchor="ctr" vert="horz"/>
          <a:lstStyle/>
          <a:p>
            <a:pPr indent="0" marL="0">
              <a:lnSpc>
                <a:spcPts val="1350"/>
              </a:lnSpc>
              <a:buNone/>
            </a:pPr>
            <a:r>
              <a:rPr lang="en-US" sz="900" spc="60" kern="0" dirty="0">
                <a:solidFill>
                  <a:srgbClr val="00F5FF"/>
                </a:solidFill>
              </a:rPr>
              <a:t>RECOMMENDED TOPICS</a:t>
            </a:r>
            <a:endParaRPr lang="en-US" sz="900" dirty="0"/>
          </a:p>
        </p:txBody>
      </p:sp>
      <p:sp>
        <p:nvSpPr>
          <p:cNvPr id="29" name="SK-20-text-28"/>
          <p:cNvSpPr/>
          <p:nvPr/>
        </p:nvSpPr>
        <p:spPr>
          <a:xfrm>
            <a:off x="800100" y="4381500"/>
            <a:ext cx="2486025" cy="257175"/>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架构与流式通信</a:t>
            </a:r>
            <a:endParaRPr lang="en-US" sz="1350" dirty="0"/>
          </a:p>
        </p:txBody>
      </p:sp>
      <p:sp>
        <p:nvSpPr>
          <p:cNvPr id="30" name="SK-20-text-29"/>
          <p:cNvSpPr/>
          <p:nvPr/>
        </p:nvSpPr>
        <p:spPr>
          <a:xfrm>
            <a:off x="800100" y="4762500"/>
            <a:ext cx="2190750" cy="400050"/>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探讨 WebFlux 与 SSE 结合的高并发、全链路流式数据管道实现。</a:t>
            </a:r>
            <a:endParaRPr lang="en-US" sz="1050" dirty="0"/>
          </a:p>
        </p:txBody>
      </p:sp>
      <p:sp>
        <p:nvSpPr>
          <p:cNvPr id="31" name="SK-20-text-30"/>
          <p:cNvSpPr/>
          <p:nvPr/>
        </p:nvSpPr>
        <p:spPr>
          <a:xfrm>
            <a:off x="3600450" y="4381500"/>
            <a:ext cx="2276475" cy="257175"/>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多智能体拓扑</a:t>
            </a:r>
            <a:endParaRPr lang="en-US" sz="1350" dirty="0"/>
          </a:p>
        </p:txBody>
      </p:sp>
      <p:sp>
        <p:nvSpPr>
          <p:cNvPr id="32" name="SK-20-text-31"/>
          <p:cNvSpPr/>
          <p:nvPr/>
        </p:nvSpPr>
        <p:spPr>
          <a:xfrm>
            <a:off x="3600450" y="4762500"/>
            <a:ext cx="2190750" cy="400050"/>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基于 LangGraph 的辩论仲裁机制与动态退火反思循环细节。</a:t>
            </a:r>
            <a:endParaRPr lang="en-US" sz="1050" dirty="0"/>
          </a:p>
        </p:txBody>
      </p:sp>
      <p:sp>
        <p:nvSpPr>
          <p:cNvPr id="33" name="SK-20-text-32"/>
          <p:cNvSpPr/>
          <p:nvPr/>
        </p:nvSpPr>
        <p:spPr>
          <a:xfrm>
            <a:off x="6400800" y="4381500"/>
            <a:ext cx="2280285" cy="257175"/>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循证医学 RAG</a:t>
            </a:r>
            <a:endParaRPr lang="en-US" sz="1350" dirty="0"/>
          </a:p>
        </p:txBody>
      </p:sp>
      <p:sp>
        <p:nvSpPr>
          <p:cNvPr id="34" name="SK-20-text-33"/>
          <p:cNvSpPr/>
          <p:nvPr/>
        </p:nvSpPr>
        <p:spPr>
          <a:xfrm>
            <a:off x="6400800" y="4762500"/>
            <a:ext cx="2190750" cy="400050"/>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混合检索、PubMed 8级证据等级排序与精准溯源标注的策略。</a:t>
            </a:r>
            <a:endParaRPr lang="en-US" sz="1050" dirty="0"/>
          </a:p>
        </p:txBody>
      </p:sp>
      <p:sp>
        <p:nvSpPr>
          <p:cNvPr id="35" name="SK-20-text-34"/>
          <p:cNvSpPr/>
          <p:nvPr/>
        </p:nvSpPr>
        <p:spPr>
          <a:xfrm>
            <a:off x="9201150" y="4381500"/>
            <a:ext cx="2276475" cy="257175"/>
          </a:xfrm>
          <a:prstGeom prst="rect">
            <a:avLst/>
          </a:prstGeom>
          <a:noFill/>
          <a:ln/>
        </p:spPr>
        <p:txBody>
          <a:bodyPr wrap="square" lIns="0" tIns="0" rIns="0" bIns="0" rtlCol="0" anchor="ctr" vert="horz"/>
          <a:lstStyle/>
          <a:p>
            <a:pPr indent="0" marL="0">
              <a:lnSpc>
                <a:spcPts val="2025"/>
              </a:lnSpc>
              <a:buNone/>
            </a:pPr>
            <a:r>
              <a:rPr lang="en-US" sz="1350" b="1" dirty="0">
                <a:solidFill>
                  <a:srgbClr val="FFFFFF"/>
                </a:solidFill>
                <a:latin typeface="Noto Sans SC" pitchFamily="34" charset="0"/>
                <a:ea typeface="Noto Sans SC" pitchFamily="34" charset="-122"/>
                <a:cs typeface="Noto Sans SC" pitchFamily="34" charset="-120"/>
              </a:rPr>
              <a:t>个性化闭环</a:t>
            </a:r>
            <a:endParaRPr lang="en-US" sz="1350" dirty="0"/>
          </a:p>
        </p:txBody>
      </p:sp>
      <p:sp>
        <p:nvSpPr>
          <p:cNvPr id="36" name="SK-20-text-35"/>
          <p:cNvSpPr/>
          <p:nvPr/>
        </p:nvSpPr>
        <p:spPr>
          <a:xfrm>
            <a:off x="9201150" y="4762500"/>
            <a:ext cx="2190750" cy="400050"/>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latin typeface="Noto Sans SC" pitchFamily="34" charset="0"/>
                <a:ea typeface="Noto Sans SC" pitchFamily="34" charset="-122"/>
                <a:cs typeface="Noto Sans SC" pitchFamily="34" charset="-120"/>
              </a:rPr>
              <a:t>8维度动态画像构建与评估驱动的学习路径自动更新机制。</a:t>
            </a:r>
            <a:endParaRPr lang="en-US" sz="1050" dirty="0"/>
          </a:p>
        </p:txBody>
      </p:sp>
      <p:sp>
        <p:nvSpPr>
          <p:cNvPr id="37" name="SK-20-text-36"/>
          <p:cNvSpPr/>
          <p:nvPr/>
        </p:nvSpPr>
        <p:spPr>
          <a:xfrm>
            <a:off x="814388" y="6353175"/>
            <a:ext cx="3863340" cy="200025"/>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rPr>
              <a:t>第十五届“中国软件杯”参赛团队</a:t>
            </a:r>
            <a:endParaRPr lang="en-US" sz="1050" dirty="0"/>
          </a:p>
        </p:txBody>
      </p:sp>
      <p:sp>
        <p:nvSpPr>
          <p:cNvPr id="38" name="SK-20-text-37"/>
          <p:cNvSpPr/>
          <p:nvPr/>
        </p:nvSpPr>
        <p:spPr>
          <a:xfrm>
            <a:off x="3171825" y="6353175"/>
            <a:ext cx="4236720" cy="200025"/>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rPr>
              <a:t>LearnAgent v1.0.4-Stable</a:t>
            </a:r>
            <a:endParaRPr lang="en-US" sz="1050" dirty="0"/>
          </a:p>
        </p:txBody>
      </p:sp>
      <p:sp>
        <p:nvSpPr>
          <p:cNvPr id="39" name="SK-20-text-38"/>
          <p:cNvSpPr/>
          <p:nvPr/>
        </p:nvSpPr>
        <p:spPr>
          <a:xfrm>
            <a:off x="10858500" y="6353175"/>
            <a:ext cx="1333500" cy="200025"/>
          </a:xfrm>
          <a:prstGeom prst="rect">
            <a:avLst/>
          </a:prstGeom>
          <a:noFill/>
          <a:ln/>
        </p:spPr>
        <p:txBody>
          <a:bodyPr wrap="square" lIns="0" tIns="0" rIns="0" bIns="0" rtlCol="0" anchor="ctr" vert="horz"/>
          <a:lstStyle/>
          <a:p>
            <a:pPr indent="0" marL="0">
              <a:lnSpc>
                <a:spcPts val="1575"/>
              </a:lnSpc>
              <a:buNone/>
            </a:pPr>
            <a:r>
              <a:rPr lang="en-US" sz="1050" dirty="0">
                <a:solidFill>
                  <a:srgbClr val="718096"/>
                </a:solidFill>
              </a:rPr>
              <a:t>2026-06-19</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2026-06-19T09:31:26Z</dcterms:created>
  <dcterms:modified xsi:type="dcterms:W3CDTF">2026-06-19T09:31:26Z</dcterms:modified>
</cp:coreProperties>
</file>