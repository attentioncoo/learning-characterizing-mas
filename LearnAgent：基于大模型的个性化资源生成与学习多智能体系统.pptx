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page_2065598144372842496_2065599481746337792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